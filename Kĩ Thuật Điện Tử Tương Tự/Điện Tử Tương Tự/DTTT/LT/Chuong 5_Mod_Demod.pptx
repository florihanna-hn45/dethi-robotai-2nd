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68"/>
  </p:notesMasterIdLst>
  <p:sldIdLst>
    <p:sldId id="295" r:id="rId2"/>
    <p:sldId id="256" r:id="rId3"/>
    <p:sldId id="297" r:id="rId4"/>
    <p:sldId id="296" r:id="rId5"/>
    <p:sldId id="258" r:id="rId6"/>
    <p:sldId id="259" r:id="rId7"/>
    <p:sldId id="261" r:id="rId8"/>
    <p:sldId id="260" r:id="rId9"/>
    <p:sldId id="294" r:id="rId10"/>
    <p:sldId id="262" r:id="rId11"/>
    <p:sldId id="263" r:id="rId12"/>
    <p:sldId id="298" r:id="rId13"/>
    <p:sldId id="299" r:id="rId14"/>
    <p:sldId id="264" r:id="rId15"/>
    <p:sldId id="265" r:id="rId16"/>
    <p:sldId id="266" r:id="rId17"/>
    <p:sldId id="267" r:id="rId18"/>
    <p:sldId id="268" r:id="rId19"/>
    <p:sldId id="269" r:id="rId20"/>
    <p:sldId id="270" r:id="rId21"/>
    <p:sldId id="271" r:id="rId22"/>
    <p:sldId id="324" r:id="rId23"/>
    <p:sldId id="272" r:id="rId24"/>
    <p:sldId id="273" r:id="rId25"/>
    <p:sldId id="29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326" r:id="rId45"/>
    <p:sldId id="292" r:id="rId46"/>
    <p:sldId id="327" r:id="rId47"/>
    <p:sldId id="304"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8" r:id="rId67"/>
  </p:sldIdLst>
  <p:sldSz cx="9144000" cy="6858000" type="screen4x3"/>
  <p:notesSz cx="6784975" cy="9856788"/>
  <p:defaultTextStyle>
    <a:defPPr>
      <a:defRPr lang="en-US"/>
    </a:defPPr>
    <a:lvl1pPr algn="l" rtl="0" eaLnBrk="0" fontAlgn="base" hangingPunct="0">
      <a:spcBef>
        <a:spcPct val="0"/>
      </a:spcBef>
      <a:spcAft>
        <a:spcPct val="0"/>
      </a:spcAft>
      <a:defRPr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9AA1E4"/>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28" autoAdjust="0"/>
    <p:restoredTop sz="94643"/>
  </p:normalViewPr>
  <p:slideViewPr>
    <p:cSldViewPr>
      <p:cViewPr varScale="1">
        <p:scale>
          <a:sx n="102" d="100"/>
          <a:sy n="102" d="100"/>
        </p:scale>
        <p:origin x="35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6.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image" Target="../media/image62.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7458" name="Rectangle 2"/>
          <p:cNvSpPr>
            <a:spLocks noGrp="1" noChangeArrowheads="1"/>
          </p:cNvSpPr>
          <p:nvPr>
            <p:ph type="hdr" sz="quarter"/>
          </p:nvPr>
        </p:nvSpPr>
        <p:spPr bwMode="auto">
          <a:xfrm>
            <a:off x="0" y="0"/>
            <a:ext cx="2940050" cy="493713"/>
          </a:xfrm>
          <a:prstGeom prst="rect">
            <a:avLst/>
          </a:prstGeom>
          <a:noFill/>
          <a:ln w="9525">
            <a:noFill/>
            <a:miter lim="800000"/>
            <a:headEnd/>
            <a:tailEnd/>
          </a:ln>
          <a:effectLst/>
        </p:spPr>
        <p:txBody>
          <a:bodyPr vert="horz" wrap="square" lIns="92245" tIns="46122" rIns="92245" bIns="46122" numCol="1" anchor="t" anchorCtr="0" compatLnSpc="1">
            <a:prstTxWarp prst="textNoShape">
              <a:avLst/>
            </a:prstTxWarp>
          </a:bodyPr>
          <a:lstStyle>
            <a:lvl1pPr defTabSz="922338" eaLnBrk="1" hangingPunct="1">
              <a:defRPr sz="1200">
                <a:latin typeface="Arial" pitchFamily="34" charset="0"/>
              </a:defRPr>
            </a:lvl1pPr>
          </a:lstStyle>
          <a:p>
            <a:endParaRPr lang="en-US"/>
          </a:p>
        </p:txBody>
      </p:sp>
      <p:sp>
        <p:nvSpPr>
          <p:cNvPr id="147459" name="Rectangle 3"/>
          <p:cNvSpPr>
            <a:spLocks noGrp="1" noChangeArrowheads="1"/>
          </p:cNvSpPr>
          <p:nvPr>
            <p:ph type="dt" idx="1"/>
          </p:nvPr>
        </p:nvSpPr>
        <p:spPr bwMode="auto">
          <a:xfrm>
            <a:off x="3843338" y="0"/>
            <a:ext cx="2940050" cy="493713"/>
          </a:xfrm>
          <a:prstGeom prst="rect">
            <a:avLst/>
          </a:prstGeom>
          <a:noFill/>
          <a:ln w="9525">
            <a:noFill/>
            <a:miter lim="800000"/>
            <a:headEnd/>
            <a:tailEnd/>
          </a:ln>
          <a:effectLst/>
        </p:spPr>
        <p:txBody>
          <a:bodyPr vert="horz" wrap="square" lIns="92245" tIns="46122" rIns="92245" bIns="46122" numCol="1" anchor="t" anchorCtr="0" compatLnSpc="1">
            <a:prstTxWarp prst="textNoShape">
              <a:avLst/>
            </a:prstTxWarp>
          </a:bodyPr>
          <a:lstStyle>
            <a:lvl1pPr algn="r" defTabSz="922338" eaLnBrk="1" hangingPunct="1">
              <a:defRPr sz="1200">
                <a:latin typeface="Arial" pitchFamily="34" charset="0"/>
              </a:defRPr>
            </a:lvl1pPr>
          </a:lstStyle>
          <a:p>
            <a:endParaRPr lang="en-US"/>
          </a:p>
        </p:txBody>
      </p:sp>
      <p:sp>
        <p:nvSpPr>
          <p:cNvPr id="13316" name="Rectangle 4"/>
          <p:cNvSpPr>
            <a:spLocks noGrp="1" noRot="1" noChangeAspect="1" noChangeArrowheads="1" noTextEdit="1"/>
          </p:cNvSpPr>
          <p:nvPr>
            <p:ph type="sldImg" idx="2"/>
          </p:nvPr>
        </p:nvSpPr>
        <p:spPr bwMode="auto">
          <a:xfrm>
            <a:off x="928688" y="739775"/>
            <a:ext cx="4927600" cy="36957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61" name="Rectangle 5"/>
          <p:cNvSpPr>
            <a:spLocks noGrp="1" noChangeArrowheads="1"/>
          </p:cNvSpPr>
          <p:nvPr>
            <p:ph type="body" sz="quarter" idx="3"/>
          </p:nvPr>
        </p:nvSpPr>
        <p:spPr bwMode="auto">
          <a:xfrm>
            <a:off x="679450" y="4681538"/>
            <a:ext cx="5426075" cy="4435475"/>
          </a:xfrm>
          <a:prstGeom prst="rect">
            <a:avLst/>
          </a:prstGeom>
          <a:noFill/>
          <a:ln w="9525">
            <a:noFill/>
            <a:miter lim="800000"/>
            <a:headEnd/>
            <a:tailEnd/>
          </a:ln>
          <a:effectLst/>
        </p:spPr>
        <p:txBody>
          <a:bodyPr vert="horz" wrap="square" lIns="92245" tIns="46122" rIns="92245" bIns="4612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47462" name="Rectangle 6"/>
          <p:cNvSpPr>
            <a:spLocks noGrp="1" noChangeArrowheads="1"/>
          </p:cNvSpPr>
          <p:nvPr>
            <p:ph type="ftr" sz="quarter" idx="4"/>
          </p:nvPr>
        </p:nvSpPr>
        <p:spPr bwMode="auto">
          <a:xfrm>
            <a:off x="0" y="9361488"/>
            <a:ext cx="2940050" cy="493712"/>
          </a:xfrm>
          <a:prstGeom prst="rect">
            <a:avLst/>
          </a:prstGeom>
          <a:noFill/>
          <a:ln w="9525">
            <a:noFill/>
            <a:miter lim="800000"/>
            <a:headEnd/>
            <a:tailEnd/>
          </a:ln>
          <a:effectLst/>
        </p:spPr>
        <p:txBody>
          <a:bodyPr vert="horz" wrap="square" lIns="92245" tIns="46122" rIns="92245" bIns="46122" numCol="1" anchor="b" anchorCtr="0" compatLnSpc="1">
            <a:prstTxWarp prst="textNoShape">
              <a:avLst/>
            </a:prstTxWarp>
          </a:bodyPr>
          <a:lstStyle>
            <a:lvl1pPr defTabSz="922338" eaLnBrk="1" hangingPunct="1">
              <a:defRPr sz="1200">
                <a:latin typeface="Arial" pitchFamily="34" charset="0"/>
              </a:defRPr>
            </a:lvl1pPr>
          </a:lstStyle>
          <a:p>
            <a:endParaRPr lang="en-US"/>
          </a:p>
        </p:txBody>
      </p:sp>
      <p:sp>
        <p:nvSpPr>
          <p:cNvPr id="147463" name="Rectangle 7"/>
          <p:cNvSpPr>
            <a:spLocks noGrp="1" noChangeArrowheads="1"/>
          </p:cNvSpPr>
          <p:nvPr>
            <p:ph type="sldNum" sz="quarter" idx="5"/>
          </p:nvPr>
        </p:nvSpPr>
        <p:spPr bwMode="auto">
          <a:xfrm>
            <a:off x="3843338" y="9361488"/>
            <a:ext cx="2940050" cy="493712"/>
          </a:xfrm>
          <a:prstGeom prst="rect">
            <a:avLst/>
          </a:prstGeom>
          <a:noFill/>
          <a:ln w="9525">
            <a:noFill/>
            <a:miter lim="800000"/>
            <a:headEnd/>
            <a:tailEnd/>
          </a:ln>
          <a:effectLst/>
        </p:spPr>
        <p:txBody>
          <a:bodyPr vert="horz" wrap="square" lIns="92245" tIns="46122" rIns="92245" bIns="46122" numCol="1" anchor="b" anchorCtr="0" compatLnSpc="1">
            <a:prstTxWarp prst="textNoShape">
              <a:avLst/>
            </a:prstTxWarp>
          </a:bodyPr>
          <a:lstStyle>
            <a:lvl1pPr algn="r" defTabSz="922338" eaLnBrk="1" hangingPunct="1">
              <a:defRPr sz="1200">
                <a:latin typeface="Arial" pitchFamily="34" charset="0"/>
              </a:defRPr>
            </a:lvl1pPr>
          </a:lstStyle>
          <a:p>
            <a:fld id="{5DD0516F-8E09-43F4-868F-C01906487B78}" type="slidenum">
              <a:rPr lang="en-US" altLang="en-US"/>
              <a:pPr/>
              <a:t>‹#›</a:t>
            </a:fld>
            <a:endParaRPr lang="en-US" altLang="en-US"/>
          </a:p>
        </p:txBody>
      </p:sp>
    </p:spTree>
    <p:extLst>
      <p:ext uri="{BB962C8B-B14F-4D97-AF65-F5344CB8AC3E}">
        <p14:creationId xmlns:p14="http://schemas.microsoft.com/office/powerpoint/2010/main" val="36555252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39235" indent="-284321">
              <a:defRPr>
                <a:solidFill>
                  <a:schemeClr val="tx1"/>
                </a:solidFill>
                <a:latin typeface="Arial" charset="0"/>
              </a:defRPr>
            </a:lvl2pPr>
            <a:lvl3pPr marL="1137285" indent="-227457">
              <a:defRPr>
                <a:solidFill>
                  <a:schemeClr val="tx1"/>
                </a:solidFill>
                <a:latin typeface="Arial" charset="0"/>
              </a:defRPr>
            </a:lvl3pPr>
            <a:lvl4pPr marL="1592199" indent="-227457">
              <a:defRPr>
                <a:solidFill>
                  <a:schemeClr val="tx1"/>
                </a:solidFill>
                <a:latin typeface="Arial" charset="0"/>
              </a:defRPr>
            </a:lvl4pPr>
            <a:lvl5pPr marL="2047113" indent="-227457">
              <a:defRPr>
                <a:solidFill>
                  <a:schemeClr val="tx1"/>
                </a:solidFill>
                <a:latin typeface="Arial" charset="0"/>
              </a:defRPr>
            </a:lvl5pPr>
            <a:lvl6pPr marL="2502027" indent="-227457" eaLnBrk="0" fontAlgn="base" hangingPunct="0">
              <a:spcBef>
                <a:spcPct val="0"/>
              </a:spcBef>
              <a:spcAft>
                <a:spcPct val="0"/>
              </a:spcAft>
              <a:defRPr>
                <a:solidFill>
                  <a:schemeClr val="tx1"/>
                </a:solidFill>
                <a:latin typeface="Arial" charset="0"/>
              </a:defRPr>
            </a:lvl6pPr>
            <a:lvl7pPr marL="2956941" indent="-227457" eaLnBrk="0" fontAlgn="base" hangingPunct="0">
              <a:spcBef>
                <a:spcPct val="0"/>
              </a:spcBef>
              <a:spcAft>
                <a:spcPct val="0"/>
              </a:spcAft>
              <a:defRPr>
                <a:solidFill>
                  <a:schemeClr val="tx1"/>
                </a:solidFill>
                <a:latin typeface="Arial" charset="0"/>
              </a:defRPr>
            </a:lvl7pPr>
            <a:lvl8pPr marL="3411855" indent="-227457" eaLnBrk="0" fontAlgn="base" hangingPunct="0">
              <a:spcBef>
                <a:spcPct val="0"/>
              </a:spcBef>
              <a:spcAft>
                <a:spcPct val="0"/>
              </a:spcAft>
              <a:defRPr>
                <a:solidFill>
                  <a:schemeClr val="tx1"/>
                </a:solidFill>
                <a:latin typeface="Arial" charset="0"/>
              </a:defRPr>
            </a:lvl8pPr>
            <a:lvl9pPr marL="3866769" indent="-227457" eaLnBrk="0" fontAlgn="base" hangingPunct="0">
              <a:spcBef>
                <a:spcPct val="0"/>
              </a:spcBef>
              <a:spcAft>
                <a:spcPct val="0"/>
              </a:spcAft>
              <a:defRPr>
                <a:solidFill>
                  <a:schemeClr val="tx1"/>
                </a:solidFill>
                <a:latin typeface="Arial" charset="0"/>
              </a:defRPr>
            </a:lvl9pPr>
          </a:lstStyle>
          <a:p>
            <a:fld id="{19508A60-0177-44CE-9E82-877DDBE6E1F2}" type="slidenum">
              <a:rPr lang="en-US" altLang="en-US"/>
              <a:pPr/>
              <a:t>52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15"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115716"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fld id="{C13212ED-E9EA-4C04-8619-5A424F4F3745}" type="datetime1">
              <a:rPr lang="en-US"/>
              <a:pPr/>
              <a:t>23/12/2019</a:t>
            </a:fld>
            <a:endParaRPr lang="en-US" altLang="en-US"/>
          </a:p>
        </p:txBody>
      </p:sp>
      <p:sp>
        <p:nvSpPr>
          <p:cNvPr id="39" name="Rectangle 6"/>
          <p:cNvSpPr>
            <a:spLocks noGrp="1" noChangeArrowheads="1"/>
          </p:cNvSpPr>
          <p:nvPr>
            <p:ph type="ftr" sz="quarter" idx="11"/>
          </p:nvPr>
        </p:nvSpPr>
        <p:spPr/>
        <p:txBody>
          <a:bodyPr/>
          <a:lstStyle>
            <a:lvl1pPr>
              <a:defRPr/>
            </a:lvl1pPr>
          </a:lstStyle>
          <a:p>
            <a:endParaRPr lang="en-US" altLang="en-US"/>
          </a:p>
        </p:txBody>
      </p:sp>
      <p:sp>
        <p:nvSpPr>
          <p:cNvPr id="40" name="Rectangle 7"/>
          <p:cNvSpPr>
            <a:spLocks noGrp="1" noChangeArrowheads="1"/>
          </p:cNvSpPr>
          <p:nvPr>
            <p:ph type="sldNum" sz="quarter" idx="12"/>
          </p:nvPr>
        </p:nvSpPr>
        <p:spPr/>
        <p:txBody>
          <a:bodyPr/>
          <a:lstStyle>
            <a:lvl1pPr>
              <a:defRPr/>
            </a:lvl1pPr>
          </a:lstStyle>
          <a:p>
            <a:fld id="{1E912EDC-215B-4596-B5FC-F403120911D2}" type="slidenum">
              <a:rPr lang="en-US" altLang="en-US"/>
              <a:pPr/>
              <a:t>‹#›</a:t>
            </a:fld>
            <a:endParaRPr lang="en-US" altLang="en-US"/>
          </a:p>
        </p:txBody>
      </p:sp>
    </p:spTree>
    <p:extLst>
      <p:ext uri="{BB962C8B-B14F-4D97-AF65-F5344CB8AC3E}">
        <p14:creationId xmlns:p14="http://schemas.microsoft.com/office/powerpoint/2010/main" val="224790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fld id="{290E8DD6-ECA1-4E29-B113-7756F38937D6}" type="datetime1">
              <a:rPr lang="en-US"/>
              <a:pPr/>
              <a:t>23/12/2019</a:t>
            </a:fld>
            <a:endParaRPr lang="en-US" altLang="en-US"/>
          </a:p>
        </p:txBody>
      </p:sp>
      <p:sp>
        <p:nvSpPr>
          <p:cNvPr id="5" name="Rectangle 6"/>
          <p:cNvSpPr>
            <a:spLocks noGrp="1" noChangeArrowheads="1"/>
          </p:cNvSpPr>
          <p:nvPr>
            <p:ph type="ftr" sz="quarter" idx="11"/>
          </p:nvPr>
        </p:nvSpPr>
        <p:spPr>
          <a:ln/>
        </p:spPr>
        <p:txBody>
          <a:bodyPr/>
          <a:lstStyle>
            <a:lvl1pPr>
              <a:defRPr/>
            </a:lvl1pPr>
          </a:lstStyle>
          <a:p>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CBB725D2-6C79-4374-99AE-CE27382E8696}" type="slidenum">
              <a:rPr lang="en-US" altLang="en-US"/>
              <a:pPr/>
              <a:t>‹#›</a:t>
            </a:fld>
            <a:endParaRPr lang="en-US" altLang="en-US"/>
          </a:p>
        </p:txBody>
      </p:sp>
    </p:spTree>
    <p:extLst>
      <p:ext uri="{BB962C8B-B14F-4D97-AF65-F5344CB8AC3E}">
        <p14:creationId xmlns:p14="http://schemas.microsoft.com/office/powerpoint/2010/main" val="3975702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fld id="{D4D3CDEA-9382-44FF-BD8D-9B9DA5B7C0CE}" type="datetime1">
              <a:rPr lang="en-US"/>
              <a:pPr/>
              <a:t>23/12/2019</a:t>
            </a:fld>
            <a:endParaRPr lang="en-US" altLang="en-US"/>
          </a:p>
        </p:txBody>
      </p:sp>
      <p:sp>
        <p:nvSpPr>
          <p:cNvPr id="5" name="Rectangle 6"/>
          <p:cNvSpPr>
            <a:spLocks noGrp="1" noChangeArrowheads="1"/>
          </p:cNvSpPr>
          <p:nvPr>
            <p:ph type="ftr" sz="quarter" idx="11"/>
          </p:nvPr>
        </p:nvSpPr>
        <p:spPr>
          <a:ln/>
        </p:spPr>
        <p:txBody>
          <a:bodyPr/>
          <a:lstStyle>
            <a:lvl1pPr>
              <a:defRPr/>
            </a:lvl1pPr>
          </a:lstStyle>
          <a:p>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CF219378-49A6-4ED5-933C-3CBDC7C6920E}" type="slidenum">
              <a:rPr lang="en-US" altLang="en-US"/>
              <a:pPr/>
              <a:t>‹#›</a:t>
            </a:fld>
            <a:endParaRPr lang="en-US" altLang="en-US"/>
          </a:p>
        </p:txBody>
      </p:sp>
    </p:spTree>
    <p:extLst>
      <p:ext uri="{BB962C8B-B14F-4D97-AF65-F5344CB8AC3E}">
        <p14:creationId xmlns:p14="http://schemas.microsoft.com/office/powerpoint/2010/main" val="3010263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fld id="{1436DDA4-EC39-469E-ABCA-4804431D4B66}" type="datetime1">
              <a:rPr lang="en-US"/>
              <a:pPr/>
              <a:t>23/12/2019</a:t>
            </a:fld>
            <a:endParaRPr lang="en-US" altLang="en-US"/>
          </a:p>
        </p:txBody>
      </p:sp>
      <p:sp>
        <p:nvSpPr>
          <p:cNvPr id="6" name="Rectangle 6"/>
          <p:cNvSpPr>
            <a:spLocks noGrp="1" noChangeArrowheads="1"/>
          </p:cNvSpPr>
          <p:nvPr>
            <p:ph type="ftr" sz="quarter" idx="11"/>
          </p:nvPr>
        </p:nvSpPr>
        <p:spPr>
          <a:ln/>
        </p:spPr>
        <p:txBody>
          <a:bodyPr/>
          <a:lstStyle>
            <a:lvl1pPr>
              <a:defRPr/>
            </a:lvl1pPr>
          </a:lstStyle>
          <a:p>
            <a:endParaRPr lang="en-US" altLang="en-US"/>
          </a:p>
        </p:txBody>
      </p:sp>
      <p:sp>
        <p:nvSpPr>
          <p:cNvPr id="7" name="Rectangle 7"/>
          <p:cNvSpPr>
            <a:spLocks noGrp="1" noChangeArrowheads="1"/>
          </p:cNvSpPr>
          <p:nvPr>
            <p:ph type="sldNum" sz="quarter" idx="12"/>
          </p:nvPr>
        </p:nvSpPr>
        <p:spPr>
          <a:ln/>
        </p:spPr>
        <p:txBody>
          <a:bodyPr/>
          <a:lstStyle>
            <a:lvl1pPr>
              <a:defRPr/>
            </a:lvl1pPr>
          </a:lstStyle>
          <a:p>
            <a:fld id="{D14E93F3-958E-4505-A40A-5F06B0321F6C}" type="slidenum">
              <a:rPr lang="en-US" altLang="en-US"/>
              <a:pPr/>
              <a:t>‹#›</a:t>
            </a:fld>
            <a:endParaRPr lang="en-US" altLang="en-US"/>
          </a:p>
        </p:txBody>
      </p:sp>
    </p:spTree>
    <p:extLst>
      <p:ext uri="{BB962C8B-B14F-4D97-AF65-F5344CB8AC3E}">
        <p14:creationId xmlns:p14="http://schemas.microsoft.com/office/powerpoint/2010/main" val="1569497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fld id="{1885E2EB-66CD-4DC8-8E3A-3EE7BBFD21CA}" type="datetime1">
              <a:rPr lang="en-US"/>
              <a:pPr/>
              <a:t>23/12/2019</a:t>
            </a:fld>
            <a:endParaRPr lang="en-US" altLang="en-US"/>
          </a:p>
        </p:txBody>
      </p:sp>
      <p:sp>
        <p:nvSpPr>
          <p:cNvPr id="8" name="Rectangle 6"/>
          <p:cNvSpPr>
            <a:spLocks noGrp="1" noChangeArrowheads="1"/>
          </p:cNvSpPr>
          <p:nvPr>
            <p:ph type="ftr" sz="quarter" idx="11"/>
          </p:nvPr>
        </p:nvSpPr>
        <p:spPr>
          <a:ln/>
        </p:spPr>
        <p:txBody>
          <a:bodyPr/>
          <a:lstStyle>
            <a:lvl1pPr>
              <a:defRPr/>
            </a:lvl1pPr>
          </a:lstStyle>
          <a:p>
            <a:endParaRPr lang="en-US" altLang="en-US"/>
          </a:p>
        </p:txBody>
      </p:sp>
      <p:sp>
        <p:nvSpPr>
          <p:cNvPr id="9" name="Rectangle 7"/>
          <p:cNvSpPr>
            <a:spLocks noGrp="1" noChangeArrowheads="1"/>
          </p:cNvSpPr>
          <p:nvPr>
            <p:ph type="sldNum" sz="quarter" idx="12"/>
          </p:nvPr>
        </p:nvSpPr>
        <p:spPr>
          <a:ln/>
        </p:spPr>
        <p:txBody>
          <a:bodyPr/>
          <a:lstStyle>
            <a:lvl1pPr>
              <a:defRPr/>
            </a:lvl1pPr>
          </a:lstStyle>
          <a:p>
            <a:fld id="{908AD200-3F49-4057-B50B-D71127B8A90F}" type="slidenum">
              <a:rPr lang="en-US" altLang="en-US"/>
              <a:pPr/>
              <a:t>‹#›</a:t>
            </a:fld>
            <a:endParaRPr lang="en-US" altLang="en-US"/>
          </a:p>
        </p:txBody>
      </p:sp>
    </p:spTree>
    <p:extLst>
      <p:ext uri="{BB962C8B-B14F-4D97-AF65-F5344CB8AC3E}">
        <p14:creationId xmlns:p14="http://schemas.microsoft.com/office/powerpoint/2010/main" val="2802107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fld id="{54D0B89C-F330-4529-876E-BED206AD5AAA}" type="datetime1">
              <a:rPr lang="en-US"/>
              <a:pPr/>
              <a:t>23/12/2019</a:t>
            </a:fld>
            <a:endParaRPr lang="en-US" altLang="en-US"/>
          </a:p>
        </p:txBody>
      </p:sp>
      <p:sp>
        <p:nvSpPr>
          <p:cNvPr id="4" name="Rectangle 6"/>
          <p:cNvSpPr>
            <a:spLocks noGrp="1" noChangeArrowheads="1"/>
          </p:cNvSpPr>
          <p:nvPr>
            <p:ph type="ftr" sz="quarter" idx="11"/>
          </p:nvPr>
        </p:nvSpPr>
        <p:spPr>
          <a:ln/>
        </p:spPr>
        <p:txBody>
          <a:bodyPr/>
          <a:lstStyle>
            <a:lvl1pPr>
              <a:defRPr/>
            </a:lvl1pPr>
          </a:lstStyle>
          <a:p>
            <a:endParaRPr lang="en-US" altLang="en-US"/>
          </a:p>
        </p:txBody>
      </p:sp>
      <p:sp>
        <p:nvSpPr>
          <p:cNvPr id="5" name="Rectangle 7"/>
          <p:cNvSpPr>
            <a:spLocks noGrp="1" noChangeArrowheads="1"/>
          </p:cNvSpPr>
          <p:nvPr>
            <p:ph type="sldNum" sz="quarter" idx="12"/>
          </p:nvPr>
        </p:nvSpPr>
        <p:spPr>
          <a:ln/>
        </p:spPr>
        <p:txBody>
          <a:bodyPr/>
          <a:lstStyle>
            <a:lvl1pPr>
              <a:defRPr/>
            </a:lvl1pPr>
          </a:lstStyle>
          <a:p>
            <a:fld id="{ACFCF9E4-113A-441F-977D-B5D8724E68CA}" type="slidenum">
              <a:rPr lang="en-US" altLang="en-US"/>
              <a:pPr/>
              <a:t>‹#›</a:t>
            </a:fld>
            <a:endParaRPr lang="en-US" altLang="en-US"/>
          </a:p>
        </p:txBody>
      </p:sp>
    </p:spTree>
    <p:extLst>
      <p:ext uri="{BB962C8B-B14F-4D97-AF65-F5344CB8AC3E}">
        <p14:creationId xmlns:p14="http://schemas.microsoft.com/office/powerpoint/2010/main" val="350529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fld id="{5912B9C2-8FAB-4F8A-ADD7-97617F5B33F7}" type="datetime1">
              <a:rPr lang="en-US"/>
              <a:pPr/>
              <a:t>23/12/2019</a:t>
            </a:fld>
            <a:endParaRPr lang="en-US" altLang="en-US"/>
          </a:p>
        </p:txBody>
      </p:sp>
      <p:sp>
        <p:nvSpPr>
          <p:cNvPr id="3" name="Rectangle 6"/>
          <p:cNvSpPr>
            <a:spLocks noGrp="1" noChangeArrowheads="1"/>
          </p:cNvSpPr>
          <p:nvPr>
            <p:ph type="ftr" sz="quarter" idx="11"/>
          </p:nvPr>
        </p:nvSpPr>
        <p:spPr>
          <a:ln/>
        </p:spPr>
        <p:txBody>
          <a:bodyPr/>
          <a:lstStyle>
            <a:lvl1pPr>
              <a:defRPr/>
            </a:lvl1pPr>
          </a:lstStyle>
          <a:p>
            <a:endParaRPr lang="en-US" altLang="en-US"/>
          </a:p>
        </p:txBody>
      </p:sp>
      <p:sp>
        <p:nvSpPr>
          <p:cNvPr id="4" name="Rectangle 7"/>
          <p:cNvSpPr>
            <a:spLocks noGrp="1" noChangeArrowheads="1"/>
          </p:cNvSpPr>
          <p:nvPr>
            <p:ph type="sldNum" sz="quarter" idx="12"/>
          </p:nvPr>
        </p:nvSpPr>
        <p:spPr>
          <a:ln/>
        </p:spPr>
        <p:txBody>
          <a:bodyPr/>
          <a:lstStyle>
            <a:lvl1pPr>
              <a:defRPr/>
            </a:lvl1pPr>
          </a:lstStyle>
          <a:p>
            <a:fld id="{154F35C9-36A1-4A10-9117-E13F505B6976}" type="slidenum">
              <a:rPr lang="en-US" altLang="en-US"/>
              <a:pPr/>
              <a:t>‹#›</a:t>
            </a:fld>
            <a:endParaRPr lang="en-US" altLang="en-US"/>
          </a:p>
        </p:txBody>
      </p:sp>
    </p:spTree>
    <p:extLst>
      <p:ext uri="{BB962C8B-B14F-4D97-AF65-F5344CB8AC3E}">
        <p14:creationId xmlns:p14="http://schemas.microsoft.com/office/powerpoint/2010/main" val="52192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fld id="{DC335BDB-E8BB-4C99-94BA-642F2917029E}" type="datetime1">
              <a:rPr lang="en-US"/>
              <a:pPr/>
              <a:t>23/12/2019</a:t>
            </a:fld>
            <a:endParaRPr lang="en-US" altLang="en-US"/>
          </a:p>
        </p:txBody>
      </p:sp>
      <p:sp>
        <p:nvSpPr>
          <p:cNvPr id="6" name="Rectangle 6"/>
          <p:cNvSpPr>
            <a:spLocks noGrp="1" noChangeArrowheads="1"/>
          </p:cNvSpPr>
          <p:nvPr>
            <p:ph type="ftr" sz="quarter" idx="11"/>
          </p:nvPr>
        </p:nvSpPr>
        <p:spPr>
          <a:ln/>
        </p:spPr>
        <p:txBody>
          <a:bodyPr/>
          <a:lstStyle>
            <a:lvl1pPr>
              <a:defRPr/>
            </a:lvl1pPr>
          </a:lstStyle>
          <a:p>
            <a:endParaRPr lang="en-US" altLang="en-US"/>
          </a:p>
        </p:txBody>
      </p:sp>
      <p:sp>
        <p:nvSpPr>
          <p:cNvPr id="7" name="Rectangle 7"/>
          <p:cNvSpPr>
            <a:spLocks noGrp="1" noChangeArrowheads="1"/>
          </p:cNvSpPr>
          <p:nvPr>
            <p:ph type="sldNum" sz="quarter" idx="12"/>
          </p:nvPr>
        </p:nvSpPr>
        <p:spPr>
          <a:ln/>
        </p:spPr>
        <p:txBody>
          <a:bodyPr/>
          <a:lstStyle>
            <a:lvl1pPr>
              <a:defRPr/>
            </a:lvl1pPr>
          </a:lstStyle>
          <a:p>
            <a:fld id="{C7B2F346-72CC-4AAE-81A5-22517BDB640E}" type="slidenum">
              <a:rPr lang="en-US" altLang="en-US"/>
              <a:pPr/>
              <a:t>‹#›</a:t>
            </a:fld>
            <a:endParaRPr lang="en-US" altLang="en-US"/>
          </a:p>
        </p:txBody>
      </p:sp>
    </p:spTree>
    <p:extLst>
      <p:ext uri="{BB962C8B-B14F-4D97-AF65-F5344CB8AC3E}">
        <p14:creationId xmlns:p14="http://schemas.microsoft.com/office/powerpoint/2010/main" val="1554937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fld id="{BC705C05-C940-48CD-8A24-4AB84885E052}" type="datetime1">
              <a:rPr lang="en-US"/>
              <a:pPr/>
              <a:t>23/12/2019</a:t>
            </a:fld>
            <a:endParaRPr lang="en-US" altLang="en-US"/>
          </a:p>
        </p:txBody>
      </p:sp>
      <p:sp>
        <p:nvSpPr>
          <p:cNvPr id="6" name="Rectangle 6"/>
          <p:cNvSpPr>
            <a:spLocks noGrp="1" noChangeArrowheads="1"/>
          </p:cNvSpPr>
          <p:nvPr>
            <p:ph type="ftr" sz="quarter" idx="11"/>
          </p:nvPr>
        </p:nvSpPr>
        <p:spPr>
          <a:ln/>
        </p:spPr>
        <p:txBody>
          <a:bodyPr/>
          <a:lstStyle>
            <a:lvl1pPr>
              <a:defRPr/>
            </a:lvl1pPr>
          </a:lstStyle>
          <a:p>
            <a:endParaRPr lang="en-US" altLang="en-US"/>
          </a:p>
        </p:txBody>
      </p:sp>
      <p:sp>
        <p:nvSpPr>
          <p:cNvPr id="7" name="Rectangle 7"/>
          <p:cNvSpPr>
            <a:spLocks noGrp="1" noChangeArrowheads="1"/>
          </p:cNvSpPr>
          <p:nvPr>
            <p:ph type="sldNum" sz="quarter" idx="12"/>
          </p:nvPr>
        </p:nvSpPr>
        <p:spPr>
          <a:ln/>
        </p:spPr>
        <p:txBody>
          <a:bodyPr/>
          <a:lstStyle>
            <a:lvl1pPr>
              <a:defRPr/>
            </a:lvl1pPr>
          </a:lstStyle>
          <a:p>
            <a:fld id="{70100BD6-7A61-4C2A-8664-A7595644B668}" type="slidenum">
              <a:rPr lang="en-US" altLang="en-US"/>
              <a:pPr/>
              <a:t>‹#›</a:t>
            </a:fld>
            <a:endParaRPr lang="en-US" altLang="en-US"/>
          </a:p>
        </p:txBody>
      </p:sp>
    </p:spTree>
    <p:extLst>
      <p:ext uri="{BB962C8B-B14F-4D97-AF65-F5344CB8AC3E}">
        <p14:creationId xmlns:p14="http://schemas.microsoft.com/office/powerpoint/2010/main" val="2599430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fld id="{2AA7D25A-AC73-469E-A3ED-13195D5D9A4E}" type="datetime1">
              <a:rPr lang="en-US"/>
              <a:pPr/>
              <a:t>23/12/2019</a:t>
            </a:fld>
            <a:endParaRPr lang="en-US" altLang="en-US"/>
          </a:p>
        </p:txBody>
      </p:sp>
      <p:sp>
        <p:nvSpPr>
          <p:cNvPr id="5" name="Rectangle 6"/>
          <p:cNvSpPr>
            <a:spLocks noGrp="1" noChangeArrowheads="1"/>
          </p:cNvSpPr>
          <p:nvPr>
            <p:ph type="ftr" sz="quarter" idx="11"/>
          </p:nvPr>
        </p:nvSpPr>
        <p:spPr>
          <a:ln/>
        </p:spPr>
        <p:txBody>
          <a:bodyPr/>
          <a:lstStyle>
            <a:lvl1pPr>
              <a:defRPr/>
            </a:lvl1pPr>
          </a:lstStyle>
          <a:p>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56078BD8-CB84-4357-85A7-066235B5A7DE}" type="slidenum">
              <a:rPr lang="en-US" altLang="en-US"/>
              <a:pPr/>
              <a:t>‹#›</a:t>
            </a:fld>
            <a:endParaRPr lang="en-US" altLang="en-US"/>
          </a:p>
        </p:txBody>
      </p:sp>
    </p:spTree>
    <p:extLst>
      <p:ext uri="{BB962C8B-B14F-4D97-AF65-F5344CB8AC3E}">
        <p14:creationId xmlns:p14="http://schemas.microsoft.com/office/powerpoint/2010/main" val="4160781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fld id="{7324E8D9-C034-4A78-9EAF-E15DFFD9656C}" type="datetime1">
              <a:rPr lang="en-US"/>
              <a:pPr/>
              <a:t>23/12/2019</a:t>
            </a:fld>
            <a:endParaRPr lang="en-US" altLang="en-US"/>
          </a:p>
        </p:txBody>
      </p:sp>
      <p:sp>
        <p:nvSpPr>
          <p:cNvPr id="5" name="Rectangle 6"/>
          <p:cNvSpPr>
            <a:spLocks noGrp="1" noChangeArrowheads="1"/>
          </p:cNvSpPr>
          <p:nvPr>
            <p:ph type="ftr" sz="quarter" idx="11"/>
          </p:nvPr>
        </p:nvSpPr>
        <p:spPr>
          <a:ln/>
        </p:spPr>
        <p:txBody>
          <a:bodyPr/>
          <a:lstStyle>
            <a:lvl1pPr>
              <a:defRPr/>
            </a:lvl1pPr>
          </a:lstStyle>
          <a:p>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0B842876-9FFF-49B9-A30F-1F6EAF129330}" type="slidenum">
              <a:rPr lang="en-US" altLang="en-US"/>
              <a:pPr/>
              <a:t>‹#›</a:t>
            </a:fld>
            <a:endParaRPr lang="en-US" altLang="en-US"/>
          </a:p>
        </p:txBody>
      </p:sp>
    </p:spTree>
    <p:extLst>
      <p:ext uri="{BB962C8B-B14F-4D97-AF65-F5344CB8AC3E}">
        <p14:creationId xmlns:p14="http://schemas.microsoft.com/office/powerpoint/2010/main" val="3038853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14693"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pitchFamily="34" charset="0"/>
              </a:defRPr>
            </a:lvl1pPr>
          </a:lstStyle>
          <a:p>
            <a:fld id="{B4EDE52C-CEC9-422E-BC62-312091A8E7C1}" type="datetime1">
              <a:rPr lang="en-US"/>
              <a:pPr/>
              <a:t>23/12/2019</a:t>
            </a:fld>
            <a:endParaRPr lang="en-US" altLang="en-US"/>
          </a:p>
        </p:txBody>
      </p:sp>
      <p:sp>
        <p:nvSpPr>
          <p:cNvPr id="114694"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pitchFamily="34" charset="0"/>
              </a:defRPr>
            </a:lvl1pPr>
          </a:lstStyle>
          <a:p>
            <a:endParaRPr lang="en-US" altLang="en-US"/>
          </a:p>
        </p:txBody>
      </p:sp>
      <p:sp>
        <p:nvSpPr>
          <p:cNvPr id="114695"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pitchFamily="34" charset="0"/>
              </a:defRPr>
            </a:lvl1pPr>
          </a:lstStyle>
          <a:p>
            <a:fld id="{03718FAB-3E51-4E86-8E60-408CFE93E877}"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en-US" altLang="en-US"/>
            </a:p>
          </p:txBody>
        </p:sp>
      </p:grpSp>
    </p:spTree>
  </p:cSld>
  <p:clrMap bg1="lt1" tx1="dk1" bg2="lt2" tx2="dk2" accent1="accent1" accent2="accent2" accent3="accent3" accent4="accent4" accent5="accent5" accent6="accent6" hlink="hlink" folHlink="folHlink"/>
  <p:sldLayoutIdLst>
    <p:sldLayoutId id="2147483881"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Lst>
  <p:timing>
    <p:tnLst>
      <p:par>
        <p:cTn id="1" dur="indefinite" restart="never" nodeType="tmRoot"/>
      </p:par>
    </p:tnLst>
  </p:timing>
  <p:hf hdr="0" ftr="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itchFamily="34" charset="0"/>
        </a:defRPr>
      </a:lvl2pPr>
      <a:lvl3pPr algn="l" rtl="0" eaLnBrk="0" fontAlgn="base" hangingPunct="0">
        <a:spcBef>
          <a:spcPct val="0"/>
        </a:spcBef>
        <a:spcAft>
          <a:spcPct val="0"/>
        </a:spcAft>
        <a:defRPr sz="3900" b="1">
          <a:solidFill>
            <a:schemeClr val="tx2"/>
          </a:solidFill>
          <a:latin typeface="Arial" pitchFamily="34" charset="0"/>
        </a:defRPr>
      </a:lvl3pPr>
      <a:lvl4pPr algn="l" rtl="0" eaLnBrk="0" fontAlgn="base" hangingPunct="0">
        <a:spcBef>
          <a:spcPct val="0"/>
        </a:spcBef>
        <a:spcAft>
          <a:spcPct val="0"/>
        </a:spcAft>
        <a:defRPr sz="3900" b="1">
          <a:solidFill>
            <a:schemeClr val="tx2"/>
          </a:solidFill>
          <a:latin typeface="Arial" pitchFamily="34" charset="0"/>
        </a:defRPr>
      </a:lvl4pPr>
      <a:lvl5pPr algn="l" rtl="0" eaLnBrk="0" fontAlgn="base" hangingPunct="0">
        <a:spcBef>
          <a:spcPct val="0"/>
        </a:spcBef>
        <a:spcAft>
          <a:spcPct val="0"/>
        </a:spcAft>
        <a:defRPr sz="3900" b="1">
          <a:solidFill>
            <a:schemeClr val="tx2"/>
          </a:solidFill>
          <a:latin typeface="Arial" pitchFamily="34" charset="0"/>
        </a:defRPr>
      </a:lvl5pPr>
      <a:lvl6pPr marL="457200" algn="l" rtl="0" fontAlgn="base">
        <a:spcBef>
          <a:spcPct val="0"/>
        </a:spcBef>
        <a:spcAft>
          <a:spcPct val="0"/>
        </a:spcAft>
        <a:defRPr sz="3900" b="1">
          <a:solidFill>
            <a:schemeClr val="tx2"/>
          </a:solidFill>
          <a:latin typeface="Arial" pitchFamily="34" charset="0"/>
        </a:defRPr>
      </a:lvl6pPr>
      <a:lvl7pPr marL="914400" algn="l" rtl="0" fontAlgn="base">
        <a:spcBef>
          <a:spcPct val="0"/>
        </a:spcBef>
        <a:spcAft>
          <a:spcPct val="0"/>
        </a:spcAft>
        <a:defRPr sz="3900" b="1">
          <a:solidFill>
            <a:schemeClr val="tx2"/>
          </a:solidFill>
          <a:latin typeface="Arial" pitchFamily="34" charset="0"/>
        </a:defRPr>
      </a:lvl7pPr>
      <a:lvl8pPr marL="1371600" algn="l" rtl="0" fontAlgn="base">
        <a:spcBef>
          <a:spcPct val="0"/>
        </a:spcBef>
        <a:spcAft>
          <a:spcPct val="0"/>
        </a:spcAft>
        <a:defRPr sz="3900" b="1">
          <a:solidFill>
            <a:schemeClr val="tx2"/>
          </a:solidFill>
          <a:latin typeface="Arial" pitchFamily="34" charset="0"/>
        </a:defRPr>
      </a:lvl8pPr>
      <a:lvl9pPr marL="1828800" algn="l" rtl="0" fontAlgn="base">
        <a:spcBef>
          <a:spcPct val="0"/>
        </a:spcBef>
        <a:spcAft>
          <a:spcPct val="0"/>
        </a:spcAft>
        <a:defRPr sz="3900" b="1">
          <a:solidFill>
            <a:schemeClr val="tx2"/>
          </a:solidFill>
          <a:latin typeface="Arial" pitchFamily="34"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9.png"/><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6.wmf"/><Relationship Id="rId10" Type="http://schemas.openxmlformats.org/officeDocument/2006/relationships/image" Target="../media/image10.jpeg"/><Relationship Id="rId4" Type="http://schemas.openxmlformats.org/officeDocument/2006/relationships/oleObject" Target="../embeddings/oleObject5.bin"/><Relationship Id="rId9" Type="http://schemas.openxmlformats.org/officeDocument/2006/relationships/image" Target="../media/image8.wmf"/></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5.wmf"/><Relationship Id="rId5" Type="http://schemas.openxmlformats.org/officeDocument/2006/relationships/oleObject" Target="../embeddings/oleObject9.bin"/><Relationship Id="rId4" Type="http://schemas.openxmlformats.org/officeDocument/2006/relationships/image" Target="../media/image1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24.emf"/><Relationship Id="rId7" Type="http://schemas.openxmlformats.org/officeDocument/2006/relationships/image" Target="../media/image22.wmf"/><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12.bin"/><Relationship Id="rId5" Type="http://schemas.openxmlformats.org/officeDocument/2006/relationships/image" Target="../media/image21.wmf"/><Relationship Id="rId4" Type="http://schemas.openxmlformats.org/officeDocument/2006/relationships/oleObject" Target="../embeddings/oleObject11.bin"/><Relationship Id="rId9" Type="http://schemas.openxmlformats.org/officeDocument/2006/relationships/image" Target="../media/image23.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5.emf"/></Relationships>
</file>

<file path=ppt/slides/_rels/slide1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28.wmf"/><Relationship Id="rId5" Type="http://schemas.openxmlformats.org/officeDocument/2006/relationships/oleObject" Target="../embeddings/oleObject16.bin"/><Relationship Id="rId4" Type="http://schemas.openxmlformats.org/officeDocument/2006/relationships/image" Target="../media/image27.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1.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3.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4.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35.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8.wmf"/><Relationship Id="rId5" Type="http://schemas.openxmlformats.org/officeDocument/2006/relationships/oleObject" Target="../embeddings/oleObject24.bin"/><Relationship Id="rId4" Type="http://schemas.openxmlformats.org/officeDocument/2006/relationships/image" Target="../media/image37.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9.emf"/></Relationships>
</file>

<file path=ppt/slides/_rels/slide34.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31.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44.wmf"/><Relationship Id="rId2" Type="http://schemas.openxmlformats.org/officeDocument/2006/relationships/slideLayout" Target="../slideLayouts/slideLayout2.xml"/><Relationship Id="rId16" Type="http://schemas.openxmlformats.org/officeDocument/2006/relationships/image" Target="../media/image46.wmf"/><Relationship Id="rId1" Type="http://schemas.openxmlformats.org/officeDocument/2006/relationships/vmlDrawing" Target="../drawings/vmlDrawing15.vml"/><Relationship Id="rId6" Type="http://schemas.openxmlformats.org/officeDocument/2006/relationships/image" Target="../media/image41.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29.bin"/><Relationship Id="rId14" Type="http://schemas.openxmlformats.org/officeDocument/2006/relationships/image" Target="../media/image45.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7.wmf"/><Relationship Id="rId5" Type="http://schemas.openxmlformats.org/officeDocument/2006/relationships/oleObject" Target="../embeddings/oleObject33.bin"/><Relationship Id="rId4" Type="http://schemas.openxmlformats.org/officeDocument/2006/relationships/image" Target="../media/image49.emf"/></Relationships>
</file>

<file path=ppt/slides/_rels/slide37.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39.bin"/><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54.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1.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37.bin"/><Relationship Id="rId14" Type="http://schemas.openxmlformats.org/officeDocument/2006/relationships/image" Target="../media/image55.wmf"/></Relationships>
</file>

<file path=ppt/slides/_rels/slide38.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45.bin"/><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60.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57.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43.bin"/><Relationship Id="rId14" Type="http://schemas.openxmlformats.org/officeDocument/2006/relationships/image" Target="../media/image61.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63.emf"/><Relationship Id="rId5" Type="http://schemas.openxmlformats.org/officeDocument/2006/relationships/oleObject" Target="../embeddings/oleObject47.bin"/><Relationship Id="rId4" Type="http://schemas.openxmlformats.org/officeDocument/2006/relationships/image" Target="../media/image62.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67.wmf"/><Relationship Id="rId5" Type="http://schemas.openxmlformats.org/officeDocument/2006/relationships/oleObject" Target="../embeddings/oleObject49.bin"/><Relationship Id="rId4" Type="http://schemas.openxmlformats.org/officeDocument/2006/relationships/image" Target="../media/image66.wmf"/></Relationships>
</file>

<file path=ppt/slides/_rels/slide4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73.wmf"/><Relationship Id="rId5" Type="http://schemas.openxmlformats.org/officeDocument/2006/relationships/oleObject" Target="../embeddings/oleObject52.bin"/><Relationship Id="rId4" Type="http://schemas.openxmlformats.org/officeDocument/2006/relationships/image" Target="../media/image72.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notesSlide" Target="../notesSlides/notesSlide1.xml"/><Relationship Id="rId7" Type="http://schemas.openxmlformats.org/officeDocument/2006/relationships/image" Target="../media/image74.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53.bin"/><Relationship Id="rId5" Type="http://schemas.openxmlformats.org/officeDocument/2006/relationships/image" Target="../media/image77.emf"/><Relationship Id="rId4" Type="http://schemas.openxmlformats.org/officeDocument/2006/relationships/image" Target="../media/image76.emf"/><Relationship Id="rId9" Type="http://schemas.openxmlformats.org/officeDocument/2006/relationships/image" Target="../media/image75.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79.wmf"/><Relationship Id="rId5" Type="http://schemas.openxmlformats.org/officeDocument/2006/relationships/oleObject" Target="../embeddings/oleObject56.bin"/><Relationship Id="rId4" Type="http://schemas.openxmlformats.org/officeDocument/2006/relationships/image" Target="../media/image78.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re 1"/>
          <p:cNvSpPr>
            <a:spLocks noGrp="1"/>
          </p:cNvSpPr>
          <p:nvPr>
            <p:ph type="ctrTitle"/>
          </p:nvPr>
        </p:nvSpPr>
        <p:spPr>
          <a:xfrm>
            <a:off x="-533400" y="3762375"/>
            <a:ext cx="9296400" cy="914400"/>
          </a:xfrm>
          <a:ln>
            <a:miter lim="800000"/>
            <a:headEnd/>
            <a:tailEnd/>
          </a:ln>
          <a:extLst>
            <a:ext uri="{FAA26D3D-D897-4be2-8F04-BA451C77F1D7}">
              <ma14:placeholderFlag xmlns="" xmlns:ma14="http://schemas.microsoft.com/office/mac/drawingml/2011/main" val="1"/>
            </a:ext>
          </a:extLst>
        </p:spPr>
        <p:txBody>
          <a:bodyPr>
            <a:noAutofit/>
          </a:bodyPr>
          <a:lstStyle/>
          <a:p>
            <a:pPr eaLnBrk="1" hangingPunct="1">
              <a:defRPr/>
            </a:pPr>
            <a:r>
              <a:rPr lang="fr-CA" sz="6000" smtClean="0">
                <a:solidFill>
                  <a:srgbClr val="C00000"/>
                </a:solidFill>
                <a:effectLst>
                  <a:reflection blurRad="6350" stA="55000" endA="300" endPos="45500" dir="5400000" sy="-100000" algn="bl" rotWithShape="0"/>
                </a:effectLst>
                <a:latin typeface="Times New Roman" pitchFamily="18" charset="0"/>
              </a:rPr>
              <a:t/>
            </a:r>
            <a:br>
              <a:rPr lang="fr-CA" sz="6000" smtClean="0">
                <a:solidFill>
                  <a:srgbClr val="C00000"/>
                </a:solidFill>
                <a:effectLst>
                  <a:reflection blurRad="6350" stA="55000" endA="300" endPos="45500" dir="5400000" sy="-100000" algn="bl" rotWithShape="0"/>
                </a:effectLst>
                <a:latin typeface="Times New Roman" pitchFamily="18" charset="0"/>
              </a:rPr>
            </a:br>
            <a:r>
              <a:rPr lang="fr-CA" sz="6000" smtClean="0">
                <a:solidFill>
                  <a:srgbClr val="C00000"/>
                </a:solidFill>
                <a:effectLst>
                  <a:reflection blurRad="6350" stA="55000" endA="300" endPos="45500" dir="5400000" sy="-100000" algn="bl" rotWithShape="0"/>
                </a:effectLst>
                <a:latin typeface="Times New Roman" pitchFamily="18" charset="0"/>
              </a:rPr>
              <a:t>Chương </a:t>
            </a:r>
            <a:r>
              <a:rPr lang="fr-CA" sz="6000" smtClean="0">
                <a:solidFill>
                  <a:srgbClr val="C00000"/>
                </a:solidFill>
                <a:effectLst>
                  <a:reflection blurRad="6350" stA="55000" endA="300" endPos="45500" dir="5400000" sy="-100000" algn="bl" rotWithShape="0"/>
                </a:effectLst>
                <a:latin typeface="Times New Roman" pitchFamily="18" charset="0"/>
              </a:rPr>
              <a:t>5: </a:t>
            </a:r>
            <a:r>
              <a:rPr lang="fr-CA" sz="6000" smtClean="0">
                <a:solidFill>
                  <a:srgbClr val="C00000"/>
                </a:solidFill>
                <a:effectLst>
                  <a:reflection blurRad="6350" stA="55000" endA="300" endPos="45500" dir="5400000" sy="-100000" algn="bl" rotWithShape="0"/>
                </a:effectLst>
                <a:latin typeface="Times New Roman" pitchFamily="18" charset="0"/>
              </a:rPr>
              <a:t/>
            </a:r>
            <a:br>
              <a:rPr lang="fr-CA" sz="6000" smtClean="0">
                <a:solidFill>
                  <a:srgbClr val="C00000"/>
                </a:solidFill>
                <a:effectLst>
                  <a:reflection blurRad="6350" stA="55000" endA="300" endPos="45500" dir="5400000" sy="-100000" algn="bl" rotWithShape="0"/>
                </a:effectLst>
                <a:latin typeface="Times New Roman" pitchFamily="18" charset="0"/>
              </a:rPr>
            </a:br>
            <a:r>
              <a:rPr lang="fr-CA" sz="6000" smtClean="0">
                <a:solidFill>
                  <a:srgbClr val="C00000"/>
                </a:solidFill>
                <a:effectLst>
                  <a:reflection blurRad="6350" stA="55000" endA="300" endPos="45500" dir="5400000" sy="-100000" algn="bl" rotWithShape="0"/>
                </a:effectLst>
                <a:latin typeface="Times New Roman" pitchFamily="18" charset="0"/>
              </a:rPr>
              <a:t>Điều chế và Giải điều chế</a:t>
            </a:r>
            <a:endParaRPr lang="fr-CA" sz="6000" dirty="0" smtClean="0">
              <a:solidFill>
                <a:srgbClr val="C00000"/>
              </a:solidFill>
              <a:latin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Grp="1" noChangeArrowheads="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050E2B8E-07CC-48E3-8F0E-DEBAC0BD86C7}" type="datetime1">
              <a:rPr lang="en-US">
                <a:latin typeface="Arial" pitchFamily="34" charset="0"/>
              </a:rPr>
              <a:pPr/>
              <a:t>23/12/2019</a:t>
            </a:fld>
            <a:endParaRPr lang="en-US" altLang="en-US">
              <a:latin typeface="Arial" pitchFamily="34" charset="0"/>
            </a:endParaRPr>
          </a:p>
        </p:txBody>
      </p:sp>
      <p:sp>
        <p:nvSpPr>
          <p:cNvPr id="14338" name="Rectangle 7"/>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FB1E16B3-48C2-4EEF-82E2-07AF2F3E4E29}" type="slidenum">
              <a:rPr lang="en-US" altLang="en-US" sz="1000"/>
              <a:pPr/>
              <a:t>2</a:t>
            </a:fld>
            <a:endParaRPr lang="en-US" altLang="en-US" sz="1000"/>
          </a:p>
        </p:txBody>
      </p:sp>
      <p:sp>
        <p:nvSpPr>
          <p:cNvPr id="14339" name="Rectangle 2"/>
          <p:cNvSpPr>
            <a:spLocks noGrp="1" noChangeArrowheads="1"/>
          </p:cNvSpPr>
          <p:nvPr>
            <p:ph type="ctrTitle"/>
          </p:nvPr>
        </p:nvSpPr>
        <p:spPr>
          <a:xfrm>
            <a:off x="-152400" y="762000"/>
            <a:ext cx="7696200" cy="1838325"/>
          </a:xfrm>
        </p:spPr>
        <p:txBody>
          <a:bodyPr/>
          <a:lstStyle/>
          <a:p>
            <a:pPr algn="ctr" eaLnBrk="1" hangingPunct="1"/>
            <a:r>
              <a:rPr lang="en-US" altLang="en-US" sz="4500" smtClean="0">
                <a:latin typeface="Constantia" pitchFamily="18" charset="0"/>
              </a:rPr>
              <a:t>Chương 6</a:t>
            </a:r>
            <a:br>
              <a:rPr lang="en-US" altLang="en-US" sz="4500" smtClean="0">
                <a:latin typeface="Constantia" pitchFamily="18" charset="0"/>
              </a:rPr>
            </a:br>
            <a:r>
              <a:rPr lang="en-US" altLang="en-US" sz="4500" smtClean="0">
                <a:latin typeface="Constantia" pitchFamily="18" charset="0"/>
              </a:rPr>
              <a:t>Điều chế và Giải điều chế</a:t>
            </a:r>
          </a:p>
        </p:txBody>
      </p:sp>
      <p:sp>
        <p:nvSpPr>
          <p:cNvPr id="14340" name="Rectangle 3"/>
          <p:cNvSpPr>
            <a:spLocks noGrp="1" noChangeArrowheads="1"/>
          </p:cNvSpPr>
          <p:nvPr>
            <p:ph type="subTitle" idx="1"/>
          </p:nvPr>
        </p:nvSpPr>
        <p:spPr>
          <a:xfrm>
            <a:off x="1143000" y="3886200"/>
            <a:ext cx="6019800" cy="2362200"/>
          </a:xfrm>
        </p:spPr>
        <p:txBody>
          <a:bodyPr/>
          <a:lstStyle/>
          <a:p>
            <a:pPr algn="ctr" eaLnBrk="1" hangingPunct="1">
              <a:buFont typeface="Wingdings" pitchFamily="2" charset="2"/>
              <a:buChar char="Ø"/>
            </a:pPr>
            <a:r>
              <a:rPr lang="en-US" altLang="en-US" sz="2800" smtClean="0">
                <a:latin typeface="Constantia" pitchFamily="18" charset="0"/>
              </a:rPr>
              <a:t>Tổng quan về thông tin vô tuyến </a:t>
            </a:r>
          </a:p>
          <a:p>
            <a:pPr algn="ctr" eaLnBrk="1" hangingPunct="1">
              <a:buFont typeface="Wingdings" pitchFamily="2" charset="2"/>
              <a:buChar char="Ø"/>
            </a:pPr>
            <a:r>
              <a:rPr lang="en-US" altLang="en-US" sz="2800" smtClean="0">
                <a:latin typeface="Constantia" pitchFamily="18" charset="0"/>
              </a:rPr>
              <a:t>Điều chế và giải điều chế tương tự (AM, FM,PM)</a:t>
            </a:r>
          </a:p>
          <a:p>
            <a:pPr algn="ctr" eaLnBrk="1" hangingPunct="1">
              <a:buFont typeface="Wingdings" pitchFamily="2" charset="2"/>
              <a:buChar char="Ø"/>
            </a:pPr>
            <a:r>
              <a:rPr lang="en-US" altLang="en-US" sz="2800">
                <a:latin typeface="Constantia" pitchFamily="18" charset="0"/>
              </a:rPr>
              <a:t> Điều chế và giải điều chế </a:t>
            </a:r>
            <a:r>
              <a:rPr lang="en-US" altLang="en-US" sz="2800" smtClean="0">
                <a:latin typeface="Constantia" pitchFamily="18" charset="0"/>
              </a:rPr>
              <a:t>số</a:t>
            </a:r>
          </a:p>
          <a:p>
            <a:pPr algn="ctr" eaLnBrk="1" hangingPunct="1"/>
            <a:r>
              <a:rPr lang="en-US" altLang="en-US" sz="2800" smtClean="0">
                <a:latin typeface="Constantia" pitchFamily="18" charset="0"/>
              </a:rPr>
              <a:t> </a:t>
            </a:r>
            <a:r>
              <a:rPr lang="en-US" altLang="en-US" sz="2800">
                <a:latin typeface="Constantia" pitchFamily="18" charset="0"/>
              </a:rPr>
              <a:t>(ASK, FSK, PSK, QPSK, </a:t>
            </a:r>
            <a:r>
              <a:rPr lang="en-US" altLang="en-US" sz="2800" smtClean="0">
                <a:latin typeface="Constantia" pitchFamily="18" charset="0"/>
              </a:rPr>
              <a:t>…)</a:t>
            </a:r>
          </a:p>
          <a:p>
            <a:pPr algn="l" eaLnBrk="1" hangingPunct="1"/>
            <a:endParaRPr lang="en-US" altLang="en-US" sz="2800" smtClean="0">
              <a:latin typeface="Constantia" pitchFamily="18" charset="0"/>
            </a:endParaRPr>
          </a:p>
        </p:txBody>
      </p:sp>
      <p:sp>
        <p:nvSpPr>
          <p:cNvPr id="7" name="Rectangle 2"/>
          <p:cNvSpPr txBox="1">
            <a:spLocks noChangeArrowheads="1"/>
          </p:cNvSpPr>
          <p:nvPr/>
        </p:nvSpPr>
        <p:spPr bwMode="auto">
          <a:xfrm>
            <a:off x="1981200" y="2971800"/>
            <a:ext cx="2906713" cy="771525"/>
          </a:xfrm>
          <a:prstGeom prst="rect">
            <a:avLst/>
          </a:prstGeom>
          <a:noFill/>
          <a:ln w="9525">
            <a:noFill/>
            <a:miter lim="800000"/>
            <a:headEnd/>
            <a:tailEnd/>
          </a:ln>
          <a:effectLst/>
        </p:spPr>
        <p:txBody>
          <a:bodyPr anchor="b"/>
          <a:lstStyle/>
          <a:p>
            <a:pPr algn="r" eaLnBrk="1" hangingPunct="1">
              <a:defRPr/>
            </a:pPr>
            <a:r>
              <a:rPr lang="en-US" sz="4000" b="1" i="1" kern="0" dirty="0" err="1">
                <a:solidFill>
                  <a:srgbClr val="FF0000"/>
                </a:solidFill>
                <a:latin typeface="Constantia" pitchFamily="18" charset="0"/>
                <a:ea typeface="+mj-ea"/>
                <a:cs typeface="+mj-cs"/>
              </a:rPr>
              <a:t>Nội</a:t>
            </a:r>
            <a:r>
              <a:rPr lang="en-US" sz="4000" b="1" i="1" kern="0" dirty="0">
                <a:solidFill>
                  <a:srgbClr val="FF0000"/>
                </a:solidFill>
                <a:latin typeface="Constantia" pitchFamily="18" charset="0"/>
                <a:ea typeface="+mj-ea"/>
                <a:cs typeface="+mj-cs"/>
              </a:rPr>
              <a:t> dung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BFFCEF94-16EB-4317-B142-A77433E9BFED}" type="datetime1">
              <a:rPr lang="en-US">
                <a:latin typeface="Arial" pitchFamily="34" charset="0"/>
              </a:rPr>
              <a:pPr/>
              <a:t>23/12/2019</a:t>
            </a:fld>
            <a:endParaRPr lang="en-US" altLang="en-US">
              <a:latin typeface="Arial" pitchFamily="34" charset="0"/>
            </a:endParaRPr>
          </a:p>
        </p:txBody>
      </p:sp>
      <p:sp>
        <p:nvSpPr>
          <p:cNvPr id="153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CA331C98-72D4-43ED-AB87-76AD615A763A}" type="slidenum">
              <a:rPr lang="en-US" altLang="en-US" sz="1000"/>
              <a:pPr/>
              <a:t>3</a:t>
            </a:fld>
            <a:endParaRPr lang="en-US" altLang="en-US" sz="1000"/>
          </a:p>
        </p:txBody>
      </p:sp>
      <p:sp>
        <p:nvSpPr>
          <p:cNvPr id="50178" name="Rectangle 2"/>
          <p:cNvSpPr>
            <a:spLocks noGrp="1" noChangeArrowheads="1"/>
          </p:cNvSpPr>
          <p:nvPr>
            <p:ph type="title"/>
          </p:nvPr>
        </p:nvSpPr>
        <p:spPr>
          <a:xfrm>
            <a:off x="457200" y="533400"/>
            <a:ext cx="7543800" cy="731838"/>
          </a:xfrm>
          <a:solidFill>
            <a:schemeClr val="tx2">
              <a:lumMod val="20000"/>
              <a:lumOff val="80000"/>
            </a:schemeClr>
          </a:solidFill>
        </p:spPr>
        <p:txBody>
          <a:bodyPr/>
          <a:lstStyle/>
          <a:p>
            <a:pPr algn="ctr" eaLnBrk="1" hangingPunct="1"/>
            <a:r>
              <a:rPr lang="en-US" sz="4000" smtClean="0">
                <a:latin typeface="Constantia" pitchFamily="18" charset="0"/>
              </a:rPr>
              <a:t>Khái niệm</a:t>
            </a:r>
          </a:p>
        </p:txBody>
      </p:sp>
      <p:sp>
        <p:nvSpPr>
          <p:cNvPr id="15364" name="Rectangle 3"/>
          <p:cNvSpPr>
            <a:spLocks noGrp="1" noChangeArrowheads="1"/>
          </p:cNvSpPr>
          <p:nvPr>
            <p:ph type="body" idx="1"/>
          </p:nvPr>
        </p:nvSpPr>
        <p:spPr>
          <a:xfrm>
            <a:off x="457200" y="1600200"/>
            <a:ext cx="8229600" cy="4953000"/>
          </a:xfrm>
        </p:spPr>
        <p:txBody>
          <a:bodyPr/>
          <a:lstStyle/>
          <a:p>
            <a:pPr eaLnBrk="1" hangingPunct="1"/>
            <a:r>
              <a:rPr lang="sv-SE" altLang="ja-JP" sz="2600" smtClean="0">
                <a:latin typeface=".VnTime" pitchFamily="34" charset="0"/>
                <a:ea typeface="ＭＳ Ｐゴシック" pitchFamily="34" charset="-128"/>
              </a:rPr>
              <a:t> </a:t>
            </a:r>
            <a:r>
              <a:rPr lang="sv-SE" altLang="ja-JP" sz="2000" i="1" smtClean="0">
                <a:solidFill>
                  <a:srgbClr val="FF0000"/>
                </a:solidFill>
                <a:latin typeface="Constantia" pitchFamily="18" charset="0"/>
                <a:ea typeface="ＭＳ Ｐゴシック" pitchFamily="34" charset="-128"/>
              </a:rPr>
              <a:t>Điều chế (Modulation)  </a:t>
            </a:r>
            <a:r>
              <a:rPr lang="sv-SE" altLang="ja-JP" sz="2000" smtClean="0">
                <a:latin typeface="Constantia" pitchFamily="18" charset="0"/>
                <a:ea typeface="ＭＳ Ｐゴシック" pitchFamily="34" charset="-128"/>
              </a:rPr>
              <a:t>là quá trình </a:t>
            </a:r>
            <a:r>
              <a:rPr lang="sv-SE" altLang="ja-JP" sz="2000" i="1" u="sng" smtClean="0">
                <a:solidFill>
                  <a:schemeClr val="tx2">
                    <a:lumMod val="60000"/>
                    <a:lumOff val="40000"/>
                  </a:schemeClr>
                </a:solidFill>
                <a:latin typeface="Constantia" pitchFamily="18" charset="0"/>
                <a:ea typeface="ＭＳ Ｐゴシック" pitchFamily="34" charset="-128"/>
              </a:rPr>
              <a:t>ghi tin tức vào dao động cao tần </a:t>
            </a:r>
            <a:r>
              <a:rPr lang="sv-SE" altLang="ja-JP" sz="2000" smtClean="0">
                <a:latin typeface="Constantia" pitchFamily="18" charset="0"/>
                <a:ea typeface="ＭＳ Ｐゴシック" pitchFamily="34" charset="-128"/>
              </a:rPr>
              <a:t>nhờ biến đổi một thông số nào đó: biên độ, tần số hay góc pha của dao động cao tần theo tin tức</a:t>
            </a:r>
          </a:p>
          <a:p>
            <a:pPr lvl="1" eaLnBrk="1" hangingPunct="1">
              <a:buClr>
                <a:srgbClr val="C00000"/>
              </a:buClr>
              <a:buSzPct val="100000"/>
              <a:buFont typeface="Courier New" pitchFamily="49" charset="0"/>
              <a:buChar char="o"/>
            </a:pPr>
            <a:r>
              <a:rPr lang="sv-SE" altLang="ja-JP" sz="2000" i="1" smtClean="0">
                <a:solidFill>
                  <a:srgbClr val="FF0000"/>
                </a:solidFill>
                <a:latin typeface="Constantia" pitchFamily="18" charset="0"/>
                <a:ea typeface="ＭＳ Ｐゴシック" pitchFamily="34" charset="-128"/>
              </a:rPr>
              <a:t>Tin tức</a:t>
            </a:r>
            <a:r>
              <a:rPr lang="sv-SE" altLang="ja-JP" sz="2000" smtClean="0">
                <a:latin typeface="Constantia" pitchFamily="18" charset="0"/>
                <a:ea typeface="ＭＳ Ｐゴシック" pitchFamily="34" charset="-128"/>
              </a:rPr>
              <a:t> được gọi là tín hiệu điều chế (tín hiệu Baseband)</a:t>
            </a:r>
          </a:p>
          <a:p>
            <a:pPr lvl="1" eaLnBrk="1" hangingPunct="1">
              <a:buClr>
                <a:srgbClr val="C00000"/>
              </a:buClr>
              <a:buSzPct val="100000"/>
              <a:buFont typeface="Courier New" pitchFamily="49" charset="0"/>
              <a:buChar char="o"/>
            </a:pPr>
            <a:r>
              <a:rPr lang="sv-SE" altLang="ja-JP" sz="2000" smtClean="0">
                <a:latin typeface="Constantia" pitchFamily="18" charset="0"/>
                <a:ea typeface="ＭＳ Ｐゴシック" pitchFamily="34" charset="-128"/>
              </a:rPr>
              <a:t> </a:t>
            </a:r>
            <a:r>
              <a:rPr lang="sv-SE" altLang="ja-JP" sz="2000" i="1" smtClean="0">
                <a:solidFill>
                  <a:srgbClr val="FF0000"/>
                </a:solidFill>
                <a:latin typeface="Constantia" pitchFamily="18" charset="0"/>
                <a:ea typeface="ＭＳ Ｐゴシック" pitchFamily="34" charset="-128"/>
              </a:rPr>
              <a:t>Dao động cao tần </a:t>
            </a:r>
            <a:r>
              <a:rPr lang="sv-SE" altLang="ja-JP" sz="2000" smtClean="0">
                <a:latin typeface="Constantia" pitchFamily="18" charset="0"/>
                <a:ea typeface="ＭＳ Ｐゴシック" pitchFamily="34" charset="-128"/>
              </a:rPr>
              <a:t>được gọi là tải tin hay tải tần (carrier)</a:t>
            </a:r>
          </a:p>
          <a:p>
            <a:pPr lvl="1" eaLnBrk="1" hangingPunct="1">
              <a:buClr>
                <a:srgbClr val="C00000"/>
              </a:buClr>
              <a:buSzPct val="100000"/>
              <a:buFont typeface="Courier New" pitchFamily="49" charset="0"/>
              <a:buChar char="o"/>
            </a:pPr>
            <a:r>
              <a:rPr lang="sv-SE" altLang="ja-JP" sz="2000" smtClean="0">
                <a:latin typeface="Constantia" pitchFamily="18" charset="0"/>
                <a:ea typeface="ＭＳ Ｐゴシック" pitchFamily="34" charset="-128"/>
              </a:rPr>
              <a:t> </a:t>
            </a:r>
            <a:r>
              <a:rPr lang="sv-SE" altLang="ja-JP" sz="2000" i="1" smtClean="0">
                <a:solidFill>
                  <a:srgbClr val="FF0000"/>
                </a:solidFill>
                <a:latin typeface="Constantia" pitchFamily="18" charset="0"/>
                <a:ea typeface="ＭＳ Ｐゴシック" pitchFamily="34" charset="-128"/>
              </a:rPr>
              <a:t>Dao động cao tần mang tin tức </a:t>
            </a:r>
            <a:r>
              <a:rPr lang="sv-SE" altLang="ja-JP" sz="2000" smtClean="0">
                <a:latin typeface="Constantia" pitchFamily="18" charset="0"/>
                <a:ea typeface="ＭＳ Ｐゴシック" pitchFamily="34" charset="-128"/>
              </a:rPr>
              <a:t>gọi là dao động cao tần đã được điều chế (modulated </a:t>
            </a:r>
          </a:p>
          <a:p>
            <a:pPr eaLnBrk="1" hangingPunct="1">
              <a:buClr>
                <a:srgbClr val="C00000"/>
              </a:buClr>
              <a:buSzPct val="100000"/>
            </a:pPr>
            <a:r>
              <a:rPr lang="sv-SE" altLang="ja-JP" sz="2000" smtClean="0">
                <a:latin typeface="Constantia" pitchFamily="18" charset="0"/>
                <a:ea typeface="ＭＳ Ｐゴシック" pitchFamily="34" charset="-128"/>
              </a:rPr>
              <a:t>Thông qua điều chế, </a:t>
            </a:r>
            <a:r>
              <a:rPr lang="sv-SE" altLang="ja-JP" sz="2000" b="1" u="sng" smtClean="0">
                <a:solidFill>
                  <a:srgbClr val="0033CC"/>
                </a:solidFill>
                <a:latin typeface="Constantia" pitchFamily="18" charset="0"/>
                <a:ea typeface="ＭＳ Ｐゴシック" pitchFamily="34" charset="-128"/>
              </a:rPr>
              <a:t>tin tức ở miền tần số thấp </a:t>
            </a:r>
            <a:r>
              <a:rPr lang="sv-SE" altLang="ja-JP" sz="2000" smtClean="0">
                <a:latin typeface="Constantia" pitchFamily="18" charset="0"/>
                <a:ea typeface="ＭＳ Ｐゴシック" pitchFamily="34" charset="-128"/>
              </a:rPr>
              <a:t>được </a:t>
            </a:r>
            <a:r>
              <a:rPr lang="sv-SE" altLang="ja-JP" sz="2000" b="1" u="sng" smtClean="0">
                <a:solidFill>
                  <a:srgbClr val="0033CC"/>
                </a:solidFill>
                <a:latin typeface="Constantia" pitchFamily="18" charset="0"/>
                <a:ea typeface="ＭＳ Ｐゴシック" pitchFamily="34" charset="-128"/>
              </a:rPr>
              <a:t>chuyển lên vùng tần số cao</a:t>
            </a:r>
            <a:r>
              <a:rPr lang="sv-SE" altLang="ja-JP" sz="2000" smtClean="0">
                <a:latin typeface="Constantia" pitchFamily="18" charset="0"/>
                <a:ea typeface="ＭＳ Ｐゴシック" pitchFamily="34" charset="-128"/>
              </a:rPr>
              <a:t> để bức xạ truyền đi xa</a:t>
            </a:r>
          </a:p>
          <a:p>
            <a:pPr eaLnBrk="1" hangingPunct="1">
              <a:buClr>
                <a:srgbClr val="C00000"/>
              </a:buClr>
              <a:buSzPct val="100000"/>
            </a:pPr>
            <a:r>
              <a:rPr lang="sv-SE" altLang="ja-JP" sz="2000" smtClean="0">
                <a:latin typeface="Constantia" pitchFamily="18" charset="0"/>
                <a:ea typeface="ＭＳ Ｐゴシック" pitchFamily="34" charset="-128"/>
              </a:rPr>
              <a:t>Tần số sóng mang cao tần: </a:t>
            </a:r>
            <a:r>
              <a:rPr lang="sv-SE" altLang="ja-JP" sz="2000" i="1" smtClean="0">
                <a:latin typeface="Constantia" pitchFamily="18" charset="0"/>
                <a:ea typeface="ＭＳ Ｐゴシック" pitchFamily="34" charset="-128"/>
              </a:rPr>
              <a:t>f</a:t>
            </a:r>
            <a:r>
              <a:rPr lang="sv-SE" altLang="ja-JP" sz="2000" i="1" baseline="-25000" smtClean="0">
                <a:latin typeface="Constantia" pitchFamily="18" charset="0"/>
                <a:ea typeface="ＭＳ Ｐゴシック" pitchFamily="34" charset="-128"/>
              </a:rPr>
              <a:t>C</a:t>
            </a:r>
            <a:r>
              <a:rPr lang="sv-SE" altLang="ja-JP" sz="2000" i="1" smtClean="0">
                <a:latin typeface="Constantia" pitchFamily="18" charset="0"/>
                <a:ea typeface="ＭＳ Ｐゴシック" pitchFamily="34" charset="-128"/>
              </a:rPr>
              <a:t> </a:t>
            </a:r>
            <a:r>
              <a:rPr lang="en-US" sz="2000" smtClean="0"/>
              <a:t>≥ (</a:t>
            </a:r>
            <a:r>
              <a:rPr lang="en-US" sz="2000" i="1" smtClean="0">
                <a:latin typeface="Constantia" pitchFamily="18" charset="0"/>
                <a:ea typeface="ＭＳ Ｐゴシック" pitchFamily="34" charset="-128"/>
              </a:rPr>
              <a:t>8</a:t>
            </a:r>
            <a:r>
              <a:rPr lang="en-US" sz="2000" smtClean="0">
                <a:latin typeface="Constantia" pitchFamily="18" charset="0"/>
                <a:ea typeface="ＭＳ Ｐゴシック" pitchFamily="34" charset="-128"/>
              </a:rPr>
              <a:t>÷</a:t>
            </a:r>
            <a:r>
              <a:rPr lang="en-US" sz="2000" i="1">
                <a:latin typeface="Constantia" pitchFamily="18" charset="0"/>
                <a:ea typeface="ＭＳ Ｐゴシック" pitchFamily="34" charset="-128"/>
              </a:rPr>
              <a:t>10</a:t>
            </a:r>
            <a:r>
              <a:rPr lang="en-US" sz="2000" smtClean="0">
                <a:latin typeface="Constantia" pitchFamily="18" charset="0"/>
                <a:ea typeface="ＭＳ Ｐゴシック" pitchFamily="34" charset="-128"/>
              </a:rPr>
              <a:t>)</a:t>
            </a:r>
            <a:r>
              <a:rPr lang="en-US" sz="2000" i="1" smtClean="0">
                <a:latin typeface="Constantia" pitchFamily="18" charset="0"/>
                <a:ea typeface="ＭＳ Ｐゴシック" pitchFamily="34" charset="-128"/>
              </a:rPr>
              <a:t>  f</a:t>
            </a:r>
            <a:r>
              <a:rPr lang="en-US" sz="2000" i="1" baseline="-25000" smtClean="0">
                <a:latin typeface="Constantia" pitchFamily="18" charset="0"/>
                <a:ea typeface="ＭＳ Ｐゴシック" pitchFamily="34" charset="-128"/>
              </a:rPr>
              <a:t>max </a:t>
            </a:r>
            <a:r>
              <a:rPr lang="en-US" sz="2000" i="1" smtClean="0">
                <a:latin typeface="Constantia" pitchFamily="18" charset="0"/>
                <a:ea typeface="ＭＳ Ｐゴシック" pitchFamily="34" charset="-128"/>
              </a:rPr>
              <a:t> (</a:t>
            </a:r>
            <a:r>
              <a:rPr lang="en-US" sz="2000" smtClean="0">
                <a:latin typeface="Constantia" pitchFamily="18" charset="0"/>
                <a:ea typeface="ＭＳ Ｐゴシック" pitchFamily="34" charset="-128"/>
              </a:rPr>
              <a:t>tần số lớn nhất của tín hiệu baseband)</a:t>
            </a:r>
            <a:endParaRPr lang="sv-SE" altLang="ja-JP" sz="2000" i="1">
              <a:latin typeface="Constantia" pitchFamily="18" charset="0"/>
              <a:ea typeface="ＭＳ Ｐゴシック" pitchFamily="34" charset="-128"/>
            </a:endParaRPr>
          </a:p>
          <a:p>
            <a:pPr marL="0" indent="0" eaLnBrk="1" hangingPunct="1">
              <a:buClr>
                <a:srgbClr val="C00000"/>
              </a:buClr>
              <a:buSzPct val="100000"/>
              <a:buNone/>
            </a:pPr>
            <a:endParaRPr lang="sv-SE" altLang="ja-JP" sz="2000" smtClean="0">
              <a:latin typeface="Constantia" pitchFamily="18" charset="0"/>
              <a:ea typeface="ＭＳ Ｐゴシック" pitchFamily="34" charset="-128"/>
            </a:endParaRPr>
          </a:p>
          <a:p>
            <a:pPr eaLnBrk="1" hangingPunct="1">
              <a:buClr>
                <a:srgbClr val="C00000"/>
              </a:buClr>
              <a:buSzPct val="100000"/>
            </a:pPr>
            <a:endParaRPr lang="sv-SE" altLang="ja-JP" sz="2000" smtClean="0">
              <a:latin typeface="Constantia" pitchFamily="18" charset="0"/>
              <a:ea typeface="ＭＳ Ｐゴシック" pitchFamily="34" charset="-128"/>
            </a:endParaRPr>
          </a:p>
          <a:p>
            <a:pPr eaLnBrk="1" hangingPunct="1">
              <a:lnSpc>
                <a:spcPct val="80000"/>
              </a:lnSpc>
              <a:buFont typeface="Wingdings" pitchFamily="2" charset="2"/>
              <a:buNone/>
            </a:pPr>
            <a:endParaRPr lang="sv-SE" altLang="ja-JP" sz="2600" smtClean="0">
              <a:latin typeface=".VnTime" pitchFamily="34" charset="0"/>
              <a:ea typeface="ＭＳ Ｐゴシック" pitchFamily="34" charset="-128"/>
            </a:endParaRPr>
          </a:p>
        </p:txBody>
      </p:sp>
    </p:spTree>
    <p:extLst>
      <p:ext uri="{BB962C8B-B14F-4D97-AF65-F5344CB8AC3E}">
        <p14:creationId xmlns:p14="http://schemas.microsoft.com/office/powerpoint/2010/main" val="35909075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altLang="en-US" sz="3000" b="0" cap="none" smtClean="0">
                <a:solidFill>
                  <a:schemeClr val="tx2">
                    <a:lumMod val="60000"/>
                    <a:lumOff val="40000"/>
                  </a:schemeClr>
                </a:solidFill>
                <a:latin typeface="Constantia" pitchFamily="18" charset="0"/>
              </a:rPr>
              <a:t>1. Điều chế biên độ (AM)</a:t>
            </a:r>
            <a:br>
              <a:rPr lang="en-US" altLang="en-US" sz="3000" b="0" cap="none" smtClean="0">
                <a:solidFill>
                  <a:schemeClr val="tx2">
                    <a:lumMod val="60000"/>
                    <a:lumOff val="40000"/>
                  </a:schemeClr>
                </a:solidFill>
                <a:latin typeface="Constantia" pitchFamily="18" charset="0"/>
              </a:rPr>
            </a:br>
            <a:r>
              <a:rPr lang="en-US" altLang="en-US" sz="3000" b="0" cap="none" smtClean="0">
                <a:solidFill>
                  <a:schemeClr val="tx2">
                    <a:lumMod val="60000"/>
                    <a:lumOff val="40000"/>
                  </a:schemeClr>
                </a:solidFill>
                <a:latin typeface="Constantia" pitchFamily="18" charset="0"/>
              </a:rPr>
              <a:t>2. Điều chế tần số </a:t>
            </a:r>
            <a:r>
              <a:rPr lang="en-US" altLang="en-US" sz="3000" b="0" cap="none">
                <a:solidFill>
                  <a:schemeClr val="tx2">
                    <a:lumMod val="60000"/>
                    <a:lumOff val="40000"/>
                  </a:schemeClr>
                </a:solidFill>
                <a:latin typeface="Constantia" pitchFamily="18" charset="0"/>
              </a:rPr>
              <a:t>(FM)</a:t>
            </a:r>
            <a:r>
              <a:rPr lang="en-US" altLang="en-US" sz="3000" b="0" cap="none" smtClean="0">
                <a:solidFill>
                  <a:schemeClr val="tx2">
                    <a:lumMod val="60000"/>
                    <a:lumOff val="40000"/>
                  </a:schemeClr>
                </a:solidFill>
                <a:latin typeface="Constantia" pitchFamily="18" charset="0"/>
              </a:rPr>
              <a:t/>
            </a:r>
            <a:br>
              <a:rPr lang="en-US" altLang="en-US" sz="3000" b="0" cap="none" smtClean="0">
                <a:solidFill>
                  <a:schemeClr val="tx2">
                    <a:lumMod val="60000"/>
                    <a:lumOff val="40000"/>
                  </a:schemeClr>
                </a:solidFill>
                <a:latin typeface="Constantia" pitchFamily="18" charset="0"/>
              </a:rPr>
            </a:br>
            <a:r>
              <a:rPr lang="en-US" altLang="en-US" sz="3000" b="0" cap="none" smtClean="0">
                <a:solidFill>
                  <a:schemeClr val="tx2">
                    <a:lumMod val="60000"/>
                    <a:lumOff val="40000"/>
                  </a:schemeClr>
                </a:solidFill>
                <a:latin typeface="Constantia" pitchFamily="18" charset="0"/>
              </a:rPr>
              <a:t>3. Điều chế pha (PM</a:t>
            </a:r>
            <a:endParaRPr lang="en-US" sz="3000" b="0" cap="none">
              <a:solidFill>
                <a:schemeClr val="tx2">
                  <a:lumMod val="60000"/>
                  <a:lumOff val="40000"/>
                </a:schemeClr>
              </a:solidFill>
            </a:endParaRPr>
          </a:p>
        </p:txBody>
      </p:sp>
      <p:sp>
        <p:nvSpPr>
          <p:cNvPr id="7" name="Text Placeholder 6"/>
          <p:cNvSpPr>
            <a:spLocks noGrp="1"/>
          </p:cNvSpPr>
          <p:nvPr>
            <p:ph type="body" idx="1"/>
          </p:nvPr>
        </p:nvSpPr>
        <p:spPr>
          <a:noFill/>
          <a:ln>
            <a:noFill/>
          </a:ln>
        </p:spPr>
        <p:txBody>
          <a:bodyPr vert="horz" wrap="square" lIns="91440" tIns="45720" rIns="91440" bIns="45720" numCol="1" anchor="t" anchorCtr="0" compatLnSpc="1">
            <a:prstTxWarp prst="textNoShape">
              <a:avLst/>
            </a:prstTxWarp>
          </a:bodyPr>
          <a:lstStyle/>
          <a:p>
            <a:pPr algn="ctr">
              <a:spcBef>
                <a:spcPct val="0"/>
              </a:spcBef>
            </a:pPr>
            <a:r>
              <a:rPr lang="en-US" altLang="en-US" sz="4000" b="1" cap="all">
                <a:solidFill>
                  <a:schemeClr val="tx2"/>
                </a:solidFill>
                <a:latin typeface="Constantia" pitchFamily="18" charset="0"/>
                <a:ea typeface="+mj-ea"/>
                <a:cs typeface="+mj-cs"/>
              </a:rPr>
              <a:t>Điều chế </a:t>
            </a:r>
            <a:r>
              <a:rPr lang="en-US" altLang="en-US" sz="4000" b="1" cap="all">
                <a:solidFill>
                  <a:schemeClr val="bg1">
                    <a:lumMod val="75000"/>
                  </a:schemeClr>
                </a:solidFill>
                <a:latin typeface="Constantia" pitchFamily="18" charset="0"/>
                <a:ea typeface="+mj-ea"/>
                <a:cs typeface="+mj-cs"/>
              </a:rPr>
              <a:t>và giải điều chế </a:t>
            </a:r>
            <a:r>
              <a:rPr lang="en-US" altLang="en-US" sz="4000" b="1" cap="all">
                <a:solidFill>
                  <a:schemeClr val="tx2"/>
                </a:solidFill>
                <a:latin typeface="Constantia" pitchFamily="18" charset="0"/>
                <a:ea typeface="+mj-ea"/>
                <a:cs typeface="+mj-cs"/>
              </a:rPr>
              <a:t>tương tự</a:t>
            </a:r>
            <a:endParaRPr lang="en-US" sz="4000" b="1" cap="all">
              <a:solidFill>
                <a:schemeClr val="tx2"/>
              </a:solidFill>
              <a:latin typeface="Constantia" pitchFamily="18" charset="0"/>
              <a:ea typeface="+mj-ea"/>
              <a:cs typeface="+mj-cs"/>
            </a:endParaRPr>
          </a:p>
        </p:txBody>
      </p:sp>
      <p:sp>
        <p:nvSpPr>
          <p:cNvPr id="4" name="Date Placeholder 3"/>
          <p:cNvSpPr>
            <a:spLocks noGrp="1"/>
          </p:cNvSpPr>
          <p:nvPr>
            <p:ph type="dt" sz="half" idx="10"/>
          </p:nvPr>
        </p:nvSpPr>
        <p:spPr/>
        <p:txBody>
          <a:bodyPr/>
          <a:lstStyle/>
          <a:p>
            <a:fld id="{290E8DD6-ECA1-4E29-B113-7756F38937D6}" type="datetime1">
              <a:rPr lang="en-US" smtClean="0"/>
              <a:pPr/>
              <a:t>23/12/2019</a:t>
            </a:fld>
            <a:endParaRPr lang="en-US" altLang="en-US"/>
          </a:p>
        </p:txBody>
      </p:sp>
      <p:sp>
        <p:nvSpPr>
          <p:cNvPr id="5" name="Slide Number Placeholder 4"/>
          <p:cNvSpPr>
            <a:spLocks noGrp="1"/>
          </p:cNvSpPr>
          <p:nvPr>
            <p:ph type="sldNum" sz="quarter" idx="12"/>
          </p:nvPr>
        </p:nvSpPr>
        <p:spPr/>
        <p:txBody>
          <a:bodyPr/>
          <a:lstStyle/>
          <a:p>
            <a:fld id="{CBB725D2-6C79-4374-99AE-CE27382E8696}" type="slidenum">
              <a:rPr lang="en-US" altLang="en-US" smtClean="0"/>
              <a:pPr/>
              <a:t>4</a:t>
            </a:fld>
            <a:endParaRPr lang="en-US" altLang="en-US"/>
          </a:p>
        </p:txBody>
      </p:sp>
    </p:spTree>
    <p:extLst>
      <p:ext uri="{BB962C8B-B14F-4D97-AF65-F5344CB8AC3E}">
        <p14:creationId xmlns:p14="http://schemas.microsoft.com/office/powerpoint/2010/main" val="28921929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291532AD-79CF-4FE5-A163-B4E71ADD82F9}" type="datetime1">
              <a:rPr lang="en-US">
                <a:latin typeface="Arial" pitchFamily="34" charset="0"/>
              </a:rPr>
              <a:pPr/>
              <a:t>23/12/2019</a:t>
            </a:fld>
            <a:endParaRPr lang="en-US" altLang="en-US">
              <a:latin typeface="Arial" pitchFamily="34" charset="0"/>
            </a:endParaRPr>
          </a:p>
        </p:txBody>
      </p:sp>
      <p:sp>
        <p:nvSpPr>
          <p:cNvPr id="16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F0C17BC1-7FF0-4932-B402-D05A9F0572C3}" type="slidenum">
              <a:rPr lang="en-US" altLang="en-US" sz="1000"/>
              <a:pPr/>
              <a:t>5</a:t>
            </a:fld>
            <a:endParaRPr lang="en-US" altLang="en-US" sz="1000"/>
          </a:p>
        </p:txBody>
      </p:sp>
      <p:sp>
        <p:nvSpPr>
          <p:cNvPr id="116738" name="Rectangle 2"/>
          <p:cNvSpPr>
            <a:spLocks noGrp="1" noChangeArrowheads="1"/>
          </p:cNvSpPr>
          <p:nvPr>
            <p:ph type="title"/>
          </p:nvPr>
        </p:nvSpPr>
        <p:spPr>
          <a:xfrm>
            <a:off x="457200" y="304800"/>
            <a:ext cx="7543800" cy="838200"/>
          </a:xfrm>
          <a:solidFill>
            <a:schemeClr val="tx2">
              <a:lumMod val="20000"/>
              <a:lumOff val="80000"/>
            </a:schemeClr>
          </a:solidFill>
        </p:spPr>
        <p:txBody>
          <a:bodyPr/>
          <a:lstStyle/>
          <a:p>
            <a:pPr marL="742950" indent="-742950" algn="ctr" eaLnBrk="1" hangingPunct="1"/>
            <a:r>
              <a:rPr lang="sv-SE" altLang="ja-JP" b="0" smtClean="0">
                <a:latin typeface="Constantia" pitchFamily="18" charset="0"/>
                <a:ea typeface="ＭＳ Ｐゴシック" pitchFamily="34" charset="-128"/>
              </a:rPr>
              <a:t>ĐIỀU CHẾ BIÊN </a:t>
            </a:r>
            <a:r>
              <a:rPr lang="vi-VN" altLang="ja-JP" b="0" smtClean="0">
                <a:latin typeface="Times New Roman" pitchFamily="18" charset="0"/>
                <a:ea typeface="ＭＳ Ｐゴシック" pitchFamily="34" charset="-128"/>
              </a:rPr>
              <a:t>Đ</a:t>
            </a:r>
            <a:r>
              <a:rPr lang="sv-SE" altLang="ja-JP" b="0" smtClean="0">
                <a:latin typeface="Constantia" pitchFamily="18" charset="0"/>
                <a:ea typeface="ＭＳ Ｐゴシック" pitchFamily="34" charset="-128"/>
              </a:rPr>
              <a:t>Ộ (AM)</a:t>
            </a:r>
            <a:endParaRPr lang="en-US" smtClean="0">
              <a:latin typeface="Constantia" pitchFamily="18" charset="0"/>
            </a:endParaRPr>
          </a:p>
        </p:txBody>
      </p:sp>
      <p:sp>
        <p:nvSpPr>
          <p:cNvPr id="16388" name="Rectangle 3"/>
          <p:cNvSpPr>
            <a:spLocks noGrp="1" noChangeArrowheads="1"/>
          </p:cNvSpPr>
          <p:nvPr>
            <p:ph type="body" idx="1"/>
          </p:nvPr>
        </p:nvSpPr>
        <p:spPr>
          <a:xfrm>
            <a:off x="457200" y="1295400"/>
            <a:ext cx="8229600" cy="4876800"/>
          </a:xfrm>
        </p:spPr>
        <p:txBody>
          <a:bodyPr/>
          <a:lstStyle/>
          <a:p>
            <a:pPr eaLnBrk="1" hangingPunct="1"/>
            <a:r>
              <a:rPr lang="sv-SE" altLang="ja-JP" sz="2400" i="1" smtClean="0">
                <a:latin typeface="Constantia" pitchFamily="18" charset="0"/>
                <a:ea typeface="ＭＳ Ｐゴシック" pitchFamily="34" charset="-128"/>
              </a:rPr>
              <a:t>Amplitude Modulation: điều</a:t>
            </a:r>
            <a:r>
              <a:rPr lang="sv-SE" altLang="ja-JP" sz="2400" smtClean="0">
                <a:latin typeface="Constantia" pitchFamily="18" charset="0"/>
                <a:ea typeface="ＭＳ Ｐゴシック" pitchFamily="34" charset="-128"/>
              </a:rPr>
              <a:t> biên là quá trình làm cho biên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ộ tải tin biến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ổi theo tin tức.</a:t>
            </a:r>
          </a:p>
          <a:p>
            <a:pPr eaLnBrk="1" hangingPunct="1"/>
            <a:r>
              <a:rPr lang="en-US" altLang="en-US" sz="2400" smtClean="0">
                <a:latin typeface="Constantia" pitchFamily="18" charset="0"/>
              </a:rPr>
              <a:t>Dạng sóng:</a:t>
            </a:r>
          </a:p>
        </p:txBody>
      </p:sp>
      <p:pic>
        <p:nvPicPr>
          <p:cNvPr id="16389" name="Picture 8" descr="Amplitude Modulation Pl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971800"/>
            <a:ext cx="5410200" cy="373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ular Callout 8"/>
          <p:cNvSpPr/>
          <p:nvPr/>
        </p:nvSpPr>
        <p:spPr>
          <a:xfrm>
            <a:off x="6553200" y="2057400"/>
            <a:ext cx="2057400" cy="762000"/>
          </a:xfrm>
          <a:prstGeom prst="wedgeRectCallout">
            <a:avLst>
              <a:gd name="adj1" fmla="val -85790"/>
              <a:gd name="adj2" fmla="val 106017"/>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800" dirty="0" err="1">
                <a:solidFill>
                  <a:schemeClr val="bg1"/>
                </a:solidFill>
                <a:latin typeface="Constantia" pitchFamily="18" charset="0"/>
              </a:rPr>
              <a:t>Sóng</a:t>
            </a:r>
            <a:r>
              <a:rPr lang="en-US" sz="2800" dirty="0">
                <a:solidFill>
                  <a:schemeClr val="bg1"/>
                </a:solidFill>
                <a:latin typeface="Constantia" pitchFamily="18" charset="0"/>
              </a:rPr>
              <a:t> </a:t>
            </a:r>
            <a:r>
              <a:rPr lang="en-US" sz="2800" dirty="0" err="1">
                <a:solidFill>
                  <a:schemeClr val="bg1"/>
                </a:solidFill>
                <a:latin typeface="Constantia" pitchFamily="18" charset="0"/>
              </a:rPr>
              <a:t>mang</a:t>
            </a:r>
            <a:endParaRPr lang="en-US" sz="2800" dirty="0">
              <a:solidFill>
                <a:schemeClr val="bg1"/>
              </a:solidFill>
              <a:latin typeface="Constantia" pitchFamily="18" charset="0"/>
            </a:endParaRPr>
          </a:p>
        </p:txBody>
      </p:sp>
      <p:sp>
        <p:nvSpPr>
          <p:cNvPr id="10" name="Rectangular Callout 9"/>
          <p:cNvSpPr/>
          <p:nvPr/>
        </p:nvSpPr>
        <p:spPr>
          <a:xfrm>
            <a:off x="6553200" y="3505200"/>
            <a:ext cx="2057400" cy="762000"/>
          </a:xfrm>
          <a:prstGeom prst="wedgeRectCallout">
            <a:avLst>
              <a:gd name="adj1" fmla="val -90186"/>
              <a:gd name="adj2" fmla="val 74369"/>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sz="2800">
                <a:solidFill>
                  <a:schemeClr val="bg1"/>
                </a:solidFill>
                <a:latin typeface="Constantia" pitchFamily="18" charset="0"/>
              </a:rPr>
              <a:t>Tín hiệu điều chế</a:t>
            </a:r>
          </a:p>
        </p:txBody>
      </p:sp>
      <p:sp>
        <p:nvSpPr>
          <p:cNvPr id="11" name="Rectangular Callout 10"/>
          <p:cNvSpPr/>
          <p:nvPr/>
        </p:nvSpPr>
        <p:spPr>
          <a:xfrm>
            <a:off x="6553200" y="4876800"/>
            <a:ext cx="2438400" cy="762000"/>
          </a:xfrm>
          <a:prstGeom prst="wedgeRectCallout">
            <a:avLst>
              <a:gd name="adj1" fmla="val -90186"/>
              <a:gd name="adj2" fmla="val 74369"/>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sz="2800">
                <a:solidFill>
                  <a:schemeClr val="bg1"/>
                </a:solidFill>
                <a:latin typeface="Constantia" pitchFamily="18" charset="0"/>
              </a:rPr>
              <a:t>Tín hiệu đã được điều chế</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576DF633-0F20-4539-A7E4-587FF5268404}" type="datetime1">
              <a:rPr lang="en-US">
                <a:latin typeface="Arial" pitchFamily="34" charset="0"/>
              </a:rPr>
              <a:pPr/>
              <a:t>23/12/2019</a:t>
            </a:fld>
            <a:endParaRPr lang="en-US" altLang="en-US">
              <a:latin typeface="Arial" pitchFamily="34" charset="0"/>
            </a:endParaRPr>
          </a:p>
        </p:txBody>
      </p:sp>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83516009-A6BC-4058-86D9-565B8DC174B6}" type="slidenum">
              <a:rPr lang="en-US" altLang="en-US" sz="1000"/>
              <a:pPr/>
              <a:t>6</a:t>
            </a:fld>
            <a:endParaRPr lang="en-US" altLang="en-US" sz="1000"/>
          </a:p>
        </p:txBody>
      </p:sp>
      <p:sp>
        <p:nvSpPr>
          <p:cNvPr id="17411" name="Rectangle 3"/>
          <p:cNvSpPr>
            <a:spLocks noGrp="1" noChangeArrowheads="1"/>
          </p:cNvSpPr>
          <p:nvPr>
            <p:ph type="body" idx="1"/>
          </p:nvPr>
        </p:nvSpPr>
        <p:spPr>
          <a:xfrm>
            <a:off x="381000" y="1219200"/>
            <a:ext cx="8534400" cy="5638800"/>
          </a:xfrm>
        </p:spPr>
        <p:txBody>
          <a:bodyPr/>
          <a:lstStyle/>
          <a:p>
            <a:pPr eaLnBrk="1" hangingPunct="1">
              <a:buFont typeface="Wingdings" pitchFamily="2" charset="2"/>
              <a:buChar char="Ø"/>
            </a:pPr>
            <a:r>
              <a:rPr lang="sv-SE" altLang="ja-JP" sz="2400" i="1" smtClean="0">
                <a:solidFill>
                  <a:srgbClr val="FF0000"/>
                </a:solidFill>
                <a:latin typeface="Constantia" pitchFamily="18" charset="0"/>
                <a:ea typeface="ＭＳ Ｐゴシック" pitchFamily="34" charset="-128"/>
              </a:rPr>
              <a:t> Phổ của tín hiệu điều biên</a:t>
            </a:r>
          </a:p>
          <a:p>
            <a:pPr eaLnBrk="1" hangingPunct="1"/>
            <a:r>
              <a:rPr lang="sv-SE" altLang="ja-JP" sz="2000" smtClean="0">
                <a:latin typeface="Constantia" pitchFamily="18" charset="0"/>
                <a:ea typeface="ＭＳ Ｐゴシック" pitchFamily="34" charset="-128"/>
              </a:rPr>
              <a:t>Giả thiết tin tức u</a:t>
            </a:r>
            <a:r>
              <a:rPr lang="sv-SE" altLang="ja-JP" sz="2000" baseline="-25000" smtClean="0">
                <a:latin typeface="Constantia" pitchFamily="18" charset="0"/>
                <a:ea typeface="ＭＳ Ｐゴシック" pitchFamily="34" charset="-128"/>
              </a:rPr>
              <a:t>S </a:t>
            </a:r>
            <a:r>
              <a:rPr lang="sv-SE" altLang="ja-JP" sz="2000" smtClean="0">
                <a:latin typeface="Constantia" pitchFamily="18" charset="0"/>
                <a:ea typeface="ＭＳ Ｐゴシック" pitchFamily="34" charset="-128"/>
              </a:rPr>
              <a:t>và tải tin u</a:t>
            </a:r>
            <a:r>
              <a:rPr lang="sv-SE" altLang="ja-JP" sz="2000" baseline="-25000" smtClean="0">
                <a:latin typeface="Constantia" pitchFamily="18" charset="0"/>
                <a:ea typeface="ＭＳ Ｐゴシック" pitchFamily="34" charset="-128"/>
              </a:rPr>
              <a:t>t</a:t>
            </a:r>
            <a:r>
              <a:rPr lang="sv-SE" altLang="ja-JP" sz="2000" smtClean="0">
                <a:latin typeface="Constantia" pitchFamily="18" charset="0"/>
                <a:ea typeface="ＭＳ Ｐゴシック" pitchFamily="34" charset="-128"/>
              </a:rPr>
              <a:t>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ều là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hoà</a:t>
            </a:r>
          </a:p>
          <a:p>
            <a:pPr eaLnBrk="1" hangingPunct="1"/>
            <a:endParaRPr lang="sv-SE" altLang="ja-JP" sz="2000" smtClean="0">
              <a:latin typeface="Constantia" pitchFamily="18" charset="0"/>
              <a:ea typeface="ＭＳ Ｐゴシック" pitchFamily="34" charset="-128"/>
            </a:endParaRPr>
          </a:p>
          <a:p>
            <a:pPr eaLnBrk="1" hangingPunct="1">
              <a:buFont typeface="Wingdings" pitchFamily="2" charset="2"/>
              <a:buNone/>
            </a:pPr>
            <a:endParaRPr lang="sv-SE" altLang="ja-JP" sz="2000" smtClean="0">
              <a:latin typeface="Constantia" pitchFamily="18" charset="0"/>
              <a:ea typeface="ＭＳ Ｐゴシック" pitchFamily="34" charset="-128"/>
            </a:endParaRPr>
          </a:p>
          <a:p>
            <a:pPr eaLnBrk="1" hangingPunct="1"/>
            <a:endParaRPr lang="sv-SE" altLang="ja-JP" sz="2000" smtClean="0">
              <a:latin typeface="Constantia" pitchFamily="18" charset="0"/>
              <a:ea typeface="ＭＳ Ｐゴシック" pitchFamily="34" charset="-128"/>
            </a:endParaRPr>
          </a:p>
          <a:p>
            <a:pPr eaLnBrk="1" hangingPunct="1"/>
            <a:r>
              <a:rPr lang="sv-SE" altLang="ja-JP" sz="2000" smtClean="0">
                <a:latin typeface="Constantia" pitchFamily="18" charset="0"/>
                <a:ea typeface="ＭＳ Ｐゴシック" pitchFamily="34" charset="-128"/>
              </a:rPr>
              <a:t>Tần số tin tức biến thiên từ </a:t>
            </a:r>
            <a:r>
              <a:rPr lang="sv-SE" altLang="ja-JP" sz="2000" smtClean="0">
                <a:latin typeface="Constantia" pitchFamily="18" charset="0"/>
                <a:ea typeface="ＭＳ Ｐゴシック" pitchFamily="34" charset="-128"/>
                <a:sym typeface="Symbol" pitchFamily="18" charset="2"/>
              </a:rPr>
              <a:t></a:t>
            </a:r>
            <a:r>
              <a:rPr lang="sv-SE" altLang="ja-JP" sz="2000" baseline="-25000" smtClean="0">
                <a:latin typeface="Constantia" pitchFamily="18" charset="0"/>
                <a:ea typeface="ＭＳ Ｐゴシック" pitchFamily="34" charset="-128"/>
                <a:sym typeface="Symbol" pitchFamily="18" charset="2"/>
              </a:rPr>
              <a:t>s</a:t>
            </a:r>
            <a:r>
              <a:rPr lang="sv-SE" altLang="ja-JP" sz="2000" baseline="-25000" smtClean="0">
                <a:latin typeface="Constantia" pitchFamily="18" charset="0"/>
                <a:ea typeface="ＭＳ Ｐゴシック" pitchFamily="34" charset="-128"/>
              </a:rPr>
              <a:t>min</a:t>
            </a:r>
            <a:r>
              <a:rPr lang="sv-SE" altLang="ja-JP" sz="2000" smtClean="0">
                <a:latin typeface="Constantia" pitchFamily="18" charset="0"/>
                <a:ea typeface="ＭＳ Ｐゴシック" pitchFamily="34" charset="-128"/>
              </a:rPr>
              <a:t> </a:t>
            </a:r>
            <a:r>
              <a:rPr lang="sv-SE" altLang="ja-JP" sz="2000" smtClean="0">
                <a:latin typeface="Constantia" pitchFamily="18" charset="0"/>
                <a:ea typeface="ＭＳ Ｐゴシック" pitchFamily="34" charset="-128"/>
                <a:sym typeface="Symbol" pitchFamily="18" charset="2"/>
              </a:rPr>
              <a:t></a:t>
            </a:r>
            <a:r>
              <a:rPr lang="sv-SE" altLang="ja-JP" sz="2000" smtClean="0">
                <a:latin typeface="Constantia" pitchFamily="18" charset="0"/>
                <a:ea typeface="ＭＳ Ｐゴシック" pitchFamily="34" charset="-128"/>
              </a:rPr>
              <a:t> </a:t>
            </a:r>
            <a:r>
              <a:rPr lang="sv-SE" altLang="ja-JP" sz="2000" smtClean="0">
                <a:latin typeface="Constantia" pitchFamily="18" charset="0"/>
                <a:ea typeface="ＭＳ Ｐゴシック" pitchFamily="34" charset="-128"/>
                <a:sym typeface="Symbol" pitchFamily="18" charset="2"/>
              </a:rPr>
              <a:t></a:t>
            </a:r>
            <a:r>
              <a:rPr lang="sv-SE" altLang="ja-JP" sz="2000" smtClean="0">
                <a:latin typeface="Constantia" pitchFamily="18" charset="0"/>
                <a:ea typeface="ＭＳ Ｐゴシック" pitchFamily="34" charset="-128"/>
              </a:rPr>
              <a:t> </a:t>
            </a:r>
            <a:r>
              <a:rPr lang="sv-SE" altLang="ja-JP" sz="2000" baseline="-25000" smtClean="0">
                <a:latin typeface="Constantia" pitchFamily="18" charset="0"/>
                <a:ea typeface="ＭＳ Ｐゴシック" pitchFamily="34" charset="-128"/>
              </a:rPr>
              <a:t>smax</a:t>
            </a:r>
          </a:p>
          <a:p>
            <a:pPr eaLnBrk="1" hangingPunct="1"/>
            <a:r>
              <a:rPr lang="sv-SE" altLang="ja-JP" sz="2000" smtClean="0">
                <a:latin typeface="Constantia" pitchFamily="18" charset="0"/>
                <a:ea typeface="ＭＳ Ｐゴシック" pitchFamily="34" charset="-128"/>
              </a:rPr>
              <a:t>Biểu thức của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a:t>
            </a:r>
          </a:p>
          <a:p>
            <a:pPr eaLnBrk="1" hangingPunct="1"/>
            <a:endParaRPr lang="sv-SE" altLang="ja-JP" sz="2000" smtClean="0">
              <a:latin typeface="Constantia" pitchFamily="18" charset="0"/>
              <a:ea typeface="ＭＳ Ｐゴシック" pitchFamily="34" charset="-128"/>
            </a:endParaRPr>
          </a:p>
          <a:p>
            <a:pPr eaLnBrk="1" hangingPunct="1"/>
            <a:endParaRPr lang="sv-SE" altLang="ja-JP" sz="2000" smtClean="0">
              <a:latin typeface="Constantia" pitchFamily="18" charset="0"/>
              <a:ea typeface="ＭＳ Ｐゴシック" pitchFamily="34" charset="-128"/>
            </a:endParaRPr>
          </a:p>
          <a:p>
            <a:pPr eaLnBrk="1" hangingPunct="1">
              <a:buFont typeface="Wingdings" pitchFamily="2" charset="2"/>
              <a:buNone/>
            </a:pPr>
            <a:endParaRPr lang="sv-SE" altLang="ja-JP" sz="2000" smtClean="0">
              <a:latin typeface="Constantia" pitchFamily="18" charset="0"/>
              <a:ea typeface="ＭＳ Ｐゴシック" pitchFamily="34" charset="-128"/>
            </a:endParaRPr>
          </a:p>
          <a:p>
            <a:pPr eaLnBrk="1" hangingPunct="1"/>
            <a:endParaRPr lang="sv-SE" altLang="ja-JP" sz="2000" smtClean="0">
              <a:latin typeface="Constantia" pitchFamily="18" charset="0"/>
              <a:ea typeface="ＭＳ Ｐゴシック" pitchFamily="34" charset="-128"/>
            </a:endParaRPr>
          </a:p>
          <a:p>
            <a:pPr eaLnBrk="1" hangingPunct="1"/>
            <a:r>
              <a:rPr lang="sv-SE" altLang="ja-JP" sz="2000" smtClean="0">
                <a:latin typeface="Constantia" pitchFamily="18" charset="0"/>
                <a:ea typeface="ＭＳ Ｐゴシック" pitchFamily="34" charset="-128"/>
              </a:rPr>
              <a:t>Hệ số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chế phải thoả mãn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kiện  m </a:t>
            </a:r>
            <a:r>
              <a:rPr lang="sv-SE" altLang="ja-JP" sz="2000" smtClean="0">
                <a:latin typeface="Constantia" pitchFamily="18" charset="0"/>
                <a:ea typeface="ＭＳ Ｐゴシック" pitchFamily="34" charset="-128"/>
                <a:sym typeface="Symbol" pitchFamily="18" charset="2"/>
              </a:rPr>
              <a:t></a:t>
            </a:r>
            <a:r>
              <a:rPr lang="sv-SE" altLang="ja-JP" sz="2000" smtClean="0">
                <a:latin typeface="Constantia" pitchFamily="18" charset="0"/>
                <a:ea typeface="ＭＳ Ｐゴシック" pitchFamily="34" charset="-128"/>
              </a:rPr>
              <a:t> 1 nếu không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sẽ bị méo.</a:t>
            </a:r>
          </a:p>
          <a:p>
            <a:pPr eaLnBrk="1" hangingPunct="1"/>
            <a:r>
              <a:rPr lang="sv-SE" altLang="ja-JP" sz="2000" smtClean="0">
                <a:latin typeface="Constantia" pitchFamily="18" charset="0"/>
                <a:ea typeface="ＭＳ Ｐゴシック" pitchFamily="34" charset="-128"/>
              </a:rPr>
              <a:t>Biến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ổi công thức trên </a:t>
            </a:r>
            <a:r>
              <a:rPr lang="vi-VN" altLang="ja-JP" sz="2000" smtClean="0">
                <a:latin typeface="Times New Roman" pitchFamily="18" charset="0"/>
                <a:ea typeface="ＭＳ Ｐゴシック" pitchFamily="34" charset="-128"/>
              </a:rPr>
              <a:t>đư</a:t>
            </a:r>
            <a:r>
              <a:rPr lang="sv-SE" altLang="ja-JP" sz="2000" smtClean="0">
                <a:latin typeface="Constantia" pitchFamily="18" charset="0"/>
                <a:ea typeface="ＭＳ Ｐゴシック" pitchFamily="34" charset="-128"/>
              </a:rPr>
              <a:t>ợc:</a:t>
            </a:r>
            <a:endParaRPr lang="en-US" altLang="en-US" sz="2000" smtClean="0">
              <a:latin typeface="Constantia" pitchFamily="18" charset="0"/>
            </a:endParaRPr>
          </a:p>
        </p:txBody>
      </p:sp>
      <p:sp>
        <p:nvSpPr>
          <p:cNvPr id="1741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17413" name="Object 4"/>
          <p:cNvGraphicFramePr>
            <a:graphicFrameLocks noChangeAspect="1"/>
          </p:cNvGraphicFramePr>
          <p:nvPr/>
        </p:nvGraphicFramePr>
        <p:xfrm>
          <a:off x="3429000" y="2209800"/>
          <a:ext cx="1676400" cy="731838"/>
        </p:xfrm>
        <a:graphic>
          <a:graphicData uri="http://schemas.openxmlformats.org/presentationml/2006/ole">
            <mc:AlternateContent xmlns:mc="http://schemas.openxmlformats.org/markup-compatibility/2006">
              <mc:Choice xmlns:v="urn:schemas-microsoft-com:vml" Requires="v">
                <p:oleObj spid="_x0000_s17514" name="Equation" r:id="rId3" imgW="1143000" imgH="508000" progId="Equation.3">
                  <p:embed/>
                </p:oleObj>
              </mc:Choice>
              <mc:Fallback>
                <p:oleObj name="Equation" r:id="rId3" imgW="1143000" imgH="508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2209800"/>
                        <a:ext cx="1676400" cy="731838"/>
                      </a:xfrm>
                      <a:prstGeom prst="rect">
                        <a:avLst/>
                      </a:prstGeom>
                      <a:noFill/>
                      <a:ln w="19050">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4" name="Rectangle 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17415" name="Object 6"/>
          <p:cNvGraphicFramePr>
            <a:graphicFrameLocks noChangeAspect="1"/>
          </p:cNvGraphicFramePr>
          <p:nvPr/>
        </p:nvGraphicFramePr>
        <p:xfrm>
          <a:off x="762000" y="3962400"/>
          <a:ext cx="5159375" cy="365125"/>
        </p:xfrm>
        <a:graphic>
          <a:graphicData uri="http://schemas.openxmlformats.org/presentationml/2006/ole">
            <mc:AlternateContent xmlns:mc="http://schemas.openxmlformats.org/markup-compatibility/2006">
              <mc:Choice xmlns:v="urn:schemas-microsoft-com:vml" Requires="v">
                <p:oleObj spid="_x0000_s17515" name="Equation" r:id="rId5" imgW="3632200" imgH="254000" progId="Equation.3">
                  <p:embed/>
                </p:oleObj>
              </mc:Choice>
              <mc:Fallback>
                <p:oleObj name="Equation" r:id="rId5" imgW="3632200" imgH="2540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3962400"/>
                        <a:ext cx="5159375" cy="365125"/>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7416" name="Group 11"/>
          <p:cNvGrpSpPr>
            <a:grpSpLocks/>
          </p:cNvGrpSpPr>
          <p:nvPr/>
        </p:nvGrpSpPr>
        <p:grpSpPr bwMode="auto">
          <a:xfrm>
            <a:off x="1371600" y="4572000"/>
            <a:ext cx="2884488" cy="639763"/>
            <a:chOff x="1001" y="2453"/>
            <a:chExt cx="1621" cy="403"/>
          </a:xfrm>
        </p:grpSpPr>
        <p:graphicFrame>
          <p:nvGraphicFramePr>
            <p:cNvPr id="17420" name="Object 8"/>
            <p:cNvGraphicFramePr>
              <a:graphicFrameLocks noChangeAspect="1"/>
            </p:cNvGraphicFramePr>
            <p:nvPr/>
          </p:nvGraphicFramePr>
          <p:xfrm>
            <a:off x="1001" y="2453"/>
            <a:ext cx="443" cy="403"/>
          </p:xfrm>
          <a:graphic>
            <a:graphicData uri="http://schemas.openxmlformats.org/presentationml/2006/ole">
              <mc:AlternateContent xmlns:mc="http://schemas.openxmlformats.org/markup-compatibility/2006">
                <mc:Choice xmlns:v="urn:schemas-microsoft-com:vml" Requires="v">
                  <p:oleObj spid="_x0000_s17516" name="Equation" r:id="rId7" imgW="533169" imgH="482391" progId="Equation.3">
                    <p:embed/>
                  </p:oleObj>
                </mc:Choice>
                <mc:Fallback>
                  <p:oleObj name="Equation" r:id="rId7" imgW="533169" imgH="482391"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1" y="2453"/>
                          <a:ext cx="4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1" name="Rectangle 10"/>
            <p:cNvSpPr>
              <a:spLocks noChangeArrowheads="1"/>
            </p:cNvSpPr>
            <p:nvPr/>
          </p:nvSpPr>
          <p:spPr bwMode="auto">
            <a:xfrm>
              <a:off x="1440" y="2514"/>
              <a:ext cx="11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r>
                <a:rPr lang="sv-SE" altLang="ja-JP" sz="2000">
                  <a:ea typeface="MS Mincho" pitchFamily="49" charset="-128"/>
                  <a:cs typeface="Times New Roman" pitchFamily="18" charset="0"/>
                </a:rPr>
                <a:t>- </a:t>
              </a:r>
              <a:r>
                <a:rPr lang="sv-SE" altLang="ja-JP" sz="2000">
                  <a:latin typeface="Constantia" pitchFamily="18" charset="0"/>
                  <a:ea typeface="MS Mincho" pitchFamily="49" charset="-128"/>
                  <a:cs typeface="Times New Roman" pitchFamily="18" charset="0"/>
                </a:rPr>
                <a:t>là hệ số </a:t>
              </a:r>
              <a:r>
                <a:rPr lang="vi-VN" altLang="ja-JP" sz="2000">
                  <a:ea typeface="MS Mincho" pitchFamily="49" charset="-128"/>
                  <a:cs typeface="Times New Roman" pitchFamily="18" charset="0"/>
                </a:rPr>
                <a:t>đ</a:t>
              </a:r>
              <a:r>
                <a:rPr lang="sv-SE" altLang="ja-JP" sz="2000">
                  <a:latin typeface="Constantia" pitchFamily="18" charset="0"/>
                  <a:ea typeface="MS Mincho" pitchFamily="49" charset="-128"/>
                  <a:cs typeface="Times New Roman" pitchFamily="18" charset="0"/>
                </a:rPr>
                <a:t>iều chế</a:t>
              </a:r>
            </a:p>
          </p:txBody>
        </p:sp>
      </p:grpSp>
      <p:sp>
        <p:nvSpPr>
          <p:cNvPr id="17417" name="Rectangle 13"/>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17418" name="Object 12"/>
          <p:cNvGraphicFramePr>
            <a:graphicFrameLocks noChangeAspect="1"/>
          </p:cNvGraphicFramePr>
          <p:nvPr/>
        </p:nvGraphicFramePr>
        <p:xfrm>
          <a:off x="4056063" y="5916613"/>
          <a:ext cx="4724400" cy="544512"/>
        </p:xfrm>
        <a:graphic>
          <a:graphicData uri="http://schemas.openxmlformats.org/presentationml/2006/ole">
            <mc:AlternateContent xmlns:mc="http://schemas.openxmlformats.org/markup-compatibility/2006">
              <mc:Choice xmlns:v="urn:schemas-microsoft-com:vml" Requires="v">
                <p:oleObj spid="_x0000_s17517" name="Equation" r:id="rId9" imgW="3721100" imgH="431800" progId="Equation.3">
                  <p:embed/>
                </p:oleObj>
              </mc:Choice>
              <mc:Fallback>
                <p:oleObj name="Equation" r:id="rId9" imgW="3721100" imgH="4318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56063" y="5916613"/>
                        <a:ext cx="4724400" cy="544512"/>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 name="Rectangle 2"/>
          <p:cNvSpPr txBox="1">
            <a:spLocks noChangeArrowheads="1"/>
          </p:cNvSpPr>
          <p:nvPr/>
        </p:nvSpPr>
        <p:spPr bwMode="auto">
          <a:xfrm>
            <a:off x="457200" y="228600"/>
            <a:ext cx="7543800" cy="838200"/>
          </a:xfrm>
          <a:prstGeom prst="rect">
            <a:avLst/>
          </a:prstGeom>
          <a:solidFill>
            <a:schemeClr val="tx2">
              <a:lumMod val="20000"/>
              <a:lumOff val="80000"/>
            </a:schemeClr>
          </a:solidFill>
          <a:ln w="9525">
            <a:noFill/>
            <a:miter lim="800000"/>
            <a:headEnd/>
            <a:tailEnd/>
          </a:ln>
        </p:spPr>
        <p:txBody>
          <a:bodyPr anchor="b"/>
          <a:lstStyle>
            <a:lvl1pPr marL="742950" indent="-742950">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eaLnBrk="1" hangingPunct="1"/>
            <a:r>
              <a:rPr lang="sv-SE" altLang="ja-JP" sz="3900">
                <a:solidFill>
                  <a:schemeClr val="tx2"/>
                </a:solidFill>
                <a:latin typeface="Constantia" pitchFamily="18" charset="0"/>
                <a:ea typeface="ＭＳ Ｐゴシック" pitchFamily="34" charset="-128"/>
              </a:rPr>
              <a:t>ĐIỀU CHẾ BIÊN </a:t>
            </a:r>
            <a:r>
              <a:rPr lang="vi-VN" altLang="ja-JP" sz="3900">
                <a:solidFill>
                  <a:schemeClr val="tx2"/>
                </a:solidFill>
                <a:ea typeface="ＭＳ Ｐゴシック" pitchFamily="34" charset="-128"/>
              </a:rPr>
              <a:t>Đ</a:t>
            </a:r>
            <a:r>
              <a:rPr lang="sv-SE" altLang="ja-JP" sz="3900">
                <a:solidFill>
                  <a:schemeClr val="tx2"/>
                </a:solidFill>
                <a:latin typeface="Constantia" pitchFamily="18" charset="0"/>
                <a:ea typeface="ＭＳ Ｐゴシック" pitchFamily="34" charset="-128"/>
              </a:rPr>
              <a:t>Ộ (AM)</a:t>
            </a:r>
            <a:endParaRPr lang="en-US" sz="3900" b="1">
              <a:solidFill>
                <a:schemeClr val="tx2"/>
              </a:solidFill>
              <a:latin typeface="Constantia"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CACF26C7-DAAC-4406-9845-69A730ED08F1}" type="datetime1">
              <a:rPr lang="en-US">
                <a:latin typeface="Arial" pitchFamily="34" charset="0"/>
              </a:rPr>
              <a:pPr/>
              <a:t>23/12/2019</a:t>
            </a:fld>
            <a:endParaRPr lang="en-US" altLang="en-US">
              <a:latin typeface="Arial" pitchFamily="34" charset="0"/>
            </a:endParaRPr>
          </a:p>
        </p:txBody>
      </p:sp>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0900E290-E723-483A-B122-285594FAD86D}" type="slidenum">
              <a:rPr lang="en-US" altLang="en-US" sz="1000"/>
              <a:pPr/>
              <a:t>7</a:t>
            </a:fld>
            <a:endParaRPr lang="en-US" altLang="en-US" sz="1000"/>
          </a:p>
        </p:txBody>
      </p:sp>
      <p:sp>
        <p:nvSpPr>
          <p:cNvPr id="18435" name="Rectangle 3"/>
          <p:cNvSpPr>
            <a:spLocks noGrp="1" noChangeArrowheads="1"/>
          </p:cNvSpPr>
          <p:nvPr>
            <p:ph type="body" idx="1"/>
          </p:nvPr>
        </p:nvSpPr>
        <p:spPr>
          <a:xfrm>
            <a:off x="381000" y="1143000"/>
            <a:ext cx="8534400" cy="5562600"/>
          </a:xfrm>
        </p:spPr>
        <p:txBody>
          <a:bodyPr/>
          <a:lstStyle/>
          <a:p>
            <a:pPr eaLnBrk="1" hangingPunct="1">
              <a:buFont typeface="Wingdings" pitchFamily="2" charset="2"/>
              <a:buChar char="Ø"/>
            </a:pPr>
            <a:r>
              <a:rPr lang="en-US" altLang="en-US" sz="2400" smtClean="0">
                <a:latin typeface="Constantia" pitchFamily="18" charset="0"/>
              </a:rPr>
              <a:t> </a:t>
            </a:r>
            <a:r>
              <a:rPr lang="en-US" altLang="en-US" sz="2400" i="1" smtClean="0">
                <a:solidFill>
                  <a:srgbClr val="FF0000"/>
                </a:solidFill>
                <a:latin typeface="Constantia" pitchFamily="18" charset="0"/>
              </a:rPr>
              <a:t>Phổ của tín hiệu điều biên</a:t>
            </a:r>
          </a:p>
          <a:p>
            <a:pPr eaLnBrk="1" hangingPunct="1"/>
            <a:r>
              <a:rPr lang="en-US" altLang="en-US" sz="2400" smtClean="0">
                <a:latin typeface="Constantia" pitchFamily="18" charset="0"/>
              </a:rPr>
              <a:t>Tín hiệu </a:t>
            </a:r>
            <a:r>
              <a:rPr lang="vi-VN" altLang="en-US" sz="2400" smtClean="0">
                <a:latin typeface="Times New Roman" pitchFamily="18" charset="0"/>
              </a:rPr>
              <a:t>đư</a:t>
            </a:r>
            <a:r>
              <a:rPr lang="en-US" altLang="en-US" sz="2400" smtClean="0">
                <a:latin typeface="Constantia" pitchFamily="18" charset="0"/>
              </a:rPr>
              <a:t>ợc </a:t>
            </a:r>
            <a:r>
              <a:rPr lang="vi-VN" altLang="en-US" sz="2400" smtClean="0">
                <a:latin typeface="Times New Roman" pitchFamily="18" charset="0"/>
              </a:rPr>
              <a:t>đ</a:t>
            </a:r>
            <a:r>
              <a:rPr lang="en-US" altLang="en-US" sz="2400" smtClean="0">
                <a:latin typeface="Constantia" pitchFamily="18" charset="0"/>
              </a:rPr>
              <a:t>iều biến biên </a:t>
            </a:r>
            <a:r>
              <a:rPr lang="vi-VN" altLang="en-US" sz="2400" smtClean="0">
                <a:latin typeface="Times New Roman" pitchFamily="18" charset="0"/>
              </a:rPr>
              <a:t>đ</a:t>
            </a:r>
            <a:r>
              <a:rPr lang="en-US" altLang="en-US" sz="2400" smtClean="0">
                <a:latin typeface="Constantia" pitchFamily="18" charset="0"/>
              </a:rPr>
              <a:t>ộ gồm 3 thành phần:</a:t>
            </a:r>
          </a:p>
          <a:p>
            <a:pPr lvl="1" eaLnBrk="1" hangingPunct="1">
              <a:buFont typeface="Wingdings" pitchFamily="2" charset="2"/>
              <a:buBlip>
                <a:blip r:embed="rId3"/>
              </a:buBlip>
            </a:pPr>
            <a:r>
              <a:rPr lang="en-US" altLang="en-US" sz="2400" smtClean="0">
                <a:latin typeface="Constantia" pitchFamily="18" charset="0"/>
              </a:rPr>
              <a:t>                    </a:t>
            </a:r>
            <a:r>
              <a:rPr lang="en-US" altLang="en-US" sz="2400" i="1" smtClean="0">
                <a:solidFill>
                  <a:srgbClr val="FF0000"/>
                </a:solidFill>
                <a:latin typeface="Constantia" pitchFamily="18" charset="0"/>
              </a:rPr>
              <a:t>Sóng mang</a:t>
            </a:r>
          </a:p>
          <a:p>
            <a:pPr lvl="1" eaLnBrk="1" hangingPunct="1">
              <a:buFont typeface="Wingdings" pitchFamily="2" charset="2"/>
              <a:buNone/>
            </a:pPr>
            <a:endParaRPr lang="en-US" altLang="en-US" sz="2400" i="1" smtClean="0">
              <a:solidFill>
                <a:srgbClr val="FF0000"/>
              </a:solidFill>
              <a:latin typeface="Constantia" pitchFamily="18" charset="0"/>
            </a:endParaRPr>
          </a:p>
          <a:p>
            <a:pPr lvl="1" eaLnBrk="1" hangingPunct="1">
              <a:buFont typeface="Wingdings" pitchFamily="2" charset="2"/>
              <a:buBlip>
                <a:blip r:embed="rId3"/>
              </a:buBlip>
            </a:pPr>
            <a:r>
              <a:rPr lang="en-US" altLang="en-US" sz="2400" smtClean="0">
                <a:latin typeface="Constantia" pitchFamily="18" charset="0"/>
              </a:rPr>
              <a:t>                               </a:t>
            </a:r>
            <a:r>
              <a:rPr lang="en-US" altLang="en-US" sz="2400" i="1" smtClean="0">
                <a:solidFill>
                  <a:srgbClr val="FF0000"/>
                </a:solidFill>
                <a:latin typeface="Constantia" pitchFamily="18" charset="0"/>
              </a:rPr>
              <a:t>Dải băng thấp</a:t>
            </a:r>
          </a:p>
          <a:p>
            <a:pPr lvl="1" eaLnBrk="1" hangingPunct="1">
              <a:buFont typeface="Wingdings" pitchFamily="2" charset="2"/>
              <a:buBlip>
                <a:blip r:embed="rId3"/>
              </a:buBlip>
            </a:pPr>
            <a:endParaRPr lang="en-US" altLang="en-US" sz="2400" i="1" smtClean="0">
              <a:solidFill>
                <a:srgbClr val="FF0000"/>
              </a:solidFill>
              <a:latin typeface="Constantia" pitchFamily="18" charset="0"/>
            </a:endParaRPr>
          </a:p>
          <a:p>
            <a:pPr lvl="1" eaLnBrk="1" hangingPunct="1">
              <a:buFont typeface="Wingdings" pitchFamily="2" charset="2"/>
              <a:buBlip>
                <a:blip r:embed="rId3"/>
              </a:buBlip>
            </a:pPr>
            <a:r>
              <a:rPr lang="en-US" altLang="en-US" sz="2400" smtClean="0">
                <a:latin typeface="Constantia" pitchFamily="18" charset="0"/>
              </a:rPr>
              <a:t>                                </a:t>
            </a:r>
            <a:r>
              <a:rPr lang="en-US" altLang="en-US" sz="2400" i="1" smtClean="0">
                <a:solidFill>
                  <a:srgbClr val="FF0000"/>
                </a:solidFill>
                <a:latin typeface="Constantia" pitchFamily="18" charset="0"/>
              </a:rPr>
              <a:t>Dải băng cao</a:t>
            </a:r>
          </a:p>
        </p:txBody>
      </p:sp>
      <p:sp>
        <p:nvSpPr>
          <p:cNvPr id="1843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sp>
        <p:nvSpPr>
          <p:cNvPr id="18437" name="Rectangle 6"/>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sp>
        <p:nvSpPr>
          <p:cNvPr id="18438" name="Rectangle 1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pSp>
        <p:nvGrpSpPr>
          <p:cNvPr id="18439" name="Group 22"/>
          <p:cNvGrpSpPr>
            <a:grpSpLocks/>
          </p:cNvGrpSpPr>
          <p:nvPr/>
        </p:nvGrpSpPr>
        <p:grpSpPr bwMode="auto">
          <a:xfrm>
            <a:off x="1068388" y="2111375"/>
            <a:ext cx="1541462" cy="365125"/>
            <a:chOff x="990600" y="1639112"/>
            <a:chExt cx="1541832" cy="365760"/>
          </a:xfrm>
        </p:grpSpPr>
        <p:graphicFrame>
          <p:nvGraphicFramePr>
            <p:cNvPr id="18448" name="Object 10"/>
            <p:cNvGraphicFramePr>
              <a:graphicFrameLocks noChangeAspect="1"/>
            </p:cNvGraphicFramePr>
            <p:nvPr/>
          </p:nvGraphicFramePr>
          <p:xfrm>
            <a:off x="990600" y="1639112"/>
            <a:ext cx="1042416" cy="365760"/>
          </p:xfrm>
          <a:graphic>
            <a:graphicData uri="http://schemas.openxmlformats.org/presentationml/2006/ole">
              <mc:AlternateContent xmlns:mc="http://schemas.openxmlformats.org/markup-compatibility/2006">
                <mc:Choice xmlns:v="urn:schemas-microsoft-com:vml" Requires="v">
                  <p:oleObj spid="_x0000_s18519" name="Equation" r:id="rId4" imgW="723586" imgH="253890" progId="Equation.3">
                    <p:embed/>
                  </p:oleObj>
                </mc:Choice>
                <mc:Fallback>
                  <p:oleObj name="Equation" r:id="rId4" imgW="723586" imgH="25389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639112"/>
                          <a:ext cx="1042416" cy="365760"/>
                        </a:xfrm>
                        <a:prstGeom prst="rect">
                          <a:avLst/>
                        </a:prstGeom>
                        <a:noFill/>
                        <a:ln w="19050">
                          <a:solidFill>
                            <a:srgbClr val="CC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7" name="Right Arrow 16"/>
            <p:cNvSpPr/>
            <p:nvPr/>
          </p:nvSpPr>
          <p:spPr>
            <a:xfrm>
              <a:off x="2075122" y="1686820"/>
              <a:ext cx="457310" cy="2274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solidFill>
                  <a:srgbClr val="FFFFFF"/>
                </a:solidFill>
              </a:endParaRPr>
            </a:p>
          </p:txBody>
        </p:sp>
      </p:grpSp>
      <p:grpSp>
        <p:nvGrpSpPr>
          <p:cNvPr id="18440" name="Group 21"/>
          <p:cNvGrpSpPr>
            <a:grpSpLocks/>
          </p:cNvGrpSpPr>
          <p:nvPr/>
        </p:nvGrpSpPr>
        <p:grpSpPr bwMode="auto">
          <a:xfrm>
            <a:off x="1066800" y="3730625"/>
            <a:ext cx="2362200" cy="565150"/>
            <a:chOff x="1143000" y="4572000"/>
            <a:chExt cx="2362200" cy="565150"/>
          </a:xfrm>
        </p:grpSpPr>
        <p:graphicFrame>
          <p:nvGraphicFramePr>
            <p:cNvPr id="18446" name="Object 12"/>
            <p:cNvGraphicFramePr>
              <a:graphicFrameLocks noChangeAspect="1"/>
            </p:cNvGraphicFramePr>
            <p:nvPr/>
          </p:nvGraphicFramePr>
          <p:xfrm>
            <a:off x="1143000" y="4572000"/>
            <a:ext cx="1793875" cy="565150"/>
          </p:xfrm>
          <a:graphic>
            <a:graphicData uri="http://schemas.openxmlformats.org/presentationml/2006/ole">
              <mc:AlternateContent xmlns:mc="http://schemas.openxmlformats.org/markup-compatibility/2006">
                <mc:Choice xmlns:v="urn:schemas-microsoft-com:vml" Requires="v">
                  <p:oleObj spid="_x0000_s18520" name="Equation" r:id="rId6" imgW="1244600" imgH="393700" progId="Equation.3">
                    <p:embed/>
                  </p:oleObj>
                </mc:Choice>
                <mc:Fallback>
                  <p:oleObj name="Equation" r:id="rId6" imgW="1244600" imgH="39370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4572000"/>
                          <a:ext cx="1793875" cy="565150"/>
                        </a:xfrm>
                        <a:prstGeom prst="rect">
                          <a:avLst/>
                        </a:prstGeom>
                        <a:noFill/>
                        <a:ln w="19050">
                          <a:solidFill>
                            <a:srgbClr val="CC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 name="Right Arrow 17"/>
            <p:cNvSpPr/>
            <p:nvPr/>
          </p:nvSpPr>
          <p:spPr>
            <a:xfrm>
              <a:off x="3048000" y="4695825"/>
              <a:ext cx="4572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solidFill>
                  <a:srgbClr val="FFFFFF"/>
                </a:solidFill>
              </a:endParaRPr>
            </a:p>
          </p:txBody>
        </p:sp>
      </p:grpSp>
      <p:grpSp>
        <p:nvGrpSpPr>
          <p:cNvPr id="18441" name="Group 20"/>
          <p:cNvGrpSpPr>
            <a:grpSpLocks/>
          </p:cNvGrpSpPr>
          <p:nvPr/>
        </p:nvGrpSpPr>
        <p:grpSpPr bwMode="auto">
          <a:xfrm>
            <a:off x="1106488" y="2901950"/>
            <a:ext cx="2322512" cy="565150"/>
            <a:chOff x="1105712" y="2437458"/>
            <a:chExt cx="2323288" cy="565150"/>
          </a:xfrm>
        </p:grpSpPr>
        <p:graphicFrame>
          <p:nvGraphicFramePr>
            <p:cNvPr id="18444" name="Object 11"/>
            <p:cNvGraphicFramePr>
              <a:graphicFrameLocks noChangeAspect="1"/>
            </p:cNvGraphicFramePr>
            <p:nvPr/>
          </p:nvGraphicFramePr>
          <p:xfrm>
            <a:off x="1105712" y="2437458"/>
            <a:ext cx="1793875" cy="565150"/>
          </p:xfrm>
          <a:graphic>
            <a:graphicData uri="http://schemas.openxmlformats.org/presentationml/2006/ole">
              <mc:AlternateContent xmlns:mc="http://schemas.openxmlformats.org/markup-compatibility/2006">
                <mc:Choice xmlns:v="urn:schemas-microsoft-com:vml" Requires="v">
                  <p:oleObj spid="_x0000_s18521" name="Equation" r:id="rId8" imgW="1244600" imgH="393700" progId="Equation.3">
                    <p:embed/>
                  </p:oleObj>
                </mc:Choice>
                <mc:Fallback>
                  <p:oleObj name="Equation" r:id="rId8" imgW="1244600" imgH="3937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5712" y="2437458"/>
                          <a:ext cx="1793875" cy="565150"/>
                        </a:xfrm>
                        <a:prstGeom prst="rect">
                          <a:avLst/>
                        </a:prstGeom>
                        <a:noFill/>
                        <a:ln w="19050">
                          <a:solidFill>
                            <a:srgbClr val="CC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0" name="Right Arrow 19"/>
            <p:cNvSpPr/>
            <p:nvPr/>
          </p:nvSpPr>
          <p:spPr>
            <a:xfrm>
              <a:off x="2971647" y="2532708"/>
              <a:ext cx="457353"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solidFill>
                  <a:srgbClr val="FFFFFF"/>
                </a:solidFill>
              </a:endParaRPr>
            </a:p>
          </p:txBody>
        </p:sp>
      </p:grpSp>
      <p:sp>
        <p:nvSpPr>
          <p:cNvPr id="21" name="Rectangle 2"/>
          <p:cNvSpPr txBox="1">
            <a:spLocks noChangeArrowheads="1"/>
          </p:cNvSpPr>
          <p:nvPr/>
        </p:nvSpPr>
        <p:spPr bwMode="auto">
          <a:xfrm>
            <a:off x="457200" y="228600"/>
            <a:ext cx="7543800" cy="838200"/>
          </a:xfrm>
          <a:prstGeom prst="rect">
            <a:avLst/>
          </a:prstGeom>
          <a:solidFill>
            <a:schemeClr val="tx2">
              <a:lumMod val="20000"/>
              <a:lumOff val="80000"/>
            </a:schemeClr>
          </a:solidFill>
          <a:ln w="9525">
            <a:noFill/>
            <a:miter lim="800000"/>
            <a:headEnd/>
            <a:tailEnd/>
          </a:ln>
        </p:spPr>
        <p:txBody>
          <a:bodyPr anchor="b"/>
          <a:lstStyle>
            <a:lvl1pPr marL="742950" indent="-742950">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eaLnBrk="1" hangingPunct="1"/>
            <a:r>
              <a:rPr lang="sv-SE" altLang="ja-JP" sz="3900">
                <a:solidFill>
                  <a:schemeClr val="tx2"/>
                </a:solidFill>
                <a:latin typeface="Constantia" pitchFamily="18" charset="0"/>
                <a:ea typeface="ＭＳ Ｐゴシック" pitchFamily="34" charset="-128"/>
              </a:rPr>
              <a:t>ĐIỀU CHẾ BIÊN </a:t>
            </a:r>
            <a:r>
              <a:rPr lang="vi-VN" altLang="ja-JP" sz="3900">
                <a:solidFill>
                  <a:schemeClr val="tx2"/>
                </a:solidFill>
                <a:ea typeface="ＭＳ Ｐゴシック" pitchFamily="34" charset="-128"/>
              </a:rPr>
              <a:t>Đ</a:t>
            </a:r>
            <a:r>
              <a:rPr lang="sv-SE" altLang="ja-JP" sz="3900">
                <a:solidFill>
                  <a:schemeClr val="tx2"/>
                </a:solidFill>
                <a:latin typeface="Constantia" pitchFamily="18" charset="0"/>
                <a:ea typeface="ＭＳ Ｐゴシック" pitchFamily="34" charset="-128"/>
              </a:rPr>
              <a:t>Ộ (AM)</a:t>
            </a:r>
            <a:endParaRPr lang="en-US" sz="3900" b="1">
              <a:solidFill>
                <a:schemeClr val="tx2"/>
              </a:solidFill>
              <a:latin typeface="Constantia" pitchFamily="18" charset="0"/>
            </a:endParaRPr>
          </a:p>
        </p:txBody>
      </p:sp>
      <p:pic>
        <p:nvPicPr>
          <p:cNvPr id="18443" name="Picture 22" descr="https://encrypted-tbn3.gstatic.com/images?q=tbn:ANd9GcSDCRyyePm42fgf5BdETA8rBpU6k5EWqHApjmtc8wetYHWGpS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0" y="4267200"/>
            <a:ext cx="49530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F481D557-8B0B-479E-B6FE-CC80377B0E80}" type="datetime1">
              <a:rPr lang="en-US">
                <a:latin typeface="Arial" pitchFamily="34" charset="0"/>
              </a:rPr>
              <a:pPr/>
              <a:t>23/12/2019</a:t>
            </a:fld>
            <a:endParaRPr lang="en-US" altLang="en-US">
              <a:latin typeface="Arial" pitchFamily="34" charset="0"/>
            </a:endParaRPr>
          </a:p>
        </p:txBody>
      </p:sp>
      <p:sp>
        <p:nvSpPr>
          <p:cNvPr id="1945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E87FE637-1954-4E00-A800-67B17FACB6CD}" type="slidenum">
              <a:rPr lang="en-US" altLang="en-US" sz="1000"/>
              <a:pPr/>
              <a:t>8</a:t>
            </a:fld>
            <a:endParaRPr lang="en-US" altLang="en-US" sz="1000"/>
          </a:p>
        </p:txBody>
      </p:sp>
      <p:pic>
        <p:nvPicPr>
          <p:cNvPr id="19459" name="Picture 6"/>
          <p:cNvPicPr>
            <a:picLocks noGrp="1" noChangeAspect="1" noChangeArrowheads="1"/>
          </p:cNvPicPr>
          <p:nvPr>
            <p:ph type="body" sz="half" idx="1"/>
          </p:nvPr>
        </p:nvPicPr>
        <p:blipFill>
          <a:blip r:embed="rId2">
            <a:lum bright="-20000" contrast="40000"/>
            <a:extLst>
              <a:ext uri="{28A0092B-C50C-407E-A947-70E740481C1C}">
                <a14:useLocalDpi xmlns:a14="http://schemas.microsoft.com/office/drawing/2010/main" val="0"/>
              </a:ext>
            </a:extLst>
          </a:blip>
          <a:srcRect/>
          <a:stretch>
            <a:fillRect/>
          </a:stretch>
        </p:blipFill>
        <p:spPr>
          <a:xfrm>
            <a:off x="457200" y="2063750"/>
            <a:ext cx="4038600" cy="3722688"/>
          </a:xfrm>
          <a:noFill/>
        </p:spPr>
      </p:pic>
      <p:pic>
        <p:nvPicPr>
          <p:cNvPr id="19460" name="Picture 7"/>
          <p:cNvPicPr>
            <a:picLocks noGrp="1" noChangeAspect="1" noChangeArrowheads="1"/>
          </p:cNvPicPr>
          <p:nvPr>
            <p:ph type="body" sz="half" idx="2"/>
          </p:nvPr>
        </p:nvPicPr>
        <p:blipFill>
          <a:blip r:embed="rId3">
            <a:lum bright="-20000" contrast="40000"/>
            <a:extLst>
              <a:ext uri="{28A0092B-C50C-407E-A947-70E740481C1C}">
                <a14:useLocalDpi xmlns:a14="http://schemas.microsoft.com/office/drawing/2010/main" val="0"/>
              </a:ext>
            </a:extLst>
          </a:blip>
          <a:srcRect/>
          <a:stretch>
            <a:fillRect/>
          </a:stretch>
        </p:blipFill>
        <p:spPr>
          <a:xfrm>
            <a:off x="4648200" y="2667000"/>
            <a:ext cx="4319588" cy="2038350"/>
          </a:xfrm>
          <a:noFill/>
        </p:spPr>
      </p:pic>
      <p:sp>
        <p:nvSpPr>
          <p:cNvPr id="8" name="Rectangle 2"/>
          <p:cNvSpPr txBox="1">
            <a:spLocks noChangeArrowheads="1"/>
          </p:cNvSpPr>
          <p:nvPr/>
        </p:nvSpPr>
        <p:spPr bwMode="auto">
          <a:xfrm>
            <a:off x="457200" y="228600"/>
            <a:ext cx="7543800" cy="838200"/>
          </a:xfrm>
          <a:prstGeom prst="rect">
            <a:avLst/>
          </a:prstGeom>
          <a:solidFill>
            <a:schemeClr val="tx2">
              <a:lumMod val="20000"/>
              <a:lumOff val="80000"/>
            </a:schemeClr>
          </a:solidFill>
          <a:ln w="9525">
            <a:noFill/>
            <a:miter lim="800000"/>
            <a:headEnd/>
            <a:tailEnd/>
          </a:ln>
        </p:spPr>
        <p:txBody>
          <a:bodyPr anchor="b"/>
          <a:lstStyle>
            <a:lvl1pPr marL="742950" indent="-742950">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eaLnBrk="1" hangingPunct="1"/>
            <a:r>
              <a:rPr lang="sv-SE" altLang="ja-JP" sz="3900">
                <a:solidFill>
                  <a:schemeClr val="tx2"/>
                </a:solidFill>
                <a:latin typeface="Constantia" pitchFamily="18" charset="0"/>
                <a:ea typeface="ＭＳ Ｐゴシック" pitchFamily="34" charset="-128"/>
              </a:rPr>
              <a:t>6.2. ĐIỀU CHẾ BIÊN </a:t>
            </a:r>
            <a:r>
              <a:rPr lang="vi-VN" altLang="ja-JP" sz="3900">
                <a:solidFill>
                  <a:schemeClr val="tx2"/>
                </a:solidFill>
                <a:ea typeface="ＭＳ Ｐゴシック" pitchFamily="34" charset="-128"/>
              </a:rPr>
              <a:t>Đ</a:t>
            </a:r>
            <a:r>
              <a:rPr lang="sv-SE" altLang="ja-JP" sz="3900">
                <a:solidFill>
                  <a:schemeClr val="tx2"/>
                </a:solidFill>
                <a:latin typeface="Constantia" pitchFamily="18" charset="0"/>
                <a:ea typeface="ＭＳ Ｐゴシック" pitchFamily="34" charset="-128"/>
              </a:rPr>
              <a:t>Ộ (AM)</a:t>
            </a:r>
            <a:endParaRPr lang="en-US" sz="3900" b="1">
              <a:solidFill>
                <a:schemeClr val="tx2"/>
              </a:solidFill>
              <a:latin typeface="Constantia"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99749D28-82ED-4139-BDD3-8B5A0D662151}" type="datetime1">
              <a:rPr lang="en-US">
                <a:latin typeface="Arial" pitchFamily="34" charset="0"/>
              </a:rPr>
              <a:pPr/>
              <a:t>23/12/2019</a:t>
            </a:fld>
            <a:endParaRPr lang="en-US" altLang="en-US">
              <a:latin typeface="Arial" pitchFamily="34" charset="0"/>
            </a:endParaRPr>
          </a:p>
        </p:txBody>
      </p:sp>
      <p:sp>
        <p:nvSpPr>
          <p:cNvPr id="20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3AD2D4EB-10A9-4195-80ED-4652B96BAD24}" type="slidenum">
              <a:rPr lang="en-US" altLang="en-US" sz="1000"/>
              <a:pPr/>
              <a:t>9</a:t>
            </a:fld>
            <a:endParaRPr lang="en-US" altLang="en-US" sz="1000"/>
          </a:p>
        </p:txBody>
      </p:sp>
      <p:pic>
        <p:nvPicPr>
          <p:cNvPr id="20483"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0" y="1704975"/>
            <a:ext cx="9144000" cy="431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19E9C6A9-9B6C-4335-9223-F7B8DE54A63F}" type="datetime1">
              <a:rPr lang="en-US">
                <a:latin typeface="Arial" pitchFamily="34" charset="0"/>
              </a:rPr>
              <a:pPr/>
              <a:t>23/12/2019</a:t>
            </a:fld>
            <a:endParaRPr lang="en-US" altLang="en-US">
              <a:latin typeface="Arial" pitchFamily="34" charset="0"/>
            </a:endParaRPr>
          </a:p>
        </p:txBody>
      </p:sp>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A53B762C-DDC8-414D-8D0B-97B6C2FF14C0}" type="slidenum">
              <a:rPr lang="en-US" altLang="en-US" sz="1000"/>
              <a:pPr/>
              <a:t>10</a:t>
            </a:fld>
            <a:endParaRPr lang="en-US" altLang="en-US" sz="1000"/>
          </a:p>
        </p:txBody>
      </p:sp>
      <p:sp>
        <p:nvSpPr>
          <p:cNvPr id="2054" name="Rectangle 2"/>
          <p:cNvSpPr>
            <a:spLocks noGrp="1" noChangeArrowheads="1"/>
          </p:cNvSpPr>
          <p:nvPr>
            <p:ph type="title"/>
          </p:nvPr>
        </p:nvSpPr>
        <p:spPr>
          <a:solidFill>
            <a:schemeClr val="tx2">
              <a:lumMod val="20000"/>
              <a:lumOff val="80000"/>
            </a:schemeClr>
          </a:solidFill>
        </p:spPr>
        <p:txBody>
          <a:bodyPr/>
          <a:lstStyle/>
          <a:p>
            <a:pPr marL="742950" indent="-742950" algn="ctr" eaLnBrk="1" hangingPunct="1"/>
            <a:r>
              <a:rPr lang="sv-SE" altLang="ja-JP" sz="4000" b="0" smtClean="0">
                <a:latin typeface="Constantia" pitchFamily="18" charset="0"/>
                <a:ea typeface="ＭＳ Ｐゴシック" pitchFamily="34" charset="-128"/>
              </a:rPr>
              <a:t>Quan hệ năng l</a:t>
            </a:r>
            <a:r>
              <a:rPr lang="vi-VN" altLang="ja-JP" sz="4000" b="0" smtClean="0">
                <a:latin typeface="Times New Roman" pitchFamily="18" charset="0"/>
                <a:ea typeface="ＭＳ Ｐゴシック" pitchFamily="34" charset="-128"/>
              </a:rPr>
              <a:t>ư</a:t>
            </a:r>
            <a:r>
              <a:rPr lang="sv-SE" altLang="ja-JP" sz="4000" b="0" smtClean="0">
                <a:latin typeface="Constantia" pitchFamily="18" charset="0"/>
                <a:ea typeface="ＭＳ Ｐゴシック" pitchFamily="34" charset="-128"/>
              </a:rPr>
              <a:t>ợng trong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iều chế biên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ộ</a:t>
            </a:r>
            <a:endParaRPr lang="en-AU" altLang="ja-JP" sz="4000" b="0" smtClean="0">
              <a:latin typeface="Constantia" pitchFamily="18" charset="0"/>
              <a:ea typeface="ＭＳ Ｐゴシック" pitchFamily="34" charset="-128"/>
            </a:endParaRPr>
          </a:p>
        </p:txBody>
      </p:sp>
      <p:sp>
        <p:nvSpPr>
          <p:cNvPr id="21508" name="Rectangle 3"/>
          <p:cNvSpPr>
            <a:spLocks noGrp="1" noChangeArrowheads="1"/>
          </p:cNvSpPr>
          <p:nvPr>
            <p:ph type="body" idx="1"/>
          </p:nvPr>
        </p:nvSpPr>
        <p:spPr>
          <a:xfrm>
            <a:off x="228600" y="1371600"/>
            <a:ext cx="8686800" cy="5257800"/>
          </a:xfrm>
        </p:spPr>
        <p:txBody>
          <a:bodyPr/>
          <a:lstStyle/>
          <a:p>
            <a:pPr eaLnBrk="1" hangingPunct="1"/>
            <a:r>
              <a:rPr lang="sv-SE" altLang="ja-JP" sz="2000" i="1" smtClean="0">
                <a:solidFill>
                  <a:srgbClr val="FF0000"/>
                </a:solidFill>
                <a:latin typeface="Constantia" pitchFamily="18" charset="0"/>
                <a:ea typeface="ＭＳ Ｐゴシック" pitchFamily="34" charset="-128"/>
              </a:rPr>
              <a:t>Trong tín hiệu </a:t>
            </a:r>
            <a:r>
              <a:rPr lang="vi-VN" altLang="ja-JP" sz="2000" i="1" smtClean="0">
                <a:solidFill>
                  <a:srgbClr val="FF0000"/>
                </a:solidFill>
                <a:latin typeface="Times New Roman" pitchFamily="18" charset="0"/>
                <a:ea typeface="ＭＳ Ｐゴシック" pitchFamily="34" charset="-128"/>
              </a:rPr>
              <a:t>đ</a:t>
            </a:r>
            <a:r>
              <a:rPr lang="sv-SE" altLang="ja-JP" sz="2000" i="1" smtClean="0">
                <a:solidFill>
                  <a:srgbClr val="FF0000"/>
                </a:solidFill>
                <a:latin typeface="Constantia" pitchFamily="18" charset="0"/>
                <a:ea typeface="ＭＳ Ｐゴシック" pitchFamily="34" charset="-128"/>
              </a:rPr>
              <a:t>iều biên, các biên tần chứa tin tức còn tải tin không mang tin tức</a:t>
            </a:r>
            <a:r>
              <a:rPr lang="en-US" altLang="ja-JP" sz="2000" i="1" smtClean="0">
                <a:solidFill>
                  <a:srgbClr val="FF0000"/>
                </a:solidFill>
                <a:latin typeface="Constantia" pitchFamily="18" charset="0"/>
                <a:ea typeface="ＭＳ Ｐゴシック" pitchFamily="34" charset="-128"/>
              </a:rPr>
              <a:t> </a:t>
            </a:r>
          </a:p>
          <a:p>
            <a:pPr eaLnBrk="1" hangingPunct="1">
              <a:lnSpc>
                <a:spcPct val="120000"/>
              </a:lnSpc>
            </a:pPr>
            <a:r>
              <a:rPr lang="sv-SE" altLang="ja-JP" sz="2000" i="1" smtClean="0">
                <a:solidFill>
                  <a:srgbClr val="FF0000"/>
                </a:solidFill>
                <a:latin typeface="Constantia" pitchFamily="18" charset="0"/>
                <a:ea typeface="ＭＳ Ｐゴシック" pitchFamily="34" charset="-128"/>
              </a:rPr>
              <a:t>Công suất của tải tin</a:t>
            </a:r>
            <a:r>
              <a:rPr lang="sv-SE" altLang="ja-JP" sz="2000" smtClean="0">
                <a:latin typeface="Constantia" pitchFamily="18" charset="0"/>
                <a:ea typeface="ＭＳ Ｐゴシック" pitchFamily="34" charset="-128"/>
              </a:rPr>
              <a:t>: Là công suất trung bình trong một chu kỳ tải tin</a:t>
            </a:r>
          </a:p>
          <a:p>
            <a:pPr eaLnBrk="1" hangingPunct="1">
              <a:lnSpc>
                <a:spcPct val="120000"/>
              </a:lnSpc>
              <a:buFont typeface="Wingdings" pitchFamily="2" charset="2"/>
              <a:buNone/>
            </a:pPr>
            <a:endParaRPr lang="sv-SE" altLang="ja-JP" sz="2000" smtClean="0">
              <a:latin typeface="Constantia" pitchFamily="18" charset="0"/>
              <a:ea typeface="ＭＳ Ｐゴシック" pitchFamily="34" charset="-128"/>
            </a:endParaRPr>
          </a:p>
          <a:p>
            <a:pPr eaLnBrk="1" hangingPunct="1">
              <a:lnSpc>
                <a:spcPct val="120000"/>
              </a:lnSpc>
            </a:pPr>
            <a:endParaRPr lang="sv-SE" altLang="ja-JP" sz="2000" i="1" smtClean="0">
              <a:solidFill>
                <a:srgbClr val="FF0000"/>
              </a:solidFill>
              <a:latin typeface="Constantia" pitchFamily="18" charset="0"/>
              <a:ea typeface="ＭＳ Ｐゴシック" pitchFamily="34" charset="-128"/>
            </a:endParaRPr>
          </a:p>
          <a:p>
            <a:pPr eaLnBrk="1" hangingPunct="1">
              <a:lnSpc>
                <a:spcPct val="150000"/>
              </a:lnSpc>
            </a:pPr>
            <a:r>
              <a:rPr lang="sv-SE" altLang="ja-JP" sz="2000" i="1" smtClean="0">
                <a:solidFill>
                  <a:srgbClr val="FF0000"/>
                </a:solidFill>
                <a:latin typeface="Constantia" pitchFamily="18" charset="0"/>
                <a:ea typeface="ＭＳ Ｐゴシック" pitchFamily="34" charset="-128"/>
              </a:rPr>
              <a:t>Công suất biên tần:</a:t>
            </a:r>
            <a:endParaRPr lang="sv-SE" altLang="ja-JP" sz="2000" smtClean="0">
              <a:latin typeface="Constantia" pitchFamily="18" charset="0"/>
              <a:ea typeface="ＭＳ Ｐゴシック" pitchFamily="34" charset="-128"/>
            </a:endParaRPr>
          </a:p>
          <a:p>
            <a:pPr eaLnBrk="1" hangingPunct="1">
              <a:lnSpc>
                <a:spcPct val="150000"/>
              </a:lnSpc>
            </a:pPr>
            <a:r>
              <a:rPr lang="sv-SE" altLang="ja-JP" sz="2000" i="1" smtClean="0">
                <a:solidFill>
                  <a:srgbClr val="FF0000"/>
                </a:solidFill>
                <a:latin typeface="Constantia" pitchFamily="18" charset="0"/>
                <a:ea typeface="ＭＳ Ｐゴシック" pitchFamily="34" charset="-128"/>
              </a:rPr>
              <a:t>Công suất của tín hiệu </a:t>
            </a:r>
            <a:r>
              <a:rPr lang="vi-VN" altLang="ja-JP" sz="2000" i="1" smtClean="0">
                <a:solidFill>
                  <a:srgbClr val="FF0000"/>
                </a:solidFill>
                <a:latin typeface="Times New Roman" pitchFamily="18" charset="0"/>
                <a:ea typeface="ＭＳ Ｐゴシック" pitchFamily="34" charset="-128"/>
              </a:rPr>
              <a:t>đ</a:t>
            </a:r>
            <a:r>
              <a:rPr lang="sv-SE" altLang="ja-JP" sz="2000" i="1" smtClean="0">
                <a:solidFill>
                  <a:srgbClr val="FF0000"/>
                </a:solidFill>
                <a:latin typeface="Constantia" pitchFamily="18" charset="0"/>
                <a:ea typeface="ＭＳ Ｐゴシック" pitchFamily="34" charset="-128"/>
              </a:rPr>
              <a:t>iều biên</a:t>
            </a:r>
            <a:r>
              <a:rPr lang="sv-SE" altLang="ja-JP" sz="2000" smtClean="0">
                <a:latin typeface="Constantia" pitchFamily="18" charset="0"/>
                <a:ea typeface="ＭＳ Ｐゴシック" pitchFamily="34" charset="-128"/>
              </a:rPr>
              <a:t>: là công suất trung bình trong một chu kỳ của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chế:    P</a:t>
            </a:r>
            <a:r>
              <a:rPr lang="vi-VN" altLang="ja-JP" sz="2000" baseline="-25000" smtClean="0">
                <a:latin typeface="Times New Roman" pitchFamily="18" charset="0"/>
                <a:ea typeface="ＭＳ Ｐゴシック" pitchFamily="34" charset="-128"/>
              </a:rPr>
              <a:t>đ</a:t>
            </a:r>
            <a:r>
              <a:rPr lang="sv-SE" altLang="ja-JP" sz="2000" baseline="-25000" smtClean="0">
                <a:latin typeface="Constantia" pitchFamily="18" charset="0"/>
                <a:ea typeface="ＭＳ Ｐゴシック" pitchFamily="34" charset="-128"/>
              </a:rPr>
              <a:t>b</a:t>
            </a:r>
            <a:r>
              <a:rPr lang="sv-SE" altLang="ja-JP" sz="2000" smtClean="0">
                <a:latin typeface="Constantia" pitchFamily="18" charset="0"/>
                <a:ea typeface="ＭＳ Ｐゴシック" pitchFamily="34" charset="-128"/>
              </a:rPr>
              <a:t> = P</a:t>
            </a:r>
            <a:r>
              <a:rPr lang="sv-SE" altLang="ja-JP" sz="2000" baseline="-25000" smtClean="0">
                <a:latin typeface="Constantia" pitchFamily="18" charset="0"/>
                <a:ea typeface="ＭＳ Ｐゴシック" pitchFamily="34" charset="-128"/>
              </a:rPr>
              <a:t>t</a:t>
            </a:r>
            <a:r>
              <a:rPr lang="sv-SE" altLang="ja-JP" sz="2000" smtClean="0">
                <a:latin typeface="Constantia" pitchFamily="18" charset="0"/>
                <a:ea typeface="ＭＳ Ｐゴシック" pitchFamily="34" charset="-128"/>
              </a:rPr>
              <a:t> + 2P</a:t>
            </a:r>
            <a:r>
              <a:rPr lang="sv-SE" altLang="ja-JP" sz="2000" baseline="-25000" smtClean="0">
                <a:latin typeface="Constantia" pitchFamily="18" charset="0"/>
                <a:ea typeface="ＭＳ Ｐゴシック" pitchFamily="34" charset="-128"/>
              </a:rPr>
              <a:t>bt</a:t>
            </a:r>
            <a:r>
              <a:rPr lang="sv-SE" altLang="ja-JP" sz="2000" smtClean="0">
                <a:latin typeface="Constantia" pitchFamily="18" charset="0"/>
                <a:ea typeface="ＭＳ Ｐゴシック" pitchFamily="34" charset="-128"/>
              </a:rPr>
              <a:t> = P</a:t>
            </a:r>
            <a:r>
              <a:rPr lang="sv-SE" altLang="ja-JP" sz="2000" baseline="-25000" smtClean="0">
                <a:latin typeface="Constantia" pitchFamily="18" charset="0"/>
                <a:ea typeface="ＭＳ Ｐゴシック" pitchFamily="34" charset="-128"/>
              </a:rPr>
              <a:t>t</a:t>
            </a:r>
            <a:r>
              <a:rPr lang="sv-SE" altLang="ja-JP" sz="2000" smtClean="0">
                <a:latin typeface="Constantia" pitchFamily="18" charset="0"/>
                <a:ea typeface="ＭＳ Ｐゴシック" pitchFamily="34" charset="-128"/>
              </a:rPr>
              <a:t> (1+m</a:t>
            </a:r>
            <a:r>
              <a:rPr lang="sv-SE" altLang="ja-JP" sz="2000" baseline="30000" smtClean="0">
                <a:latin typeface="Constantia" pitchFamily="18" charset="0"/>
                <a:ea typeface="ＭＳ Ｐゴシック" pitchFamily="34" charset="-128"/>
              </a:rPr>
              <a:t>2</a:t>
            </a:r>
            <a:r>
              <a:rPr lang="sv-SE" altLang="ja-JP" sz="2000" smtClean="0">
                <a:latin typeface="Constantia" pitchFamily="18" charset="0"/>
                <a:ea typeface="ＭＳ Ｐゴシック" pitchFamily="34" charset="-128"/>
              </a:rPr>
              <a:t>/2)</a:t>
            </a:r>
          </a:p>
          <a:p>
            <a:pPr eaLnBrk="1" hangingPunct="1"/>
            <a:r>
              <a:rPr lang="sv-SE" altLang="ja-JP" sz="2000" i="1" smtClean="0">
                <a:solidFill>
                  <a:srgbClr val="FF0000"/>
                </a:solidFill>
                <a:latin typeface="Constantia" pitchFamily="18" charset="0"/>
                <a:ea typeface="ＭＳ Ｐゴシック" pitchFamily="34" charset="-128"/>
              </a:rPr>
              <a:t>Quan hệ công suất giữa 2 biên tần và tải tin</a:t>
            </a:r>
            <a:r>
              <a:rPr lang="sv-SE" altLang="ja-JP" sz="2000" smtClean="0">
                <a:latin typeface="Constantia" pitchFamily="18" charset="0"/>
                <a:ea typeface="ＭＳ Ｐゴシック" pitchFamily="34" charset="-128"/>
              </a:rPr>
              <a:t>:    2P</a:t>
            </a:r>
            <a:r>
              <a:rPr lang="sv-SE" altLang="ja-JP" sz="2000" baseline="-25000" smtClean="0">
                <a:latin typeface="Constantia" pitchFamily="18" charset="0"/>
                <a:ea typeface="ＭＳ Ｐゴシック" pitchFamily="34" charset="-128"/>
              </a:rPr>
              <a:t>bt</a:t>
            </a:r>
            <a:r>
              <a:rPr lang="sv-SE" altLang="ja-JP" sz="2000" smtClean="0">
                <a:latin typeface="Constantia" pitchFamily="18" charset="0"/>
                <a:ea typeface="ＭＳ Ｐゴシック" pitchFamily="34" charset="-128"/>
              </a:rPr>
              <a:t> = m</a:t>
            </a:r>
            <a:r>
              <a:rPr lang="sv-SE" altLang="ja-JP" sz="2000" baseline="30000" smtClean="0">
                <a:latin typeface="Constantia" pitchFamily="18" charset="0"/>
                <a:ea typeface="ＭＳ Ｐゴシック" pitchFamily="34" charset="-128"/>
              </a:rPr>
              <a:t>2</a:t>
            </a:r>
            <a:r>
              <a:rPr lang="sv-SE" altLang="ja-JP" sz="2000" smtClean="0">
                <a:latin typeface="Constantia" pitchFamily="18" charset="0"/>
                <a:ea typeface="ＭＳ Ｐゴシック" pitchFamily="34" charset="-128"/>
              </a:rPr>
              <a:t>P</a:t>
            </a:r>
            <a:r>
              <a:rPr lang="sv-SE" altLang="ja-JP" sz="2000" baseline="-25000" smtClean="0">
                <a:latin typeface="Constantia" pitchFamily="18" charset="0"/>
                <a:ea typeface="ＭＳ Ｐゴシック" pitchFamily="34" charset="-128"/>
              </a:rPr>
              <a:t>t</a:t>
            </a:r>
            <a:r>
              <a:rPr lang="sv-SE" altLang="ja-JP" sz="2000" smtClean="0">
                <a:latin typeface="Constantia" pitchFamily="18" charset="0"/>
                <a:ea typeface="ＭＳ Ｐゴシック" pitchFamily="34" charset="-128"/>
              </a:rPr>
              <a:t> /2</a:t>
            </a:r>
          </a:p>
          <a:p>
            <a:pPr eaLnBrk="1" hangingPunct="1"/>
            <a:r>
              <a:rPr lang="sv-SE" altLang="ja-JP" sz="2000" smtClean="0">
                <a:latin typeface="Constantia" pitchFamily="18" charset="0"/>
                <a:ea typeface="ＭＳ Ｐゴシック" pitchFamily="34" charset="-128"/>
              </a:rPr>
              <a:t>Để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không bị méo thì m &lt; 1 </a:t>
            </a:r>
            <a:r>
              <a:rPr lang="sv-SE" altLang="ja-JP" sz="2000" smtClean="0">
                <a:latin typeface="Constantia" pitchFamily="18" charset="0"/>
                <a:ea typeface="ＭＳ Ｐゴシック" pitchFamily="34" charset="-128"/>
                <a:cs typeface="Times New Roman" pitchFamily="18" charset="0"/>
                <a:sym typeface="Wingdings" pitchFamily="2" charset="2"/>
              </a:rPr>
              <a:t>→</a:t>
            </a:r>
            <a:r>
              <a:rPr lang="sv-SE" altLang="ja-JP" sz="2000" smtClean="0">
                <a:latin typeface="Constantia" pitchFamily="18" charset="0"/>
                <a:ea typeface="ＭＳ Ｐゴシック" pitchFamily="34" charset="-128"/>
              </a:rPr>
              <a:t> công suất của 2 biên tần nhỏ h</a:t>
            </a:r>
            <a:r>
              <a:rPr lang="vi-VN" altLang="ja-JP" sz="2000" smtClean="0">
                <a:latin typeface="Times New Roman" pitchFamily="18" charset="0"/>
                <a:ea typeface="ＭＳ Ｐゴシック" pitchFamily="34" charset="-128"/>
              </a:rPr>
              <a:t>ơ</a:t>
            </a:r>
            <a:r>
              <a:rPr lang="sv-SE" altLang="ja-JP" sz="2000" smtClean="0">
                <a:latin typeface="Constantia" pitchFamily="18" charset="0"/>
                <a:ea typeface="ＭＳ Ｐゴシック" pitchFamily="34" charset="-128"/>
              </a:rPr>
              <a:t>n so với công suất tải tin (max = Pt /2)</a:t>
            </a:r>
            <a:r>
              <a:rPr lang="sv-SE" altLang="ja-JP" sz="2000" smtClean="0">
                <a:latin typeface="Constantia" pitchFamily="18" charset="0"/>
                <a:ea typeface="ＭＳ Ｐゴシック" pitchFamily="34" charset="-128"/>
                <a:sym typeface="Wingdings" pitchFamily="2" charset="2"/>
              </a:rPr>
              <a:t> →</a:t>
            </a:r>
            <a:r>
              <a:rPr lang="sv-SE" altLang="ja-JP" sz="2000" smtClean="0">
                <a:latin typeface="Constantia" pitchFamily="18" charset="0"/>
                <a:ea typeface="ＭＳ Ｐゴシック" pitchFamily="34" charset="-128"/>
              </a:rPr>
              <a:t>phần lớn công suất phát xạ </a:t>
            </a:r>
            <a:r>
              <a:rPr lang="vi-VN" altLang="ja-JP" sz="2000" smtClean="0">
                <a:latin typeface="Times New Roman" pitchFamily="18" charset="0"/>
                <a:ea typeface="ＭＳ Ｐゴシック" pitchFamily="34" charset="-128"/>
              </a:rPr>
              <a:t>đư</a:t>
            </a:r>
            <a:r>
              <a:rPr lang="sv-SE" altLang="ja-JP" sz="2000" smtClean="0">
                <a:latin typeface="Constantia" pitchFamily="18" charset="0"/>
                <a:ea typeface="ＭＳ Ｐゴシック" pitchFamily="34" charset="-128"/>
              </a:rPr>
              <a:t>ợc phân bố cho tải tin còn công suất của tin tức chiếm phần nhỏ </a:t>
            </a:r>
            <a:r>
              <a:rPr lang="sv-SE" altLang="ja-JP" sz="2000" smtClean="0">
                <a:latin typeface="Constantia" pitchFamily="18" charset="0"/>
                <a:ea typeface="ＭＳ Ｐゴシック" pitchFamily="34" charset="-128"/>
                <a:sym typeface="Wingdings" pitchFamily="2" charset="2"/>
              </a:rPr>
              <a:t>→</a:t>
            </a:r>
            <a:r>
              <a:rPr lang="sv-SE" altLang="ja-JP" sz="2000" smtClean="0">
                <a:latin typeface="Constantia" pitchFamily="18" charset="0"/>
                <a:ea typeface="ＭＳ Ｐゴシック" pitchFamily="34" charset="-128"/>
              </a:rPr>
              <a:t> nh</a:t>
            </a:r>
            <a:r>
              <a:rPr lang="vi-VN" altLang="ja-JP" sz="2000" smtClean="0">
                <a:latin typeface="Times New Roman" pitchFamily="18" charset="0"/>
                <a:ea typeface="ＭＳ Ｐゴシック" pitchFamily="34" charset="-128"/>
              </a:rPr>
              <a:t>ư</a:t>
            </a:r>
            <a:r>
              <a:rPr lang="sv-SE" altLang="ja-JP" sz="2000" smtClean="0">
                <a:latin typeface="Constantia" pitchFamily="18" charset="0"/>
                <a:ea typeface="ＭＳ Ｐゴシック" pitchFamily="34" charset="-128"/>
              </a:rPr>
              <a:t>ợc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iểm của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so với </a:t>
            </a:r>
            <a:r>
              <a:rPr lang="vi-VN" altLang="ja-JP" sz="2000" smtClean="0">
                <a:latin typeface="Times New Roman" pitchFamily="18" charset="0"/>
                <a:ea typeface="ＭＳ Ｐゴシック" pitchFamily="34" charset="-128"/>
              </a:rPr>
              <a:t>đơ</a:t>
            </a:r>
            <a:r>
              <a:rPr lang="sv-SE" altLang="ja-JP" sz="2000" smtClean="0">
                <a:latin typeface="Constantia" pitchFamily="18" charset="0"/>
                <a:ea typeface="ＭＳ Ｐゴシック" pitchFamily="34" charset="-128"/>
              </a:rPr>
              <a:t>n biên.</a:t>
            </a:r>
            <a:endParaRPr lang="en-US" altLang="en-US" sz="2000" smtClean="0">
              <a:latin typeface="Constantia" pitchFamily="18" charset="0"/>
            </a:endParaRPr>
          </a:p>
        </p:txBody>
      </p:sp>
      <p:graphicFrame>
        <p:nvGraphicFramePr>
          <p:cNvPr id="21509" name="Object 5"/>
          <p:cNvGraphicFramePr>
            <a:graphicFrameLocks noChangeAspect="1"/>
          </p:cNvGraphicFramePr>
          <p:nvPr/>
        </p:nvGraphicFramePr>
        <p:xfrm>
          <a:off x="3505200" y="2514600"/>
          <a:ext cx="911225" cy="533400"/>
        </p:xfrm>
        <a:graphic>
          <a:graphicData uri="http://schemas.openxmlformats.org/presentationml/2006/ole">
            <mc:AlternateContent xmlns:mc="http://schemas.openxmlformats.org/markup-compatibility/2006">
              <mc:Choice xmlns:v="urn:schemas-microsoft-com:vml" Requires="v">
                <p:oleObj spid="_x0000_s21557" name="Equation" r:id="rId3" imgW="672808" imgH="393529" progId="Equation.3">
                  <p:embed/>
                </p:oleObj>
              </mc:Choice>
              <mc:Fallback>
                <p:oleObj name="Equation" r:id="rId3" imgW="672808" imgH="39352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2514600"/>
                        <a:ext cx="911225" cy="533400"/>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0" name="Object 7"/>
          <p:cNvGraphicFramePr>
            <a:graphicFrameLocks noChangeAspect="1"/>
          </p:cNvGraphicFramePr>
          <p:nvPr/>
        </p:nvGraphicFramePr>
        <p:xfrm>
          <a:off x="2895600" y="3248025"/>
          <a:ext cx="1400175" cy="701675"/>
        </p:xfrm>
        <a:graphic>
          <a:graphicData uri="http://schemas.openxmlformats.org/presentationml/2006/ole">
            <mc:AlternateContent xmlns:mc="http://schemas.openxmlformats.org/markup-compatibility/2006">
              <mc:Choice xmlns:v="urn:schemas-microsoft-com:vml" Requires="v">
                <p:oleObj spid="_x0000_s21558" name="Equation" r:id="rId5" imgW="1180588" imgH="583947" progId="Equation.3">
                  <p:embed/>
                </p:oleObj>
              </mc:Choice>
              <mc:Fallback>
                <p:oleObj name="Equation" r:id="rId5" imgW="1180588" imgH="583947"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3248025"/>
                        <a:ext cx="1400175" cy="701675"/>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6D8DB859-71FE-4FC4-9701-B68CD7116FE4}" type="datetime1">
              <a:rPr lang="en-US">
                <a:latin typeface="Arial" pitchFamily="34" charset="0"/>
              </a:rPr>
              <a:pPr/>
              <a:t>23/12/2019</a:t>
            </a:fld>
            <a:endParaRPr lang="en-US" altLang="en-US">
              <a:latin typeface="Arial" pitchFamily="34" charset="0"/>
            </a:endParaRPr>
          </a:p>
        </p:txBody>
      </p:sp>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CD8347FB-8024-4498-A0EC-2C57B28330FE}" type="slidenum">
              <a:rPr lang="en-US" altLang="en-US" sz="1000"/>
              <a:pPr/>
              <a:t>11</a:t>
            </a:fld>
            <a:endParaRPr lang="en-US" altLang="en-US" sz="1000"/>
          </a:p>
        </p:txBody>
      </p:sp>
      <p:sp>
        <p:nvSpPr>
          <p:cNvPr id="27652" name="Rectangle 2"/>
          <p:cNvSpPr>
            <a:spLocks noGrp="1" noChangeArrowheads="1"/>
          </p:cNvSpPr>
          <p:nvPr>
            <p:ph type="title"/>
          </p:nvPr>
        </p:nvSpPr>
        <p:spPr>
          <a:xfrm>
            <a:off x="457200" y="609600"/>
            <a:ext cx="7543800" cy="808038"/>
          </a:xfrm>
          <a:solidFill>
            <a:schemeClr val="tx2">
              <a:lumMod val="20000"/>
              <a:lumOff val="80000"/>
            </a:schemeClr>
          </a:solidFill>
        </p:spPr>
        <p:txBody>
          <a:bodyPr/>
          <a:lstStyle/>
          <a:p>
            <a:pPr marL="742950" indent="-742950" algn="ctr" eaLnBrk="1" hangingPunct="1"/>
            <a:r>
              <a:rPr lang="sv-SE" altLang="ja-JP" sz="4000" b="0" smtClean="0">
                <a:latin typeface="Constantia"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iều biên</a:t>
            </a:r>
            <a:endParaRPr lang="en-US" sz="4000" smtClean="0">
              <a:latin typeface="Constantia" pitchFamily="18" charset="0"/>
            </a:endParaRPr>
          </a:p>
        </p:txBody>
      </p:sp>
      <p:sp>
        <p:nvSpPr>
          <p:cNvPr id="22532" name="Rectangle 3"/>
          <p:cNvSpPr>
            <a:spLocks noGrp="1" noChangeArrowheads="1"/>
          </p:cNvSpPr>
          <p:nvPr>
            <p:ph type="body" idx="1"/>
          </p:nvPr>
        </p:nvSpPr>
        <p:spPr>
          <a:xfrm>
            <a:off x="533400" y="1447800"/>
            <a:ext cx="8229600" cy="4411663"/>
          </a:xfrm>
        </p:spPr>
        <p:txBody>
          <a:bodyPr/>
          <a:lstStyle/>
          <a:p>
            <a:pPr eaLnBrk="1" hangingPunct="1"/>
            <a:r>
              <a:rPr lang="en-AU" altLang="ja-JP" sz="2400" smtClean="0">
                <a:latin typeface="Constantia" pitchFamily="18" charset="0"/>
                <a:ea typeface="ＭＳ Ｐゴシック" pitchFamily="34" charset="-128"/>
              </a:rPr>
              <a:t>Các mạch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biên </a:t>
            </a:r>
            <a:r>
              <a:rPr lang="vi-VN" altLang="ja-JP" sz="2400" smtClean="0">
                <a:latin typeface="Times New Roman" pitchFamily="18" charset="0"/>
                <a:ea typeface="ＭＳ Ｐゴシック" pitchFamily="34" charset="-128"/>
              </a:rPr>
              <a:t>đư</a:t>
            </a:r>
            <a:r>
              <a:rPr lang="en-AU" altLang="ja-JP" sz="2400" smtClean="0">
                <a:latin typeface="Constantia" pitchFamily="18" charset="0"/>
                <a:ea typeface="ＭＳ Ｐゴシック" pitchFamily="34" charset="-128"/>
              </a:rPr>
              <a:t>ợc xây dựng dựa vào hai nguyên tắc sau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ây: </a:t>
            </a:r>
          </a:p>
          <a:p>
            <a:pPr lvl="1" eaLnBrk="1" hangingPunct="1"/>
            <a:r>
              <a:rPr lang="en-AU" altLang="ja-JP" sz="2400" smtClean="0">
                <a:latin typeface="Constantia" pitchFamily="18" charset="0"/>
                <a:ea typeface="ＭＳ Ｐゴシック" pitchFamily="34" charset="-128"/>
              </a:rPr>
              <a:t>Dùng các phần tử phi tuyến (Diode, Transistor): cộng tải tin và tín hiệu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chế trên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ặc tuyến của phần tử phi tuyến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ó. </a:t>
            </a:r>
          </a:p>
          <a:p>
            <a:pPr lvl="1" eaLnBrk="1" hangingPunct="1"/>
            <a:r>
              <a:rPr lang="en-AU" altLang="ja-JP" sz="2400" smtClean="0">
                <a:latin typeface="Constantia" pitchFamily="18" charset="0"/>
                <a:ea typeface="ＭＳ Ｐゴシック" pitchFamily="34" charset="-128"/>
              </a:rPr>
              <a:t>Dùng phần tử tuyến tính có tham số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khiển </a:t>
            </a:r>
            <a:r>
              <a:rPr lang="vi-VN" altLang="ja-JP" sz="2400" smtClean="0">
                <a:latin typeface="Times New Roman" pitchFamily="18" charset="0"/>
                <a:ea typeface="ＭＳ Ｐゴシック" pitchFamily="34" charset="-128"/>
              </a:rPr>
              <a:t>đư</a:t>
            </a:r>
            <a:r>
              <a:rPr lang="en-AU" altLang="ja-JP" sz="2400" smtClean="0">
                <a:latin typeface="Constantia" pitchFamily="18" charset="0"/>
                <a:ea typeface="ＭＳ Ｐゴシック" pitchFamily="34" charset="-128"/>
              </a:rPr>
              <a:t>ợc: nhân tải tin và tín hiệu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chế nhờ phần tử tuyến tính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ó. </a:t>
            </a:r>
            <a:endParaRPr lang="en-US" altLang="en-US" sz="2400" smtClean="0">
              <a:latin typeface="Constantia"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290E8DD6-ECA1-4E29-B113-7756F38937D6}" type="datetime1">
              <a:rPr lang="en-US" smtClean="0"/>
              <a:pPr/>
              <a:t>23/12/2019</a:t>
            </a:fld>
            <a:endParaRPr lang="en-US" altLang="en-US"/>
          </a:p>
        </p:txBody>
      </p:sp>
      <p:sp>
        <p:nvSpPr>
          <p:cNvPr id="5" name="Slide Number Placeholder 4"/>
          <p:cNvSpPr>
            <a:spLocks noGrp="1"/>
          </p:cNvSpPr>
          <p:nvPr>
            <p:ph type="sldNum" sz="quarter" idx="12"/>
          </p:nvPr>
        </p:nvSpPr>
        <p:spPr/>
        <p:txBody>
          <a:bodyPr/>
          <a:lstStyle/>
          <a:p>
            <a:fld id="{CBB725D2-6C79-4374-99AE-CE27382E8696}" type="slidenum">
              <a:rPr lang="en-US" altLang="en-US" smtClean="0"/>
              <a:pPr/>
              <a:t>12</a:t>
            </a:fld>
            <a:endParaRPr lang="en-US" altLang="en-US"/>
          </a:p>
        </p:txBody>
      </p:sp>
      <p:sp>
        <p:nvSpPr>
          <p:cNvPr id="6" name="Rectangle 2"/>
          <p:cNvSpPr txBox="1">
            <a:spLocks noChangeArrowheads="1"/>
          </p:cNvSpPr>
          <p:nvPr/>
        </p:nvSpPr>
        <p:spPr bwMode="auto">
          <a:xfrm>
            <a:off x="457200" y="609600"/>
            <a:ext cx="7543800" cy="80803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itchFamily="34" charset="0"/>
              </a:defRPr>
            </a:lvl2pPr>
            <a:lvl3pPr algn="l" rtl="0" eaLnBrk="0" fontAlgn="base" hangingPunct="0">
              <a:spcBef>
                <a:spcPct val="0"/>
              </a:spcBef>
              <a:spcAft>
                <a:spcPct val="0"/>
              </a:spcAft>
              <a:defRPr sz="3900" b="1">
                <a:solidFill>
                  <a:schemeClr val="tx2"/>
                </a:solidFill>
                <a:latin typeface="Arial" pitchFamily="34" charset="0"/>
              </a:defRPr>
            </a:lvl3pPr>
            <a:lvl4pPr algn="l" rtl="0" eaLnBrk="0" fontAlgn="base" hangingPunct="0">
              <a:spcBef>
                <a:spcPct val="0"/>
              </a:spcBef>
              <a:spcAft>
                <a:spcPct val="0"/>
              </a:spcAft>
              <a:defRPr sz="3900" b="1">
                <a:solidFill>
                  <a:schemeClr val="tx2"/>
                </a:solidFill>
                <a:latin typeface="Arial" pitchFamily="34" charset="0"/>
              </a:defRPr>
            </a:lvl4pPr>
            <a:lvl5pPr algn="l" rtl="0" eaLnBrk="0" fontAlgn="base" hangingPunct="0">
              <a:spcBef>
                <a:spcPct val="0"/>
              </a:spcBef>
              <a:spcAft>
                <a:spcPct val="0"/>
              </a:spcAft>
              <a:defRPr sz="3900" b="1">
                <a:solidFill>
                  <a:schemeClr val="tx2"/>
                </a:solidFill>
                <a:latin typeface="Arial" pitchFamily="34" charset="0"/>
              </a:defRPr>
            </a:lvl5pPr>
            <a:lvl6pPr marL="457200" algn="l" rtl="0" fontAlgn="base">
              <a:spcBef>
                <a:spcPct val="0"/>
              </a:spcBef>
              <a:spcAft>
                <a:spcPct val="0"/>
              </a:spcAft>
              <a:defRPr sz="3900" b="1">
                <a:solidFill>
                  <a:schemeClr val="tx2"/>
                </a:solidFill>
                <a:latin typeface="Arial" pitchFamily="34" charset="0"/>
              </a:defRPr>
            </a:lvl6pPr>
            <a:lvl7pPr marL="914400" algn="l" rtl="0" fontAlgn="base">
              <a:spcBef>
                <a:spcPct val="0"/>
              </a:spcBef>
              <a:spcAft>
                <a:spcPct val="0"/>
              </a:spcAft>
              <a:defRPr sz="3900" b="1">
                <a:solidFill>
                  <a:schemeClr val="tx2"/>
                </a:solidFill>
                <a:latin typeface="Arial" pitchFamily="34" charset="0"/>
              </a:defRPr>
            </a:lvl7pPr>
            <a:lvl8pPr marL="1371600" algn="l" rtl="0" fontAlgn="base">
              <a:spcBef>
                <a:spcPct val="0"/>
              </a:spcBef>
              <a:spcAft>
                <a:spcPct val="0"/>
              </a:spcAft>
              <a:defRPr sz="3900" b="1">
                <a:solidFill>
                  <a:schemeClr val="tx2"/>
                </a:solidFill>
                <a:latin typeface="Arial" pitchFamily="34" charset="0"/>
              </a:defRPr>
            </a:lvl8pPr>
            <a:lvl9pPr marL="1828800" algn="l" rtl="0" fontAlgn="base">
              <a:spcBef>
                <a:spcPct val="0"/>
              </a:spcBef>
              <a:spcAft>
                <a:spcPct val="0"/>
              </a:spcAft>
              <a:defRPr sz="3900" b="1">
                <a:solidFill>
                  <a:schemeClr val="tx2"/>
                </a:solidFill>
                <a:latin typeface="Arial" pitchFamily="34" charset="0"/>
              </a:defRPr>
            </a:lvl9pPr>
          </a:lstStyle>
          <a:p>
            <a:pPr marL="742950" indent="-742950" algn="ctr" eaLnBrk="1" hangingPunct="1"/>
            <a:r>
              <a:rPr lang="sv-SE" altLang="ja-JP" sz="4000" b="0" smtClean="0">
                <a:latin typeface="Constantia"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iều biên</a:t>
            </a:r>
            <a:endParaRPr lang="en-US" sz="4000" smtClean="0">
              <a:latin typeface="Constantia" pitchFamily="18" charset="0"/>
            </a:endParaRPr>
          </a:p>
        </p:txBody>
      </p:sp>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00200"/>
            <a:ext cx="5431008" cy="189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9418" y="3492491"/>
            <a:ext cx="5724525" cy="2756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80804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Date Placeholder 2"/>
          <p:cNvSpPr>
            <a:spLocks noGrp="1"/>
          </p:cNvSpPr>
          <p:nvPr>
            <p:ph type="dt" sz="half" idx="10"/>
          </p:nvPr>
        </p:nvSpPr>
        <p:spPr/>
        <p:txBody>
          <a:bodyPr/>
          <a:lstStyle/>
          <a:p>
            <a:fld id="{54D0B89C-F330-4529-876E-BED206AD5AAA}" type="datetime1">
              <a:rPr lang="en-US" smtClean="0"/>
              <a:pPr/>
              <a:t>23/12/2019</a:t>
            </a:fld>
            <a:endParaRPr lang="en-US" altLang="en-US"/>
          </a:p>
        </p:txBody>
      </p:sp>
      <p:sp>
        <p:nvSpPr>
          <p:cNvPr id="4" name="Slide Number Placeholder 3"/>
          <p:cNvSpPr>
            <a:spLocks noGrp="1"/>
          </p:cNvSpPr>
          <p:nvPr>
            <p:ph type="sldNum" sz="quarter" idx="12"/>
          </p:nvPr>
        </p:nvSpPr>
        <p:spPr/>
        <p:txBody>
          <a:bodyPr/>
          <a:lstStyle/>
          <a:p>
            <a:fld id="{ACFCF9E4-113A-441F-977D-B5D8724E68CA}" type="slidenum">
              <a:rPr lang="en-US" altLang="en-US" smtClean="0"/>
              <a:pPr/>
              <a:t>13</a:t>
            </a:fld>
            <a:endParaRPr lang="en-US" altLang="en-US"/>
          </a:p>
        </p:txBody>
      </p:sp>
      <p:pic>
        <p:nvPicPr>
          <p:cNvPr id="542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07736"/>
            <a:ext cx="6686550" cy="4699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p:cNvSpPr txBox="1">
            <a:spLocks noChangeArrowheads="1"/>
          </p:cNvSpPr>
          <p:nvPr/>
        </p:nvSpPr>
        <p:spPr bwMode="auto">
          <a:xfrm>
            <a:off x="457200" y="609600"/>
            <a:ext cx="7543800" cy="80803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itchFamily="34" charset="0"/>
              </a:defRPr>
            </a:lvl2pPr>
            <a:lvl3pPr algn="l" rtl="0" eaLnBrk="0" fontAlgn="base" hangingPunct="0">
              <a:spcBef>
                <a:spcPct val="0"/>
              </a:spcBef>
              <a:spcAft>
                <a:spcPct val="0"/>
              </a:spcAft>
              <a:defRPr sz="3900" b="1">
                <a:solidFill>
                  <a:schemeClr val="tx2"/>
                </a:solidFill>
                <a:latin typeface="Arial" pitchFamily="34" charset="0"/>
              </a:defRPr>
            </a:lvl3pPr>
            <a:lvl4pPr algn="l" rtl="0" eaLnBrk="0" fontAlgn="base" hangingPunct="0">
              <a:spcBef>
                <a:spcPct val="0"/>
              </a:spcBef>
              <a:spcAft>
                <a:spcPct val="0"/>
              </a:spcAft>
              <a:defRPr sz="3900" b="1">
                <a:solidFill>
                  <a:schemeClr val="tx2"/>
                </a:solidFill>
                <a:latin typeface="Arial" pitchFamily="34" charset="0"/>
              </a:defRPr>
            </a:lvl4pPr>
            <a:lvl5pPr algn="l" rtl="0" eaLnBrk="0" fontAlgn="base" hangingPunct="0">
              <a:spcBef>
                <a:spcPct val="0"/>
              </a:spcBef>
              <a:spcAft>
                <a:spcPct val="0"/>
              </a:spcAft>
              <a:defRPr sz="3900" b="1">
                <a:solidFill>
                  <a:schemeClr val="tx2"/>
                </a:solidFill>
                <a:latin typeface="Arial" pitchFamily="34" charset="0"/>
              </a:defRPr>
            </a:lvl5pPr>
            <a:lvl6pPr marL="457200" algn="l" rtl="0" fontAlgn="base">
              <a:spcBef>
                <a:spcPct val="0"/>
              </a:spcBef>
              <a:spcAft>
                <a:spcPct val="0"/>
              </a:spcAft>
              <a:defRPr sz="3900" b="1">
                <a:solidFill>
                  <a:schemeClr val="tx2"/>
                </a:solidFill>
                <a:latin typeface="Arial" pitchFamily="34" charset="0"/>
              </a:defRPr>
            </a:lvl6pPr>
            <a:lvl7pPr marL="914400" algn="l" rtl="0" fontAlgn="base">
              <a:spcBef>
                <a:spcPct val="0"/>
              </a:spcBef>
              <a:spcAft>
                <a:spcPct val="0"/>
              </a:spcAft>
              <a:defRPr sz="3900" b="1">
                <a:solidFill>
                  <a:schemeClr val="tx2"/>
                </a:solidFill>
                <a:latin typeface="Arial" pitchFamily="34" charset="0"/>
              </a:defRPr>
            </a:lvl7pPr>
            <a:lvl8pPr marL="1371600" algn="l" rtl="0" fontAlgn="base">
              <a:spcBef>
                <a:spcPct val="0"/>
              </a:spcBef>
              <a:spcAft>
                <a:spcPct val="0"/>
              </a:spcAft>
              <a:defRPr sz="3900" b="1">
                <a:solidFill>
                  <a:schemeClr val="tx2"/>
                </a:solidFill>
                <a:latin typeface="Arial" pitchFamily="34" charset="0"/>
              </a:defRPr>
            </a:lvl8pPr>
            <a:lvl9pPr marL="1828800" algn="l" rtl="0" fontAlgn="base">
              <a:spcBef>
                <a:spcPct val="0"/>
              </a:spcBef>
              <a:spcAft>
                <a:spcPct val="0"/>
              </a:spcAft>
              <a:defRPr sz="3900" b="1">
                <a:solidFill>
                  <a:schemeClr val="tx2"/>
                </a:solidFill>
                <a:latin typeface="Arial" pitchFamily="34" charset="0"/>
              </a:defRPr>
            </a:lvl9pPr>
          </a:lstStyle>
          <a:p>
            <a:pPr marL="742950" indent="-742950" algn="ctr" eaLnBrk="1" hangingPunct="1"/>
            <a:r>
              <a:rPr lang="sv-SE" altLang="ja-JP" sz="4000" b="0" smtClean="0">
                <a:latin typeface="Constantia"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iều biên</a:t>
            </a:r>
            <a:endParaRPr lang="en-US" sz="4000" smtClean="0">
              <a:latin typeface="Constantia" pitchFamily="18" charset="0"/>
            </a:endParaRPr>
          </a:p>
        </p:txBody>
      </p:sp>
    </p:spTree>
    <p:extLst>
      <p:ext uri="{BB962C8B-B14F-4D97-AF65-F5344CB8AC3E}">
        <p14:creationId xmlns:p14="http://schemas.microsoft.com/office/powerpoint/2010/main" val="14567578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AD55D542-7E94-4393-A2E9-E89AFE3BA7D5}" type="datetime1">
              <a:rPr lang="en-US">
                <a:latin typeface="Arial" pitchFamily="34" charset="0"/>
              </a:rPr>
              <a:pPr/>
              <a:t>23/12/2019</a:t>
            </a:fld>
            <a:endParaRPr lang="en-US" altLang="en-US">
              <a:latin typeface="Arial" pitchFamily="34" charset="0"/>
            </a:endParaRPr>
          </a:p>
        </p:txBody>
      </p:sp>
      <p:sp>
        <p:nvSpPr>
          <p:cNvPr id="235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C858ECDF-D691-43F0-8591-16DD4566CD42}" type="slidenum">
              <a:rPr lang="en-US" altLang="en-US" sz="1000"/>
              <a:pPr/>
              <a:t>14</a:t>
            </a:fld>
            <a:endParaRPr lang="en-US" altLang="en-US" sz="1000"/>
          </a:p>
        </p:txBody>
      </p:sp>
      <p:sp>
        <p:nvSpPr>
          <p:cNvPr id="28676" name="Rectangle 2"/>
          <p:cNvSpPr>
            <a:spLocks noGrp="1" noChangeArrowheads="1"/>
          </p:cNvSpPr>
          <p:nvPr>
            <p:ph type="title"/>
          </p:nvPr>
        </p:nvSpPr>
        <p:spPr>
          <a:xfrm>
            <a:off x="457200" y="609600"/>
            <a:ext cx="7543800" cy="808038"/>
          </a:xfrm>
          <a:solidFill>
            <a:schemeClr val="tx2">
              <a:lumMod val="20000"/>
              <a:lumOff val="80000"/>
            </a:schemeClr>
          </a:solidFill>
        </p:spPr>
        <p:txBody>
          <a:bodyPr/>
          <a:lstStyle/>
          <a:p>
            <a:pPr algn="ctr" eaLnBrk="1" hangingPunct="1"/>
            <a:r>
              <a:rPr lang="sv-SE" altLang="ja-JP" sz="4000" b="0" smtClean="0">
                <a:latin typeface="Constantia" pitchFamily="18" charset="0"/>
                <a:ea typeface="ＭＳ Ｐゴシック" pitchFamily="34" charset="-128"/>
              </a:rPr>
              <a:t>Các kiểu mạch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iều biên</a:t>
            </a:r>
            <a:r>
              <a:rPr lang="en-US" altLang="ja-JP" sz="4000" b="0" smtClean="0">
                <a:latin typeface="Constantia" pitchFamily="18" charset="0"/>
                <a:ea typeface="ＭＳ Ｐゴシック" pitchFamily="34" charset="-128"/>
              </a:rPr>
              <a:t> </a:t>
            </a:r>
            <a:endParaRPr lang="en-US" sz="4000" b="0" smtClean="0">
              <a:latin typeface="Constantia" pitchFamily="18" charset="0"/>
            </a:endParaRPr>
          </a:p>
        </p:txBody>
      </p:sp>
      <p:sp>
        <p:nvSpPr>
          <p:cNvPr id="23556" name="Rectangle 3"/>
          <p:cNvSpPr>
            <a:spLocks noGrp="1" noChangeArrowheads="1"/>
          </p:cNvSpPr>
          <p:nvPr>
            <p:ph type="body" idx="1"/>
          </p:nvPr>
        </p:nvSpPr>
        <p:spPr/>
        <p:txBody>
          <a:bodyPr/>
          <a:lstStyle/>
          <a:p>
            <a:pPr eaLnBrk="1" hangingPunct="1"/>
            <a:r>
              <a:rPr lang="sv-SE" altLang="ja-JP" sz="2800" i="1" smtClean="0">
                <a:solidFill>
                  <a:srgbClr val="FF0000"/>
                </a:solidFill>
                <a:latin typeface="Constantia" pitchFamily="18" charset="0"/>
                <a:ea typeface="ＭＳ Ｐゴシック" pitchFamily="34" charset="-128"/>
              </a:rPr>
              <a:t>Mạch </a:t>
            </a:r>
            <a:r>
              <a:rPr lang="vi-VN" altLang="ja-JP" sz="2800" i="1" smtClean="0">
                <a:solidFill>
                  <a:srgbClr val="FF0000"/>
                </a:solidFill>
                <a:latin typeface="Times New Roman" pitchFamily="18" charset="0"/>
                <a:ea typeface="ＭＳ Ｐゴシック" pitchFamily="34" charset="-128"/>
              </a:rPr>
              <a:t>đ</a:t>
            </a:r>
            <a:r>
              <a:rPr lang="sv-SE" altLang="ja-JP" sz="2800" i="1" smtClean="0">
                <a:solidFill>
                  <a:srgbClr val="FF0000"/>
                </a:solidFill>
                <a:latin typeface="Constantia" pitchFamily="18" charset="0"/>
                <a:ea typeface="ＭＳ Ｐゴシック" pitchFamily="34" charset="-128"/>
              </a:rPr>
              <a:t>iều biên </a:t>
            </a:r>
            <a:r>
              <a:rPr lang="vi-VN" altLang="ja-JP" sz="2800" i="1" smtClean="0">
                <a:solidFill>
                  <a:srgbClr val="FF0000"/>
                </a:solidFill>
                <a:latin typeface="Times New Roman" pitchFamily="18" charset="0"/>
                <a:ea typeface="ＭＳ Ｐゴシック" pitchFamily="34" charset="-128"/>
              </a:rPr>
              <a:t>đơ</a:t>
            </a:r>
            <a:r>
              <a:rPr lang="sv-SE" altLang="ja-JP" sz="2800" i="1" smtClean="0">
                <a:solidFill>
                  <a:srgbClr val="FF0000"/>
                </a:solidFill>
                <a:latin typeface="Constantia" pitchFamily="18" charset="0"/>
                <a:ea typeface="ＭＳ Ｐゴシック" pitchFamily="34" charset="-128"/>
              </a:rPr>
              <a:t>n</a:t>
            </a:r>
            <a:r>
              <a:rPr lang="sv-SE" altLang="ja-JP" smtClean="0">
                <a:latin typeface="Constantia" pitchFamily="18" charset="0"/>
                <a:ea typeface="ＭＳ Ｐゴシック" pitchFamily="34" charset="-128"/>
              </a:rPr>
              <a:t>: Chỉ dùng một phần tử tích cực nh</a:t>
            </a:r>
            <a:r>
              <a:rPr lang="vi-VN" altLang="ja-JP" smtClean="0">
                <a:latin typeface="Times New Roman" pitchFamily="18" charset="0"/>
                <a:ea typeface="ＭＳ Ｐゴシック" pitchFamily="34" charset="-128"/>
              </a:rPr>
              <a:t>ư</a:t>
            </a:r>
            <a:r>
              <a:rPr lang="sv-SE" altLang="ja-JP" smtClean="0">
                <a:latin typeface="Constantia" pitchFamily="18" charset="0"/>
                <a:ea typeface="ＭＳ Ｐゴシック" pitchFamily="34" charset="-128"/>
              </a:rPr>
              <a:t> diode hoặc transistor </a:t>
            </a:r>
          </a:p>
          <a:p>
            <a:pPr eaLnBrk="1" hangingPunct="1"/>
            <a:r>
              <a:rPr lang="sv-SE" altLang="ja-JP" sz="2800" i="1" smtClean="0">
                <a:solidFill>
                  <a:srgbClr val="FF0000"/>
                </a:solidFill>
                <a:latin typeface="Constantia" pitchFamily="18" charset="0"/>
                <a:ea typeface="ＭＳ Ｐゴシック" pitchFamily="34" charset="-128"/>
              </a:rPr>
              <a:t>Mạch </a:t>
            </a:r>
            <a:r>
              <a:rPr lang="vi-VN" altLang="ja-JP" sz="2800" i="1" smtClean="0">
                <a:solidFill>
                  <a:srgbClr val="FF0000"/>
                </a:solidFill>
                <a:latin typeface="Times New Roman" pitchFamily="18" charset="0"/>
                <a:ea typeface="ＭＳ Ｐゴシック" pitchFamily="34" charset="-128"/>
              </a:rPr>
              <a:t>đ</a:t>
            </a:r>
            <a:r>
              <a:rPr lang="sv-SE" altLang="ja-JP" sz="2800" i="1" smtClean="0">
                <a:solidFill>
                  <a:srgbClr val="FF0000"/>
                </a:solidFill>
                <a:latin typeface="Constantia" pitchFamily="18" charset="0"/>
                <a:ea typeface="ＭＳ Ｐゴシック" pitchFamily="34" charset="-128"/>
              </a:rPr>
              <a:t>iều biên cân bằng</a:t>
            </a:r>
            <a:r>
              <a:rPr lang="sv-SE" altLang="ja-JP" smtClean="0">
                <a:latin typeface="Constantia" pitchFamily="18" charset="0"/>
                <a:ea typeface="ＭＳ Ｐゴシック" pitchFamily="34" charset="-128"/>
              </a:rPr>
              <a:t>: giảm </a:t>
            </a:r>
            <a:r>
              <a:rPr lang="vi-VN" altLang="ja-JP" smtClean="0">
                <a:latin typeface="Times New Roman" pitchFamily="18" charset="0"/>
                <a:ea typeface="ＭＳ Ｐゴシック" pitchFamily="34" charset="-128"/>
              </a:rPr>
              <a:t>đư</a:t>
            </a:r>
            <a:r>
              <a:rPr lang="sv-SE" altLang="ja-JP" smtClean="0">
                <a:latin typeface="Constantia" pitchFamily="18" charset="0"/>
                <a:ea typeface="ＭＳ Ｐゴシック" pitchFamily="34" charset="-128"/>
              </a:rPr>
              <a:t>ợc méo phi tuyến. Có thể dùng diode hoặc transistor.</a:t>
            </a:r>
          </a:p>
          <a:p>
            <a:pPr eaLnBrk="1" hangingPunct="1"/>
            <a:r>
              <a:rPr lang="sv-SE" altLang="ja-JP" sz="2800" i="1" smtClean="0">
                <a:solidFill>
                  <a:srgbClr val="FF0000"/>
                </a:solidFill>
                <a:latin typeface="Constantia" pitchFamily="18" charset="0"/>
                <a:ea typeface="ＭＳ Ｐゴシック" pitchFamily="34" charset="-128"/>
              </a:rPr>
              <a:t>Mạch </a:t>
            </a:r>
            <a:r>
              <a:rPr lang="vi-VN" altLang="ja-JP" sz="2800" i="1" smtClean="0">
                <a:solidFill>
                  <a:srgbClr val="FF0000"/>
                </a:solidFill>
                <a:latin typeface="Times New Roman" pitchFamily="18" charset="0"/>
                <a:ea typeface="ＭＳ Ｐゴシック" pitchFamily="34" charset="-128"/>
              </a:rPr>
              <a:t>đ</a:t>
            </a:r>
            <a:r>
              <a:rPr lang="sv-SE" altLang="ja-JP" sz="2800" i="1" smtClean="0">
                <a:solidFill>
                  <a:srgbClr val="FF0000"/>
                </a:solidFill>
                <a:latin typeface="Constantia" pitchFamily="18" charset="0"/>
                <a:ea typeface="ＭＳ Ｐゴシック" pitchFamily="34" charset="-128"/>
              </a:rPr>
              <a:t>iều biên vòng</a:t>
            </a:r>
            <a:r>
              <a:rPr lang="sv-SE" altLang="ja-JP" smtClean="0">
                <a:latin typeface="Constantia" pitchFamily="18" charset="0"/>
                <a:ea typeface="ＭＳ Ｐゴシック" pitchFamily="34" charset="-128"/>
              </a:rPr>
              <a:t>: thực chất là 2 mạch </a:t>
            </a:r>
            <a:r>
              <a:rPr lang="vi-VN" altLang="ja-JP" smtClean="0">
                <a:latin typeface="Times New Roman" pitchFamily="18" charset="0"/>
                <a:ea typeface="ＭＳ Ｐゴシック" pitchFamily="34" charset="-128"/>
              </a:rPr>
              <a:t>đ</a:t>
            </a:r>
            <a:r>
              <a:rPr lang="sv-SE" altLang="ja-JP" smtClean="0">
                <a:latin typeface="Constantia" pitchFamily="18" charset="0"/>
                <a:ea typeface="ＭＳ Ｐゴシック" pitchFamily="34" charset="-128"/>
              </a:rPr>
              <a:t>iều biên cân bằng có chung tải.</a:t>
            </a:r>
            <a:endParaRPr lang="en-US" altLang="en-US" smtClean="0">
              <a:latin typeface="Constantia"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Date Placeholder 4"/>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FF4E9184-FC09-40A6-A7D6-5BCD52ACED53}" type="datetime1">
              <a:rPr lang="en-US">
                <a:latin typeface="Arial" pitchFamily="34" charset="0"/>
              </a:rPr>
              <a:pPr/>
              <a:t>23/12/2019</a:t>
            </a:fld>
            <a:endParaRPr lang="en-US" altLang="en-US">
              <a:latin typeface="Arial" pitchFamily="34" charset="0"/>
            </a:endParaRPr>
          </a:p>
        </p:txBody>
      </p:sp>
      <p:sp>
        <p:nvSpPr>
          <p:cNvPr id="2457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B5CC1935-DDF5-461E-BC87-5D445D849A85}" type="slidenum">
              <a:rPr lang="en-US" altLang="en-US" sz="1000"/>
              <a:pPr/>
              <a:t>15</a:t>
            </a:fld>
            <a:endParaRPr lang="en-US" altLang="en-US" sz="1000"/>
          </a:p>
        </p:txBody>
      </p:sp>
      <p:sp>
        <p:nvSpPr>
          <p:cNvPr id="29700" name="Rectangle 2"/>
          <p:cNvSpPr>
            <a:spLocks noGrp="1" noChangeArrowheads="1"/>
          </p:cNvSpPr>
          <p:nvPr>
            <p:ph type="title"/>
          </p:nvPr>
        </p:nvSpPr>
        <p:spPr>
          <a:xfrm>
            <a:off x="457200" y="762000"/>
            <a:ext cx="7543800" cy="655638"/>
          </a:xfrm>
          <a:solidFill>
            <a:schemeClr val="tx2">
              <a:lumMod val="20000"/>
              <a:lumOff val="80000"/>
            </a:schemeClr>
          </a:solidFill>
        </p:spPr>
        <p:txBody>
          <a:bodyPr/>
          <a:lstStyle/>
          <a:p>
            <a:pPr marL="742950" indent="-742950" eaLnBrk="1" hangingPunct="1"/>
            <a:r>
              <a:rPr lang="sv-SE" altLang="ja-JP" b="0" smtClean="0">
                <a:latin typeface="Times New Roman" pitchFamily="18" charset="0"/>
                <a:ea typeface="ＭＳ Ｐゴシック" pitchFamily="34" charset="-128"/>
              </a:rPr>
              <a:t>Mạch </a:t>
            </a:r>
            <a:r>
              <a:rPr lang="vi-VN" altLang="ja-JP" b="0" smtClean="0">
                <a:latin typeface="Times New Roman" pitchFamily="18" charset="0"/>
                <a:ea typeface="ＭＳ Ｐゴシック" pitchFamily="34" charset="-128"/>
              </a:rPr>
              <a:t>đ</a:t>
            </a:r>
            <a:r>
              <a:rPr lang="sv-SE" altLang="ja-JP" b="0" smtClean="0">
                <a:latin typeface="Times New Roman" pitchFamily="18" charset="0"/>
                <a:ea typeface="ＭＳ Ｐゴシック" pitchFamily="34" charset="-128"/>
              </a:rPr>
              <a:t>iều biên </a:t>
            </a:r>
            <a:r>
              <a:rPr lang="vi-VN" altLang="ja-JP" b="0" smtClean="0">
                <a:latin typeface="Times New Roman" pitchFamily="18" charset="0"/>
                <a:ea typeface="ＭＳ Ｐゴシック" pitchFamily="34" charset="-128"/>
              </a:rPr>
              <a:t>đơ</a:t>
            </a:r>
            <a:r>
              <a:rPr lang="sv-SE" altLang="ja-JP" b="0" smtClean="0">
                <a:latin typeface="Times New Roman" pitchFamily="18" charset="0"/>
                <a:ea typeface="ＭＳ Ｐゴシック" pitchFamily="34" charset="-128"/>
              </a:rPr>
              <a:t>n (dùng 1 diode)</a:t>
            </a:r>
            <a:endParaRPr lang="en-US" smtClean="0">
              <a:latin typeface="Times New Roman" pitchFamily="18" charset="0"/>
            </a:endParaRPr>
          </a:p>
        </p:txBody>
      </p:sp>
      <p:sp>
        <p:nvSpPr>
          <p:cNvPr id="24580" name="Rectangle 5"/>
          <p:cNvSpPr>
            <a:spLocks noGrp="1" noChangeArrowheads="1"/>
          </p:cNvSpPr>
          <p:nvPr>
            <p:ph type="body" sz="half" idx="2"/>
          </p:nvPr>
        </p:nvSpPr>
        <p:spPr>
          <a:xfrm>
            <a:off x="3810000" y="1600200"/>
            <a:ext cx="5334000" cy="4953000"/>
          </a:xfrm>
        </p:spPr>
        <p:txBody>
          <a:bodyPr/>
          <a:lstStyle/>
          <a:p>
            <a:pPr eaLnBrk="1" hangingPunct="1"/>
            <a:r>
              <a:rPr lang="sv-SE" altLang="ja-JP" sz="1800" smtClean="0">
                <a:latin typeface="Constantia" pitchFamily="18" charset="0"/>
                <a:ea typeface="ＭＳ Ｐゴシック" pitchFamily="34" charset="-128"/>
              </a:rPr>
              <a:t>Do diode là phần tử phi tuyến nên khi có 2 tín hiệu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ặt vào diode sẽ có các thành phần hài bậc 1, 2, 3, ...</a:t>
            </a:r>
          </a:p>
          <a:p>
            <a:pPr eaLnBrk="1" hangingPunct="1"/>
            <a:r>
              <a:rPr lang="sv-SE" altLang="ja-JP" sz="1800" smtClean="0">
                <a:latin typeface="Constantia" pitchFamily="18" charset="0"/>
                <a:ea typeface="ＭＳ Ｐゴシック" pitchFamily="34" charset="-128"/>
              </a:rPr>
              <a:t>Điện áp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ặt trên diode là: </a:t>
            </a:r>
          </a:p>
          <a:p>
            <a:pPr eaLnBrk="1" hangingPunct="1">
              <a:buFont typeface="Wingdings" pitchFamily="2" charset="2"/>
              <a:buNone/>
            </a:pPr>
            <a:r>
              <a:rPr lang="sv-SE" altLang="ja-JP" sz="1800" smtClean="0">
                <a:latin typeface="Constantia" pitchFamily="18" charset="0"/>
                <a:ea typeface="ＭＳ Ｐゴシック" pitchFamily="34" charset="-128"/>
              </a:rPr>
              <a:t>		</a:t>
            </a:r>
            <a:r>
              <a:rPr lang="sv-SE" altLang="ja-JP" sz="1800" smtClean="0">
                <a:solidFill>
                  <a:srgbClr val="FF0000"/>
                </a:solidFill>
                <a:latin typeface="Times New Roman" pitchFamily="18" charset="0"/>
                <a:ea typeface="ＭＳ Ｐゴシック" pitchFamily="34" charset="-128"/>
                <a:cs typeface="Times New Roman" pitchFamily="18" charset="0"/>
              </a:rPr>
              <a:t>u</a:t>
            </a:r>
            <a:r>
              <a:rPr lang="sv-SE" altLang="ja-JP" sz="1800" baseline="-25000" smtClean="0">
                <a:solidFill>
                  <a:srgbClr val="FF0000"/>
                </a:solidFill>
                <a:latin typeface="Times New Roman" pitchFamily="18" charset="0"/>
                <a:ea typeface="ＭＳ Ｐゴシック" pitchFamily="34" charset="-128"/>
                <a:cs typeface="Times New Roman" pitchFamily="18" charset="0"/>
              </a:rPr>
              <a:t>D</a:t>
            </a:r>
            <a:r>
              <a:rPr lang="sv-SE" altLang="ja-JP" sz="1800" smtClean="0">
                <a:solidFill>
                  <a:srgbClr val="FF0000"/>
                </a:solidFill>
                <a:latin typeface="Times New Roman" pitchFamily="18" charset="0"/>
                <a:ea typeface="ＭＳ Ｐゴシック" pitchFamily="34" charset="-128"/>
                <a:cs typeface="Times New Roman" pitchFamily="18" charset="0"/>
              </a:rPr>
              <a:t> = U̅cos</a:t>
            </a:r>
            <a:r>
              <a:rPr lang="sv-SE" altLang="ja-JP" sz="1800" smtClean="0">
                <a:solidFill>
                  <a:srgbClr val="FF0000"/>
                </a:solidFill>
                <a:latin typeface="Times New Roman" pitchFamily="18" charset="0"/>
                <a:ea typeface="ＭＳ Ｐゴシック" pitchFamily="34" charset="-128"/>
                <a:cs typeface="Times New Roman" pitchFamily="18" charset="0"/>
                <a:sym typeface="Symbol" pitchFamily="18" charset="2"/>
              </a:rPr>
              <a:t></a:t>
            </a:r>
            <a:r>
              <a:rPr lang="sv-SE" altLang="ja-JP" sz="1800" baseline="-25000" smtClean="0">
                <a:solidFill>
                  <a:srgbClr val="FF0000"/>
                </a:solidFill>
                <a:latin typeface="Times New Roman" pitchFamily="18" charset="0"/>
                <a:ea typeface="ＭＳ Ｐゴシック" pitchFamily="34" charset="-128"/>
                <a:cs typeface="Times New Roman" pitchFamily="18" charset="0"/>
              </a:rPr>
              <a:t>t</a:t>
            </a:r>
            <a:r>
              <a:rPr lang="sv-SE" altLang="ja-JP" sz="1800" smtClean="0">
                <a:solidFill>
                  <a:srgbClr val="FF0000"/>
                </a:solidFill>
                <a:latin typeface="Times New Roman" pitchFamily="18" charset="0"/>
                <a:ea typeface="ＭＳ Ｐゴシック" pitchFamily="34" charset="-128"/>
                <a:cs typeface="Times New Roman" pitchFamily="18" charset="0"/>
              </a:rPr>
              <a:t>t + U̅</a:t>
            </a:r>
            <a:r>
              <a:rPr lang="sv-SE" altLang="ja-JP" sz="1800" baseline="-25000" smtClean="0">
                <a:solidFill>
                  <a:srgbClr val="FF0000"/>
                </a:solidFill>
                <a:latin typeface="Times New Roman" pitchFamily="18" charset="0"/>
                <a:ea typeface="ＭＳ Ｐゴシック" pitchFamily="34" charset="-128"/>
                <a:cs typeface="Times New Roman" pitchFamily="18" charset="0"/>
              </a:rPr>
              <a:t>S</a:t>
            </a:r>
            <a:r>
              <a:rPr lang="sv-SE" altLang="ja-JP" sz="1800" smtClean="0">
                <a:solidFill>
                  <a:srgbClr val="FF0000"/>
                </a:solidFill>
                <a:latin typeface="Times New Roman" pitchFamily="18" charset="0"/>
                <a:ea typeface="ＭＳ Ｐゴシック" pitchFamily="34" charset="-128"/>
                <a:cs typeface="Times New Roman" pitchFamily="18" charset="0"/>
              </a:rPr>
              <a:t>.cos</a:t>
            </a:r>
            <a:r>
              <a:rPr lang="sv-SE" altLang="ja-JP" sz="1800" smtClean="0">
                <a:solidFill>
                  <a:srgbClr val="FF0000"/>
                </a:solidFill>
                <a:latin typeface="Times New Roman" pitchFamily="18" charset="0"/>
                <a:ea typeface="ＭＳ Ｐゴシック" pitchFamily="34" charset="-128"/>
                <a:cs typeface="Times New Roman" pitchFamily="18" charset="0"/>
                <a:sym typeface="Symbol" pitchFamily="18" charset="2"/>
              </a:rPr>
              <a:t></a:t>
            </a:r>
            <a:r>
              <a:rPr lang="sv-SE" altLang="ja-JP" sz="1800" baseline="-25000" smtClean="0">
                <a:solidFill>
                  <a:srgbClr val="FF0000"/>
                </a:solidFill>
                <a:latin typeface="Times New Roman" pitchFamily="18" charset="0"/>
                <a:ea typeface="ＭＳ Ｐゴシック" pitchFamily="34" charset="-128"/>
                <a:cs typeface="Times New Roman" pitchFamily="18" charset="0"/>
              </a:rPr>
              <a:t>S</a:t>
            </a:r>
            <a:r>
              <a:rPr lang="sv-SE" altLang="ja-JP" sz="1800" smtClean="0">
                <a:solidFill>
                  <a:srgbClr val="FF0000"/>
                </a:solidFill>
                <a:latin typeface="Times New Roman" pitchFamily="18" charset="0"/>
                <a:ea typeface="ＭＳ Ｐゴシック" pitchFamily="34" charset="-128"/>
                <a:cs typeface="Times New Roman" pitchFamily="18" charset="0"/>
              </a:rPr>
              <a:t>t</a:t>
            </a:r>
          </a:p>
          <a:p>
            <a:pPr eaLnBrk="1" hangingPunct="1"/>
            <a:r>
              <a:rPr lang="sv-SE" altLang="ja-JP" sz="1800" smtClean="0">
                <a:latin typeface="Constantia" pitchFamily="18" charset="0"/>
                <a:ea typeface="ＭＳ Ｐゴシック" pitchFamily="34" charset="-128"/>
              </a:rPr>
              <a:t>Dòng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iện qua diode </a:t>
            </a:r>
            <a:r>
              <a:rPr lang="vi-VN" altLang="ja-JP" sz="1800" smtClean="0">
                <a:latin typeface="Times New Roman" pitchFamily="18" charset="0"/>
                <a:ea typeface="ＭＳ Ｐゴシック" pitchFamily="34" charset="-128"/>
              </a:rPr>
              <a:t>đư</a:t>
            </a:r>
            <a:r>
              <a:rPr lang="sv-SE" altLang="ja-JP" sz="1800" smtClean="0">
                <a:latin typeface="Constantia" pitchFamily="18" charset="0"/>
                <a:ea typeface="ＭＳ Ｐゴシック" pitchFamily="34" charset="-128"/>
              </a:rPr>
              <a:t>ợc biểu diễn theo chuỗi Taylor nh</a:t>
            </a:r>
            <a:r>
              <a:rPr lang="vi-VN" altLang="ja-JP" sz="1800" smtClean="0">
                <a:latin typeface="Times New Roman" pitchFamily="18" charset="0"/>
                <a:ea typeface="ＭＳ Ｐゴシック" pitchFamily="34" charset="-128"/>
              </a:rPr>
              <a:t>ư</a:t>
            </a:r>
            <a:r>
              <a:rPr lang="sv-SE" altLang="ja-JP" sz="1800" smtClean="0">
                <a:latin typeface="Constantia" pitchFamily="18" charset="0"/>
                <a:ea typeface="ＭＳ Ｐゴシック" pitchFamily="34" charset="-128"/>
              </a:rPr>
              <a:t> sau:</a:t>
            </a:r>
            <a:endParaRPr lang="en-AU" altLang="ja-JP" sz="1800" smtClean="0">
              <a:latin typeface="Constantia" pitchFamily="18" charset="0"/>
              <a:ea typeface="ＭＳ Ｐゴシック" pitchFamily="34" charset="-128"/>
            </a:endParaRPr>
          </a:p>
          <a:p>
            <a:pPr eaLnBrk="1" hangingPunct="1">
              <a:buFont typeface="Wingdings" pitchFamily="2" charset="2"/>
              <a:buNone/>
            </a:pPr>
            <a:r>
              <a:rPr lang="en-AU" altLang="ja-JP" sz="1800" smtClean="0">
                <a:latin typeface="Constantia" pitchFamily="18" charset="0"/>
                <a:ea typeface="ＭＳ Ｐゴシック" pitchFamily="34" charset="-128"/>
              </a:rPr>
              <a:t>		</a:t>
            </a:r>
            <a:r>
              <a:rPr lang="en-AU" altLang="ja-JP" sz="1800" smtClean="0">
                <a:solidFill>
                  <a:srgbClr val="FF0000"/>
                </a:solidFill>
                <a:latin typeface="Constantia" pitchFamily="18" charset="0"/>
                <a:ea typeface="ＭＳ Ｐゴシック" pitchFamily="34" charset="-128"/>
              </a:rPr>
              <a:t>i</a:t>
            </a:r>
            <a:r>
              <a:rPr lang="en-AU" altLang="ja-JP" sz="1800" baseline="-25000" smtClean="0">
                <a:solidFill>
                  <a:srgbClr val="FF0000"/>
                </a:solidFill>
                <a:latin typeface="Constantia" pitchFamily="18" charset="0"/>
                <a:ea typeface="ＭＳ Ｐゴシック" pitchFamily="34" charset="-128"/>
              </a:rPr>
              <a:t>D</a:t>
            </a:r>
            <a:r>
              <a:rPr lang="en-AU" altLang="ja-JP" sz="1800" smtClean="0">
                <a:solidFill>
                  <a:srgbClr val="FF0000"/>
                </a:solidFill>
                <a:latin typeface="Constantia" pitchFamily="18" charset="0"/>
                <a:ea typeface="ＭＳ Ｐゴシック" pitchFamily="34" charset="-128"/>
              </a:rPr>
              <a:t>= a</a:t>
            </a:r>
            <a:r>
              <a:rPr lang="en-AU" altLang="ja-JP" sz="1800" baseline="-25000" smtClean="0">
                <a:solidFill>
                  <a:srgbClr val="FF0000"/>
                </a:solidFill>
                <a:latin typeface="Constantia" pitchFamily="18" charset="0"/>
                <a:ea typeface="ＭＳ Ｐゴシック" pitchFamily="34" charset="-128"/>
              </a:rPr>
              <a:t>1</a:t>
            </a:r>
            <a:r>
              <a:rPr lang="en-AU" altLang="ja-JP" sz="1800" smtClean="0">
                <a:solidFill>
                  <a:srgbClr val="FF0000"/>
                </a:solidFill>
                <a:latin typeface="Constantia" pitchFamily="18" charset="0"/>
                <a:ea typeface="ＭＳ Ｐゴシック" pitchFamily="34" charset="-128"/>
              </a:rPr>
              <a:t>. u</a:t>
            </a:r>
            <a:r>
              <a:rPr lang="en-AU" altLang="ja-JP" sz="1800" baseline="-25000" smtClean="0">
                <a:solidFill>
                  <a:srgbClr val="FF0000"/>
                </a:solidFill>
                <a:latin typeface="Constantia" pitchFamily="18" charset="0"/>
                <a:ea typeface="ＭＳ Ｐゴシック" pitchFamily="34" charset="-128"/>
              </a:rPr>
              <a:t>D</a:t>
            </a:r>
            <a:r>
              <a:rPr lang="en-AU" altLang="ja-JP" sz="1800" smtClean="0">
                <a:solidFill>
                  <a:srgbClr val="FF0000"/>
                </a:solidFill>
                <a:latin typeface="Constantia" pitchFamily="18" charset="0"/>
                <a:ea typeface="ＭＳ Ｐゴシック" pitchFamily="34" charset="-128"/>
              </a:rPr>
              <a:t>+ a</a:t>
            </a:r>
            <a:r>
              <a:rPr lang="en-AU" altLang="ja-JP" sz="1800" baseline="-25000" smtClean="0">
                <a:solidFill>
                  <a:srgbClr val="FF0000"/>
                </a:solidFill>
                <a:latin typeface="Constantia" pitchFamily="18" charset="0"/>
                <a:ea typeface="ＭＳ Ｐゴシック" pitchFamily="34" charset="-128"/>
              </a:rPr>
              <a:t>2</a:t>
            </a:r>
            <a:r>
              <a:rPr lang="en-AU" altLang="ja-JP" sz="1800" smtClean="0">
                <a:solidFill>
                  <a:srgbClr val="FF0000"/>
                </a:solidFill>
                <a:latin typeface="Constantia" pitchFamily="18" charset="0"/>
                <a:ea typeface="ＭＳ Ｐゴシック" pitchFamily="34" charset="-128"/>
              </a:rPr>
              <a:t>. u</a:t>
            </a:r>
            <a:r>
              <a:rPr lang="en-AU" altLang="ja-JP" sz="1800" baseline="-25000" smtClean="0">
                <a:solidFill>
                  <a:srgbClr val="FF0000"/>
                </a:solidFill>
                <a:latin typeface="Constantia" pitchFamily="18" charset="0"/>
                <a:ea typeface="ＭＳ Ｐゴシック" pitchFamily="34" charset="-128"/>
              </a:rPr>
              <a:t>D</a:t>
            </a:r>
            <a:r>
              <a:rPr lang="en-AU" altLang="ja-JP" sz="1800" baseline="30000" smtClean="0">
                <a:solidFill>
                  <a:srgbClr val="FF0000"/>
                </a:solidFill>
                <a:latin typeface="Constantia" pitchFamily="18" charset="0"/>
                <a:ea typeface="ＭＳ Ｐゴシック" pitchFamily="34" charset="-128"/>
              </a:rPr>
              <a:t>2</a:t>
            </a:r>
            <a:r>
              <a:rPr lang="en-AU" altLang="ja-JP" sz="1800" smtClean="0">
                <a:solidFill>
                  <a:srgbClr val="FF0000"/>
                </a:solidFill>
                <a:latin typeface="Constantia" pitchFamily="18" charset="0"/>
                <a:ea typeface="ＭＳ Ｐゴシック" pitchFamily="34" charset="-128"/>
              </a:rPr>
              <a:t>+ a</a:t>
            </a:r>
            <a:r>
              <a:rPr lang="en-AU" altLang="ja-JP" sz="1800" baseline="-25000" smtClean="0">
                <a:solidFill>
                  <a:srgbClr val="FF0000"/>
                </a:solidFill>
                <a:latin typeface="Constantia" pitchFamily="18" charset="0"/>
                <a:ea typeface="ＭＳ Ｐゴシック" pitchFamily="34" charset="-128"/>
              </a:rPr>
              <a:t>3</a:t>
            </a:r>
            <a:r>
              <a:rPr lang="en-AU" altLang="ja-JP" sz="1800" smtClean="0">
                <a:solidFill>
                  <a:srgbClr val="FF0000"/>
                </a:solidFill>
                <a:latin typeface="Constantia" pitchFamily="18" charset="0"/>
                <a:ea typeface="ＭＳ Ｐゴシック" pitchFamily="34" charset="-128"/>
              </a:rPr>
              <a:t>. u</a:t>
            </a:r>
            <a:r>
              <a:rPr lang="en-AU" altLang="ja-JP" sz="1800" baseline="-25000" smtClean="0">
                <a:solidFill>
                  <a:srgbClr val="FF0000"/>
                </a:solidFill>
                <a:latin typeface="Constantia" pitchFamily="18" charset="0"/>
                <a:ea typeface="ＭＳ Ｐゴシック" pitchFamily="34" charset="-128"/>
              </a:rPr>
              <a:t>D</a:t>
            </a:r>
            <a:r>
              <a:rPr lang="en-AU" altLang="ja-JP" sz="1800" baseline="30000" smtClean="0">
                <a:solidFill>
                  <a:srgbClr val="FF0000"/>
                </a:solidFill>
                <a:latin typeface="Constantia" pitchFamily="18" charset="0"/>
                <a:ea typeface="ＭＳ Ｐゴシック" pitchFamily="34" charset="-128"/>
              </a:rPr>
              <a:t>3</a:t>
            </a:r>
            <a:r>
              <a:rPr lang="en-AU" altLang="ja-JP" sz="1800" smtClean="0">
                <a:solidFill>
                  <a:srgbClr val="FF0000"/>
                </a:solidFill>
                <a:latin typeface="Constantia" pitchFamily="18" charset="0"/>
                <a:ea typeface="ＭＳ Ｐゴシック" pitchFamily="34" charset="-128"/>
              </a:rPr>
              <a:t>+...</a:t>
            </a:r>
          </a:p>
          <a:p>
            <a:pPr eaLnBrk="1" hangingPunct="1"/>
            <a:r>
              <a:rPr lang="en-AU" altLang="ja-JP" sz="1800" smtClean="0">
                <a:latin typeface="Constantia" pitchFamily="18" charset="0"/>
                <a:ea typeface="ＭＳ Ｐゴシック" pitchFamily="34" charset="-128"/>
              </a:rPr>
              <a:t>Thay biểu thức U</a:t>
            </a:r>
            <a:r>
              <a:rPr lang="en-AU" altLang="ja-JP" sz="1800" baseline="-25000" smtClean="0">
                <a:latin typeface="Constantia" pitchFamily="18" charset="0"/>
                <a:ea typeface="ＭＳ Ｐゴシック" pitchFamily="34" charset="-128"/>
              </a:rPr>
              <a:t>D</a:t>
            </a:r>
            <a:r>
              <a:rPr lang="en-AU" altLang="ja-JP" sz="1800" smtClean="0">
                <a:latin typeface="Constantia" pitchFamily="18" charset="0"/>
                <a:ea typeface="ＭＳ Ｐゴシック" pitchFamily="34" charset="-128"/>
              </a:rPr>
              <a:t> vào ta </a:t>
            </a:r>
            <a:r>
              <a:rPr lang="vi-VN" altLang="ja-JP" sz="1800" smtClean="0">
                <a:latin typeface="Times New Roman" pitchFamily="18" charset="0"/>
                <a:ea typeface="ＭＳ Ｐゴシック" pitchFamily="34" charset="-128"/>
              </a:rPr>
              <a:t>đư</a:t>
            </a:r>
            <a:r>
              <a:rPr lang="en-AU" altLang="ja-JP" sz="1800" smtClean="0">
                <a:latin typeface="Constantia" pitchFamily="18" charset="0"/>
                <a:ea typeface="ＭＳ Ｐゴシック" pitchFamily="34" charset="-128"/>
              </a:rPr>
              <a:t>ợc:</a:t>
            </a:r>
          </a:p>
          <a:p>
            <a:pPr eaLnBrk="1" hangingPunct="1">
              <a:buFont typeface="Wingdings" pitchFamily="2" charset="2"/>
              <a:buNone/>
            </a:pPr>
            <a:r>
              <a:rPr lang="en-AU" altLang="ja-JP" sz="1800" smtClean="0">
                <a:latin typeface="Constantia" pitchFamily="18" charset="0"/>
                <a:ea typeface="ＭＳ Ｐゴシック" pitchFamily="34" charset="-128"/>
              </a:rPr>
              <a:t>	</a:t>
            </a:r>
            <a:r>
              <a:rPr lang="en-AU" altLang="ja-JP" sz="1800" smtClean="0">
                <a:latin typeface="Times New Roman" pitchFamily="18" charset="0"/>
                <a:ea typeface="ＭＳ Ｐゴシック" pitchFamily="34" charset="-128"/>
              </a:rPr>
              <a:t>   i</a:t>
            </a:r>
            <a:r>
              <a:rPr lang="en-AU" altLang="ja-JP" sz="1800" baseline="-25000" smtClean="0">
                <a:latin typeface="Times New Roman" pitchFamily="18" charset="0"/>
                <a:ea typeface="ＭＳ Ｐゴシック" pitchFamily="34" charset="-128"/>
              </a:rPr>
              <a:t>D </a:t>
            </a:r>
            <a:r>
              <a:rPr lang="en-AU" altLang="ja-JP" sz="1800" smtClean="0">
                <a:latin typeface="Times New Roman" pitchFamily="18" charset="0"/>
                <a:ea typeface="ＭＳ Ｐゴシック" pitchFamily="34" charset="-128"/>
              </a:rPr>
              <a:t>=    a</a:t>
            </a:r>
            <a:r>
              <a:rPr lang="en-AU" altLang="ja-JP" sz="1800" baseline="-25000" smtClean="0">
                <a:latin typeface="Times New Roman" pitchFamily="18" charset="0"/>
                <a:ea typeface="ＭＳ Ｐゴシック" pitchFamily="34" charset="-128"/>
              </a:rPr>
              <a:t>1</a:t>
            </a:r>
            <a:r>
              <a:rPr lang="en-AU" altLang="ja-JP" sz="1800" smtClean="0">
                <a:latin typeface="Times New Roman" pitchFamily="18" charset="0"/>
                <a:ea typeface="ＭＳ Ｐゴシック" pitchFamily="34" charset="-128"/>
              </a:rPr>
              <a:t>.(U̅</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cos</a:t>
            </a:r>
            <a:r>
              <a:rPr lang="sv-SE" altLang="ja-JP" sz="1800" smtClean="0">
                <a:latin typeface="Times New Roman" pitchFamily="18" charset="0"/>
                <a:ea typeface="ＭＳ Ｐゴシック" pitchFamily="34" charset="-128"/>
                <a:sym typeface="Symbol" pitchFamily="18" charset="2"/>
              </a:rPr>
              <a:t>  </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t+U̅</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cos</a:t>
            </a:r>
            <a:r>
              <a:rPr lang="sv-SE" altLang="ja-JP" sz="1800" smtClean="0">
                <a:latin typeface="Times New Roman" pitchFamily="18" charset="0"/>
                <a:ea typeface="ＭＳ Ｐゴシック" pitchFamily="34" charset="-128"/>
                <a:sym typeface="Symbol" pitchFamily="18" charset="2"/>
              </a:rPr>
              <a:t>  </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t) + a</a:t>
            </a:r>
            <a:r>
              <a:rPr lang="en-AU" altLang="ja-JP" sz="1800" baseline="-25000" smtClean="0">
                <a:latin typeface="Times New Roman" pitchFamily="18" charset="0"/>
                <a:ea typeface="ＭＳ Ｐゴシック" pitchFamily="34" charset="-128"/>
              </a:rPr>
              <a:t>2</a:t>
            </a:r>
            <a:r>
              <a:rPr lang="en-AU" altLang="ja-JP" sz="1800" smtClean="0">
                <a:latin typeface="Times New Roman" pitchFamily="18" charset="0"/>
                <a:ea typeface="ＭＳ Ｐゴシック" pitchFamily="34" charset="-128"/>
              </a:rPr>
              <a:t>.(U̅</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cos</a:t>
            </a:r>
            <a:r>
              <a:rPr lang="sv-SE"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t+U̅scos</a:t>
            </a:r>
            <a:r>
              <a:rPr lang="sv-SE"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t)</a:t>
            </a:r>
            <a:r>
              <a:rPr lang="en-AU" altLang="ja-JP" sz="1800" baseline="30000" smtClean="0">
                <a:latin typeface="Times New Roman" pitchFamily="18" charset="0"/>
                <a:ea typeface="ＭＳ Ｐゴシック" pitchFamily="34" charset="-128"/>
              </a:rPr>
              <a:t>2</a:t>
            </a:r>
            <a:r>
              <a:rPr lang="en-AU" altLang="ja-JP" sz="1800" smtClean="0">
                <a:latin typeface="Times New Roman" pitchFamily="18" charset="0"/>
                <a:ea typeface="ＭＳ Ｐゴシック" pitchFamily="34" charset="-128"/>
              </a:rPr>
              <a:t>+ a</a:t>
            </a:r>
            <a:r>
              <a:rPr lang="en-AU" altLang="ja-JP" sz="1800" baseline="-25000" smtClean="0">
                <a:latin typeface="Times New Roman" pitchFamily="18" charset="0"/>
                <a:ea typeface="ＭＳ Ｐゴシック" pitchFamily="34" charset="-128"/>
              </a:rPr>
              <a:t>3</a:t>
            </a:r>
            <a:r>
              <a:rPr lang="en-AU" altLang="ja-JP" sz="1800" smtClean="0">
                <a:latin typeface="Times New Roman" pitchFamily="18" charset="0"/>
                <a:ea typeface="ＭＳ Ｐゴシック" pitchFamily="34" charset="-128"/>
              </a:rPr>
              <a:t>. (U̅</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cos</a:t>
            </a:r>
            <a:r>
              <a:rPr lang="sv-SE" altLang="ja-JP" sz="1800" smtClean="0">
                <a:latin typeface="Times New Roman" pitchFamily="18" charset="0"/>
                <a:ea typeface="ＭＳ Ｐゴシック" pitchFamily="34" charset="-128"/>
                <a:sym typeface="Symbol" pitchFamily="18" charset="2"/>
              </a:rPr>
              <a:t>  </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t+U̅</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cos</a:t>
            </a:r>
            <a:r>
              <a:rPr lang="sv-SE" altLang="ja-JP" sz="1800" smtClean="0">
                <a:latin typeface="Times New Roman" pitchFamily="18" charset="0"/>
                <a:ea typeface="ＭＳ Ｐゴシック" pitchFamily="34" charset="-128"/>
                <a:sym typeface="Symbol" pitchFamily="18" charset="2"/>
              </a:rPr>
              <a:t> </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t</a:t>
            </a:r>
            <a:r>
              <a:rPr lang="en-AU" altLang="ja-JP" sz="1800" baseline="30000" smtClean="0">
                <a:latin typeface="Times New Roman" pitchFamily="18" charset="0"/>
                <a:ea typeface="ＭＳ Ｐゴシック" pitchFamily="34" charset="-128"/>
              </a:rPr>
              <a:t>)3+...</a:t>
            </a:r>
          </a:p>
          <a:p>
            <a:pPr eaLnBrk="1" hangingPunct="1"/>
            <a:r>
              <a:rPr lang="en-AU" altLang="ja-JP" sz="1800" smtClean="0">
                <a:latin typeface="Constantia" pitchFamily="18" charset="0"/>
                <a:ea typeface="ＭＳ Ｐゴシック" pitchFamily="34" charset="-128"/>
              </a:rPr>
              <a:t>Chỉ lấy 3 số hạng </a:t>
            </a:r>
            <a:r>
              <a:rPr lang="vi-VN" altLang="ja-JP" sz="1800" smtClean="0">
                <a:latin typeface="Times New Roman" pitchFamily="18" charset="0"/>
                <a:ea typeface="ＭＳ Ｐゴシック" pitchFamily="34" charset="-128"/>
              </a:rPr>
              <a:t>đ</a:t>
            </a:r>
            <a:r>
              <a:rPr lang="en-AU" altLang="ja-JP" sz="1800" smtClean="0">
                <a:latin typeface="Constantia" pitchFamily="18" charset="0"/>
                <a:ea typeface="ＭＳ Ｐゴシック" pitchFamily="34" charset="-128"/>
              </a:rPr>
              <a:t>ầu tiên ta có i</a:t>
            </a:r>
            <a:r>
              <a:rPr lang="en-AU" altLang="ja-JP" sz="1800" baseline="-25000" smtClean="0">
                <a:latin typeface="Constantia" pitchFamily="18" charset="0"/>
                <a:ea typeface="ＭＳ Ｐゴシック" pitchFamily="34" charset="-128"/>
              </a:rPr>
              <a:t>D</a:t>
            </a:r>
            <a:r>
              <a:rPr lang="en-AU" altLang="ja-JP" sz="1800" smtClean="0">
                <a:latin typeface="Constantia" pitchFamily="18" charset="0"/>
                <a:ea typeface="ＭＳ Ｐゴシック" pitchFamily="34" charset="-128"/>
              </a:rPr>
              <a:t> theo công thức sau:</a:t>
            </a:r>
          </a:p>
          <a:p>
            <a:pPr eaLnBrk="1" hangingPunct="1">
              <a:buFont typeface="Wingdings" pitchFamily="2" charset="2"/>
              <a:buNone/>
            </a:pPr>
            <a:r>
              <a:rPr lang="en-AU" altLang="ja-JP" sz="1800" smtClean="0">
                <a:latin typeface="Constantia" pitchFamily="18" charset="0"/>
                <a:ea typeface="ＭＳ Ｐゴシック" pitchFamily="34" charset="-128"/>
              </a:rPr>
              <a:t>	</a:t>
            </a:r>
            <a:r>
              <a:rPr lang="en-AU" altLang="ja-JP" sz="1800" smtClean="0">
                <a:latin typeface="Times New Roman" pitchFamily="18" charset="0"/>
                <a:ea typeface="ＭＳ Ｐゴシック" pitchFamily="34" charset="-128"/>
              </a:rPr>
              <a:t>I</a:t>
            </a:r>
            <a:r>
              <a:rPr lang="en-AU" altLang="ja-JP" sz="1800" baseline="-25000" smtClean="0">
                <a:latin typeface="Times New Roman" pitchFamily="18" charset="0"/>
                <a:ea typeface="ＭＳ Ｐゴシック" pitchFamily="34" charset="-128"/>
              </a:rPr>
              <a:t>D</a:t>
            </a:r>
            <a:r>
              <a:rPr lang="en-AU" altLang="ja-JP" sz="1800" smtClean="0">
                <a:latin typeface="Times New Roman" pitchFamily="18" charset="0"/>
                <a:ea typeface="ＭＳ Ｐゴシック" pitchFamily="34" charset="-128"/>
              </a:rPr>
              <a:t> = A.cos</a:t>
            </a:r>
            <a:r>
              <a:rPr lang="en-AU"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t +B.cos 2</a:t>
            </a:r>
            <a:r>
              <a:rPr lang="en-AU"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t + C.cos3</a:t>
            </a:r>
            <a:r>
              <a:rPr lang="en-AU"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t + A’.cos</a:t>
            </a:r>
            <a:r>
              <a:rPr lang="en-AU"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t +B’.cos 2</a:t>
            </a:r>
            <a:r>
              <a:rPr lang="en-AU"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t + C’.cos3</a:t>
            </a:r>
            <a:r>
              <a:rPr lang="en-AU" altLang="ja-JP" sz="1800" smtClean="0">
                <a:latin typeface="Times New Roman" pitchFamily="18" charset="0"/>
                <a:ea typeface="ＭＳ Ｐゴシック" pitchFamily="34" charset="-128"/>
                <a:sym typeface="Symbol" pitchFamily="18" charset="2"/>
              </a:rPr>
              <a:t></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t+ D….</a:t>
            </a:r>
            <a:endParaRPr lang="en-US" altLang="en-US" sz="1800" smtClean="0">
              <a:latin typeface="Times New Roman" pitchFamily="18" charset="0"/>
              <a:cs typeface="Times New Roman" pitchFamily="18" charset="0"/>
            </a:endParaRPr>
          </a:p>
        </p:txBody>
      </p:sp>
      <p:pic>
        <p:nvPicPr>
          <p:cNvPr id="24581" name="Picture 6"/>
          <p:cNvPicPr>
            <a:picLocks noGrp="1" noChangeAspect="1" noChangeArrowheads="1"/>
          </p:cNvPicPr>
          <p:nvPr>
            <p:ph type="body" sz="half" idx="1"/>
          </p:nvPr>
        </p:nvPicPr>
        <p:blipFill>
          <a:blip r:embed="rId2">
            <a:extLst>
              <a:ext uri="{28A0092B-C50C-407E-A947-70E740481C1C}">
                <a14:useLocalDpi xmlns:a14="http://schemas.microsoft.com/office/drawing/2010/main" val="0"/>
              </a:ext>
            </a:extLst>
          </a:blip>
          <a:srcRect/>
          <a:stretch>
            <a:fillRect/>
          </a:stretch>
        </p:blipFill>
        <p:spPr>
          <a:xfrm>
            <a:off x="228600" y="1905000"/>
            <a:ext cx="3733800" cy="2028825"/>
          </a:xfrm>
          <a:noFill/>
        </p:spPr>
      </p:pic>
      <p:sp>
        <p:nvSpPr>
          <p:cNvPr id="24582" name="Text Box 7"/>
          <p:cNvSpPr txBox="1">
            <a:spLocks noChangeArrowheads="1"/>
          </p:cNvSpPr>
          <p:nvPr/>
        </p:nvSpPr>
        <p:spPr bwMode="auto">
          <a:xfrm>
            <a:off x="593725" y="1638300"/>
            <a:ext cx="1311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en-US" altLang="en-US" sz="1800">
                <a:latin typeface="Constantia" pitchFamily="18" charset="0"/>
              </a:rPr>
              <a:t>S</a:t>
            </a:r>
            <a:r>
              <a:rPr lang="vi-VN" altLang="en-US" sz="1800">
                <a:latin typeface="Times New Roman" pitchFamily="18" charset="0"/>
              </a:rPr>
              <a:t>ơ</a:t>
            </a:r>
            <a:r>
              <a:rPr lang="en-US" altLang="en-US" sz="1800">
                <a:latin typeface="Constantia" pitchFamily="18" charset="0"/>
              </a:rPr>
              <a:t> </a:t>
            </a:r>
            <a:r>
              <a:rPr lang="vi-VN" altLang="en-US" sz="1800">
                <a:latin typeface="Times New Roman" pitchFamily="18" charset="0"/>
              </a:rPr>
              <a:t>đ</a:t>
            </a:r>
            <a:r>
              <a:rPr lang="en-US" altLang="en-US" sz="1800">
                <a:latin typeface="Constantia" pitchFamily="18" charset="0"/>
              </a:rPr>
              <a:t>ồ mạch</a:t>
            </a:r>
          </a:p>
        </p:txBody>
      </p:sp>
      <p:sp>
        <p:nvSpPr>
          <p:cNvPr id="24583" name="Text Box 8"/>
          <p:cNvSpPr txBox="1">
            <a:spLocks noChangeArrowheads="1"/>
          </p:cNvSpPr>
          <p:nvPr/>
        </p:nvSpPr>
        <p:spPr bwMode="auto">
          <a:xfrm>
            <a:off x="533400" y="3810000"/>
            <a:ext cx="2590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sv-SE" altLang="ja-JP" sz="1800">
                <a:latin typeface="Constantia" pitchFamily="18" charset="0"/>
                <a:ea typeface="ＭＳ Ｐゴシック" pitchFamily="34" charset="-128"/>
              </a:rPr>
              <a:t>u</a:t>
            </a:r>
            <a:r>
              <a:rPr lang="sv-SE" altLang="ja-JP" sz="1800" baseline="-25000">
                <a:latin typeface="Constantia" pitchFamily="18" charset="0"/>
                <a:ea typeface="ＭＳ Ｐゴシック" pitchFamily="34" charset="-128"/>
              </a:rPr>
              <a:t>t</a:t>
            </a:r>
            <a:r>
              <a:rPr lang="sv-SE" altLang="ja-JP" sz="1800">
                <a:latin typeface="Constantia" pitchFamily="18" charset="0"/>
                <a:ea typeface="ＭＳ Ｐゴシック" pitchFamily="34" charset="-128"/>
              </a:rPr>
              <a:t>: tải tin</a:t>
            </a:r>
          </a:p>
          <a:p>
            <a:pPr eaLnBrk="1" hangingPunct="1"/>
            <a:r>
              <a:rPr lang="sv-SE" altLang="ja-JP" sz="1800">
                <a:latin typeface="Constantia" pitchFamily="18" charset="0"/>
                <a:ea typeface="ＭＳ Ｐゴシック" pitchFamily="34" charset="-128"/>
              </a:rPr>
              <a:t>u</a:t>
            </a:r>
            <a:r>
              <a:rPr lang="sv-SE" altLang="ja-JP" sz="1800" baseline="-25000">
                <a:latin typeface="Constantia" pitchFamily="18" charset="0"/>
                <a:ea typeface="ＭＳ Ｐゴシック" pitchFamily="34" charset="-128"/>
              </a:rPr>
              <a:t>s</a:t>
            </a:r>
            <a:r>
              <a:rPr lang="sv-SE" altLang="ja-JP" sz="1800">
                <a:latin typeface="Constantia" pitchFamily="18" charset="0"/>
                <a:ea typeface="ＭＳ Ｐゴシック" pitchFamily="34" charset="-128"/>
              </a:rPr>
              <a:t>: Tin tức</a:t>
            </a:r>
          </a:p>
          <a:p>
            <a:pPr eaLnBrk="1" hangingPunct="1"/>
            <a:r>
              <a:rPr lang="sv-SE" altLang="ja-JP" sz="1800">
                <a:latin typeface="Constantia" pitchFamily="18" charset="0"/>
                <a:ea typeface="ＭＳ Ｐゴシック" pitchFamily="34" charset="-128"/>
              </a:rPr>
              <a:t>u</a:t>
            </a:r>
            <a:r>
              <a:rPr lang="en-US" altLang="ja-JP" sz="1800" baseline="-25000">
                <a:latin typeface="Constantia" pitchFamily="18" charset="0"/>
                <a:ea typeface="ＭＳ Ｐゴシック" pitchFamily="34" charset="-128"/>
              </a:rPr>
              <a:t>d</a:t>
            </a:r>
            <a:r>
              <a:rPr lang="sv-SE" altLang="ja-JP" sz="1800" baseline="-25000">
                <a:latin typeface="Constantia" pitchFamily="18" charset="0"/>
                <a:ea typeface="ＭＳ Ｐゴシック" pitchFamily="34" charset="-128"/>
              </a:rPr>
              <a:t>b</a:t>
            </a:r>
            <a:r>
              <a:rPr lang="sv-SE" altLang="ja-JP" sz="1800">
                <a:latin typeface="Constantia" pitchFamily="18" charset="0"/>
                <a:ea typeface="ＭＳ Ｐゴシック" pitchFamily="34" charset="-128"/>
              </a:rPr>
              <a:t>: Tín hiệu </a:t>
            </a:r>
            <a:r>
              <a:rPr lang="vi-VN" altLang="ja-JP" sz="1800">
                <a:latin typeface="Times New Roman" pitchFamily="18" charset="0"/>
                <a:ea typeface="ＭＳ Ｐゴシック" pitchFamily="34" charset="-128"/>
              </a:rPr>
              <a:t>đ</a:t>
            </a:r>
            <a:r>
              <a:rPr lang="sv-SE" altLang="ja-JP" sz="1800">
                <a:latin typeface="Constantia" pitchFamily="18" charset="0"/>
                <a:ea typeface="ＭＳ Ｐゴシック" pitchFamily="34" charset="-128"/>
              </a:rPr>
              <a:t>iều biên</a:t>
            </a:r>
            <a:endParaRPr lang="en-US" altLang="en-US" sz="1800">
              <a:latin typeface="Constantia" pitchFamily="18" charset="0"/>
            </a:endParaRPr>
          </a:p>
        </p:txBody>
      </p:sp>
      <p:sp>
        <p:nvSpPr>
          <p:cNvPr id="24584" name="Rectangle 9"/>
          <p:cNvSpPr>
            <a:spLocks noChangeArrowheads="1"/>
          </p:cNvSpPr>
          <p:nvPr/>
        </p:nvSpPr>
        <p:spPr bwMode="auto">
          <a:xfrm>
            <a:off x="509588" y="4724400"/>
            <a:ext cx="2935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eaLnBrk="1" hangingPunct="1"/>
            <a:r>
              <a:rPr lang="en-AU" altLang="ja-JP">
                <a:ea typeface="MS Mincho" pitchFamily="49" charset="-128"/>
                <a:cs typeface="Vn Time Bold" charset="0"/>
              </a:rPr>
              <a:t>i</a:t>
            </a:r>
            <a:r>
              <a:rPr lang="en-AU" altLang="ja-JP" baseline="-25000">
                <a:ea typeface="MS Mincho" pitchFamily="49" charset="-128"/>
                <a:cs typeface="Vn Time Bold" charset="0"/>
              </a:rPr>
              <a:t>D </a:t>
            </a:r>
            <a:r>
              <a:rPr lang="en-AU" altLang="ja-JP" u="sng">
                <a:ea typeface="MS Mincho" pitchFamily="49" charset="-128"/>
                <a:cs typeface="Vn Time Bold" charset="0"/>
              </a:rPr>
              <a:t>gồm các thành phần tần số:</a:t>
            </a:r>
          </a:p>
        </p:txBody>
      </p:sp>
      <p:graphicFrame>
        <p:nvGraphicFramePr>
          <p:cNvPr id="124978" name="Group 50"/>
          <p:cNvGraphicFramePr>
            <a:graphicFrameLocks noGrp="1"/>
          </p:cNvGraphicFramePr>
          <p:nvPr/>
        </p:nvGraphicFramePr>
        <p:xfrm>
          <a:off x="228600" y="5181600"/>
          <a:ext cx="3543300" cy="1432450"/>
        </p:xfrm>
        <a:graphic>
          <a:graphicData uri="http://schemas.openxmlformats.org/drawingml/2006/table">
            <a:tbl>
              <a:tblPr/>
              <a:tblGrid>
                <a:gridCol w="790575">
                  <a:extLst>
                    <a:ext uri="{9D8B030D-6E8A-4147-A177-3AD203B41FA5}">
                      <a16:colId xmlns:a16="http://schemas.microsoft.com/office/drawing/2014/main" val="20000"/>
                    </a:ext>
                  </a:extLst>
                </a:gridCol>
                <a:gridCol w="923925">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175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2</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3</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a:t>
                      </a:r>
                      <a:endParaRPr kumimoji="0" lang="en-AU" altLang="ja-JP" sz="1800" b="0" i="0" u="none" strike="noStrike" cap="none" normalizeH="0" baseline="0" smtClean="0">
                        <a:ln>
                          <a:noFill/>
                        </a:ln>
                        <a:solidFill>
                          <a:schemeClr val="tx1"/>
                        </a:solidFill>
                        <a:effectLst/>
                        <a:latin typeface="Arial" pitchFamily="34" charset="0"/>
                        <a:ea typeface="MS Mincho" pitchFamily="49" charset="-128"/>
                        <a:cs typeface="Vn Time Bold" charset="0"/>
                      </a:endParaRPr>
                    </a:p>
                  </a:txBody>
                  <a:tcPr marT="45665" marB="45665"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2</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3</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a:t>
                      </a:r>
                      <a:endParaRPr kumimoji="0" lang="en-AU" altLang="ja-JP" sz="1800" b="0" i="0" u="none" strike="noStrike" cap="none" normalizeH="0" baseline="0" smtClean="0">
                        <a:ln>
                          <a:noFill/>
                        </a:ln>
                        <a:solidFill>
                          <a:schemeClr val="tx1"/>
                        </a:solidFill>
                        <a:effectLst/>
                        <a:latin typeface="Arial" pitchFamily="34" charset="0"/>
                        <a:ea typeface="MS Mincho" pitchFamily="49" charset="-128"/>
                        <a:cs typeface="Vn Time Bold" charset="0"/>
                      </a:endParaRPr>
                    </a:p>
                  </a:txBody>
                  <a:tcPr marT="45665" marB="45665"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 </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 </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2</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 </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3</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a:t>
                      </a:r>
                      <a:endParaRPr kumimoji="0" lang="en-AU" altLang="ja-JP" sz="1800" b="0" i="0" u="none" strike="noStrike" cap="none" normalizeH="0" baseline="0" smtClean="0">
                        <a:ln>
                          <a:noFill/>
                        </a:ln>
                        <a:solidFill>
                          <a:schemeClr val="tx1"/>
                        </a:solidFill>
                        <a:effectLst/>
                        <a:latin typeface="Arial" pitchFamily="34" charset="0"/>
                        <a:ea typeface="MS Mincho" pitchFamily="49" charset="-128"/>
                        <a:cs typeface="Vn Time Bold" charset="0"/>
                      </a:endParaRPr>
                    </a:p>
                  </a:txBody>
                  <a:tcPr marT="45665" marB="45665"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2</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 </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2</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 </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2</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2</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t </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3</a:t>
                      </a: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rPr>
                        <a:t></a:t>
                      </a:r>
                      <a:r>
                        <a:rPr kumimoji="0" lang="en-AU" altLang="ja-JP" sz="1400" b="0" i="0" u="none" strike="noStrike" cap="none" normalizeH="0" baseline="-30000" smtClean="0">
                          <a:ln>
                            <a:noFill/>
                          </a:ln>
                          <a:solidFill>
                            <a:schemeClr val="tx1"/>
                          </a:solidFill>
                          <a:effectLst/>
                          <a:latin typeface=".VnTime" pitchFamily="34" charset="0"/>
                          <a:ea typeface="MS Mincho" pitchFamily="49" charset="-128"/>
                          <a:cs typeface="Vn Time Bold" charset="0"/>
                        </a:rPr>
                        <a:t>S</a:t>
                      </a:r>
                      <a:endPar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sym typeface="Symbol" pitchFamily="18" charset="2"/>
                      </a:endParaRPr>
                    </a:p>
                  </a:txBody>
                  <a:tcPr marT="45665" marB="45665" horzOverflow="overflow">
                    <a:lnL>
                      <a:noFill/>
                    </a:lnL>
                    <a:lnR>
                      <a:noFill/>
                    </a:lnR>
                    <a:lnT>
                      <a:noFill/>
                    </a:lnT>
                    <a:lnB>
                      <a:noFill/>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AU" altLang="ja-JP" sz="1400" b="0" i="0" u="none" strike="noStrike" cap="none" normalizeH="0" baseline="0" smtClean="0">
                          <a:ln>
                            <a:noFill/>
                          </a:ln>
                          <a:solidFill>
                            <a:schemeClr val="tx1"/>
                          </a:solidFill>
                          <a:effectLst/>
                          <a:latin typeface=".VnTime" pitchFamily="34" charset="0"/>
                          <a:ea typeface="MS Mincho" pitchFamily="49" charset="-128"/>
                          <a:cs typeface="Vn Time Bold" charset="0"/>
                        </a:rPr>
                        <a:t>…..</a:t>
                      </a:r>
                      <a:endParaRPr kumimoji="0" lang="en-AU" altLang="ja-JP" sz="1800" b="0" i="0" u="none" strike="noStrike" cap="none" normalizeH="0" baseline="0" smtClean="0">
                        <a:ln>
                          <a:noFill/>
                        </a:ln>
                        <a:solidFill>
                          <a:schemeClr val="tx1"/>
                        </a:solidFill>
                        <a:effectLst/>
                        <a:latin typeface="Arial" pitchFamily="34" charset="0"/>
                        <a:ea typeface="MS Mincho" pitchFamily="49" charset="-128"/>
                        <a:cs typeface="Vn Time Bold" charset="0"/>
                      </a:endParaRPr>
                    </a:p>
                  </a:txBody>
                  <a:tcPr marT="45665" marB="45665"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73096177-B19C-470D-AD5B-104A1B327950}" type="datetime1">
              <a:rPr lang="en-US">
                <a:latin typeface="Arial" pitchFamily="34" charset="0"/>
              </a:rPr>
              <a:pPr/>
              <a:t>23/12/2019</a:t>
            </a:fld>
            <a:endParaRPr lang="en-US" altLang="en-US">
              <a:latin typeface="Arial" pitchFamily="34" charset="0"/>
            </a:endParaRPr>
          </a:p>
        </p:txBody>
      </p:sp>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66F09065-C8B9-4A50-A557-F539A3340E1E}" type="slidenum">
              <a:rPr lang="en-US" altLang="en-US" sz="1000"/>
              <a:pPr/>
              <a:t>16</a:t>
            </a:fld>
            <a:endParaRPr lang="en-US" altLang="en-US" sz="1000"/>
          </a:p>
        </p:txBody>
      </p:sp>
      <p:sp>
        <p:nvSpPr>
          <p:cNvPr id="25603" name="Rectangle 3"/>
          <p:cNvSpPr>
            <a:spLocks noGrp="1" noChangeArrowheads="1"/>
          </p:cNvSpPr>
          <p:nvPr>
            <p:ph type="body" idx="1"/>
          </p:nvPr>
        </p:nvSpPr>
        <p:spPr>
          <a:xfrm>
            <a:off x="381000" y="1295400"/>
            <a:ext cx="8229600" cy="4411663"/>
          </a:xfrm>
        </p:spPr>
        <p:txBody>
          <a:bodyPr/>
          <a:lstStyle/>
          <a:p>
            <a:pPr eaLnBrk="1" hangingPunct="1"/>
            <a:r>
              <a:rPr lang="en-AU" altLang="ja-JP" sz="2400" smtClean="0">
                <a:latin typeface="Constantia" pitchFamily="18" charset="0"/>
                <a:ea typeface="ＭＳ Ｐゴシック" pitchFamily="34" charset="-128"/>
              </a:rPr>
              <a:t>Phổ của tín hiệu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biên nh</a:t>
            </a:r>
            <a:r>
              <a:rPr lang="vi-VN" altLang="ja-JP" sz="2400" smtClean="0">
                <a:latin typeface="Times New Roman" pitchFamily="18" charset="0"/>
                <a:ea typeface="ＭＳ Ｐゴシック" pitchFamily="34" charset="-128"/>
              </a:rPr>
              <a:t>ư</a:t>
            </a:r>
            <a:r>
              <a:rPr lang="en-AU" altLang="ja-JP" sz="2400" smtClean="0">
                <a:latin typeface="Constantia" pitchFamily="18" charset="0"/>
                <a:ea typeface="ＭＳ Ｐゴシック" pitchFamily="34" charset="-128"/>
              </a:rPr>
              <a:t> sau:</a:t>
            </a:r>
          </a:p>
          <a:p>
            <a:pPr eaLnBrk="1" hangingPunct="1"/>
            <a:endParaRPr lang="en-AU" altLang="ja-JP" sz="2400" smtClean="0">
              <a:latin typeface="Constantia" pitchFamily="18" charset="0"/>
              <a:ea typeface="ＭＳ Ｐゴシック" pitchFamily="34" charset="-128"/>
            </a:endParaRPr>
          </a:p>
          <a:p>
            <a:pPr eaLnBrk="1" hangingPunct="1"/>
            <a:endParaRPr lang="en-AU" altLang="ja-JP" sz="2400" smtClean="0">
              <a:latin typeface="Constantia" pitchFamily="18" charset="0"/>
              <a:ea typeface="ＭＳ Ｐゴシック" pitchFamily="34" charset="-128"/>
            </a:endParaRPr>
          </a:p>
          <a:p>
            <a:pPr eaLnBrk="1" hangingPunct="1"/>
            <a:endParaRPr lang="en-AU" altLang="ja-JP" sz="2400" smtClean="0">
              <a:latin typeface="Constantia" pitchFamily="18" charset="0"/>
              <a:ea typeface="ＭＳ Ｐゴシック" pitchFamily="34" charset="-128"/>
            </a:endParaRPr>
          </a:p>
          <a:p>
            <a:pPr eaLnBrk="1" hangingPunct="1"/>
            <a:endParaRPr lang="en-AU" altLang="ja-JP" sz="2400" smtClean="0">
              <a:latin typeface="Constantia" pitchFamily="18" charset="0"/>
              <a:ea typeface="ＭＳ Ｐゴシック" pitchFamily="34" charset="-128"/>
            </a:endParaRPr>
          </a:p>
          <a:p>
            <a:pPr eaLnBrk="1" hangingPunct="1"/>
            <a:endParaRPr lang="en-AU" altLang="ja-JP" sz="2400" smtClean="0">
              <a:latin typeface="Constantia" pitchFamily="18" charset="0"/>
              <a:ea typeface="ＭＳ Ｐゴシック" pitchFamily="34" charset="-128"/>
            </a:endParaRPr>
          </a:p>
          <a:p>
            <a:pPr eaLnBrk="1" hangingPunct="1"/>
            <a:r>
              <a:rPr lang="en-AU" altLang="ja-JP" sz="2400" smtClean="0">
                <a:latin typeface="Constantia" pitchFamily="18" charset="0"/>
                <a:ea typeface="ＭＳ Ｐゴシック" pitchFamily="34" charset="-128"/>
              </a:rPr>
              <a:t>Để lấy ra tín hiệu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biên </a:t>
            </a:r>
            <a:r>
              <a:rPr lang="en-AU" altLang="ja-JP" sz="2400" smtClean="0">
                <a:latin typeface="Constantia" pitchFamily="18" charset="0"/>
                <a:ea typeface="ＭＳ Ｐゴシック" pitchFamily="34" charset="-128"/>
                <a:sym typeface="Wingdings" pitchFamily="2" charset="2"/>
              </a:rPr>
              <a:t></a:t>
            </a:r>
            <a:r>
              <a:rPr lang="en-AU" altLang="ja-JP" sz="2400" smtClean="0">
                <a:latin typeface="Constantia" pitchFamily="18" charset="0"/>
                <a:ea typeface="ＭＳ Ｐゴシック" pitchFamily="34" charset="-128"/>
              </a:rPr>
              <a:t> dùng bộ lọc có tần số trung tâm là </a:t>
            </a:r>
            <a:r>
              <a:rPr lang="en-AU" altLang="ja-JP" sz="2400" smtClean="0">
                <a:latin typeface="Constantia" pitchFamily="18" charset="0"/>
                <a:ea typeface="ＭＳ Ｐゴシック" pitchFamily="34" charset="-128"/>
                <a:sym typeface="Symbol" pitchFamily="18" charset="2"/>
              </a:rPr>
              <a:t></a:t>
            </a:r>
            <a:r>
              <a:rPr lang="en-AU" altLang="ja-JP" sz="2400" baseline="-25000" smtClean="0">
                <a:latin typeface="Constantia" pitchFamily="18" charset="0"/>
                <a:ea typeface="ＭＳ Ｐゴシック" pitchFamily="34" charset="-128"/>
              </a:rPr>
              <a:t>t</a:t>
            </a:r>
            <a:r>
              <a:rPr lang="en-AU" altLang="ja-JP" sz="2400" smtClean="0">
                <a:latin typeface="Constantia" pitchFamily="18" charset="0"/>
                <a:ea typeface="ＭＳ Ｐゴシック" pitchFamily="34" charset="-128"/>
              </a:rPr>
              <a:t> và dải thông </a:t>
            </a:r>
            <a:r>
              <a:rPr lang="en-AU" altLang="ja-JP" sz="2400" smtClean="0">
                <a:latin typeface="Constantia" pitchFamily="18" charset="0"/>
                <a:ea typeface="ＭＳ Ｐゴシック" pitchFamily="34" charset="-128"/>
                <a:sym typeface="Symbol" pitchFamily="18" charset="2"/>
              </a:rPr>
              <a:t></a:t>
            </a:r>
            <a:r>
              <a:rPr lang="en-AU" altLang="ja-JP" sz="2400" smtClean="0">
                <a:latin typeface="Constantia" pitchFamily="18" charset="0"/>
                <a:ea typeface="ＭＳ Ｐゴシック" pitchFamily="34" charset="-128"/>
              </a:rPr>
              <a:t> 2</a:t>
            </a:r>
            <a:r>
              <a:rPr lang="en-AU" altLang="ja-JP" sz="2400" smtClean="0">
                <a:latin typeface="Constantia" pitchFamily="18" charset="0"/>
                <a:ea typeface="ＭＳ Ｐゴシック" pitchFamily="34" charset="-128"/>
                <a:sym typeface="Symbol" pitchFamily="18" charset="2"/>
              </a:rPr>
              <a:t></a:t>
            </a:r>
            <a:r>
              <a:rPr lang="en-AU" altLang="ja-JP" sz="2400" baseline="-25000" smtClean="0">
                <a:latin typeface="Constantia" pitchFamily="18" charset="0"/>
                <a:ea typeface="ＭＳ Ｐゴシック" pitchFamily="34" charset="-128"/>
              </a:rPr>
              <a:t>S.</a:t>
            </a:r>
          </a:p>
          <a:p>
            <a:pPr eaLnBrk="1" hangingPunct="1"/>
            <a:r>
              <a:rPr lang="en-AU" altLang="ja-JP" sz="2400" smtClean="0">
                <a:latin typeface="Constantia" pitchFamily="18" charset="0"/>
                <a:ea typeface="ＭＳ Ｐゴシック" pitchFamily="34" charset="-128"/>
              </a:rPr>
              <a:t>Thực tế ta thu </a:t>
            </a:r>
            <a:r>
              <a:rPr lang="vi-VN" altLang="ja-JP" sz="2400" smtClean="0">
                <a:latin typeface="Times New Roman" pitchFamily="18" charset="0"/>
                <a:ea typeface="ＭＳ Ｐゴシック" pitchFamily="34" charset="-128"/>
              </a:rPr>
              <a:t>đư</a:t>
            </a:r>
            <a:r>
              <a:rPr lang="en-AU" altLang="ja-JP" sz="2400" smtClean="0">
                <a:latin typeface="Constantia" pitchFamily="18" charset="0"/>
                <a:ea typeface="ＭＳ Ｐゴシック" pitchFamily="34" charset="-128"/>
              </a:rPr>
              <a:t>ợc cả hài bậc 2 (</a:t>
            </a:r>
            <a:r>
              <a:rPr lang="en-AU" altLang="ja-JP" sz="2400" smtClean="0">
                <a:latin typeface="Constantia" pitchFamily="18" charset="0"/>
                <a:ea typeface="ＭＳ Ｐゴシック" pitchFamily="34" charset="-128"/>
                <a:sym typeface="Symbol" pitchFamily="18" charset="2"/>
              </a:rPr>
              <a:t></a:t>
            </a:r>
            <a:r>
              <a:rPr lang="en-AU" altLang="ja-JP" sz="2400" baseline="-25000" smtClean="0">
                <a:latin typeface="Constantia" pitchFamily="18" charset="0"/>
                <a:ea typeface="ＭＳ Ｐゴシック" pitchFamily="34" charset="-128"/>
              </a:rPr>
              <a:t>t</a:t>
            </a:r>
            <a:r>
              <a:rPr lang="en-AU" altLang="ja-JP" sz="2400" smtClean="0">
                <a:latin typeface="Constantia" pitchFamily="18" charset="0"/>
                <a:ea typeface="ＭＳ Ｐゴシック" pitchFamily="34" charset="-128"/>
              </a:rPr>
              <a:t> </a:t>
            </a:r>
            <a:r>
              <a:rPr lang="en-AU" altLang="ja-JP" sz="2400" smtClean="0">
                <a:latin typeface="Constantia" pitchFamily="18" charset="0"/>
                <a:ea typeface="ＭＳ Ｐゴシック" pitchFamily="34" charset="-128"/>
                <a:sym typeface="Symbol" pitchFamily="18" charset="2"/>
              </a:rPr>
              <a:t></a:t>
            </a:r>
            <a:r>
              <a:rPr lang="en-AU" altLang="ja-JP" sz="2400" smtClean="0">
                <a:latin typeface="Constantia" pitchFamily="18" charset="0"/>
                <a:ea typeface="ＭＳ Ｐゴシック" pitchFamily="34" charset="-128"/>
              </a:rPr>
              <a:t> 2</a:t>
            </a:r>
            <a:r>
              <a:rPr lang="en-AU" altLang="ja-JP" sz="2400" smtClean="0">
                <a:latin typeface="Constantia" pitchFamily="18" charset="0"/>
                <a:ea typeface="ＭＳ Ｐゴシック" pitchFamily="34" charset="-128"/>
                <a:sym typeface="Symbol" pitchFamily="18" charset="2"/>
              </a:rPr>
              <a:t></a:t>
            </a:r>
            <a:r>
              <a:rPr lang="en-AU" altLang="ja-JP" sz="2400" baseline="-25000" smtClean="0">
                <a:latin typeface="Constantia" pitchFamily="18" charset="0"/>
                <a:ea typeface="ＭＳ Ｐゴシック" pitchFamily="34" charset="-128"/>
              </a:rPr>
              <a:t>S</a:t>
            </a:r>
            <a:r>
              <a:rPr lang="en-AU" altLang="ja-JP" sz="2400" smtClean="0">
                <a:latin typeface="Constantia" pitchFamily="18" charset="0"/>
                <a:ea typeface="ＭＳ Ｐゴシック" pitchFamily="34" charset="-128"/>
              </a:rPr>
              <a:t>) </a:t>
            </a:r>
            <a:r>
              <a:rPr lang="en-AU" altLang="ja-JP" sz="2400" smtClean="0">
                <a:latin typeface="Constantia" pitchFamily="18" charset="0"/>
                <a:ea typeface="ＭＳ Ｐゴシック" pitchFamily="34" charset="-128"/>
                <a:sym typeface="Wingdings" pitchFamily="2" charset="2"/>
              </a:rPr>
              <a:t></a:t>
            </a:r>
            <a:r>
              <a:rPr lang="en-AU" altLang="ja-JP" sz="2400" smtClean="0">
                <a:latin typeface="Constantia" pitchFamily="18" charset="0"/>
                <a:ea typeface="ＭＳ Ｐゴシック" pitchFamily="34" charset="-128"/>
              </a:rPr>
              <a:t> quy luật biên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ộ không phải là hình sin </a:t>
            </a:r>
            <a:r>
              <a:rPr lang="en-AU" altLang="ja-JP" sz="2400" smtClean="0">
                <a:latin typeface="Constantia" pitchFamily="18" charset="0"/>
                <a:ea typeface="ＭＳ Ｐゴシック" pitchFamily="34" charset="-128"/>
                <a:sym typeface="Wingdings" pitchFamily="2" charset="2"/>
              </a:rPr>
              <a:t></a:t>
            </a:r>
            <a:r>
              <a:rPr lang="en-AU" altLang="ja-JP" sz="2400" smtClean="0">
                <a:latin typeface="Constantia" pitchFamily="18" charset="0"/>
                <a:ea typeface="ＭＳ Ｐゴシック" pitchFamily="34" charset="-128"/>
              </a:rPr>
              <a:t> tạo méo không </a:t>
            </a:r>
            <a:r>
              <a:rPr lang="vi-VN" altLang="ja-JP" sz="2400" smtClean="0">
                <a:latin typeface="Times New Roman" pitchFamily="18" charset="0"/>
                <a:ea typeface="ＭＳ Ｐゴシック" pitchFamily="34" charset="-128"/>
              </a:rPr>
              <a:t>đư</a:t>
            </a:r>
            <a:r>
              <a:rPr lang="en-AU" altLang="ja-JP" sz="2400" smtClean="0">
                <a:latin typeface="Constantia" pitchFamily="18" charset="0"/>
                <a:ea typeface="ＭＳ Ｐゴシック" pitchFamily="34" charset="-128"/>
              </a:rPr>
              <a:t>ờng thẳng.</a:t>
            </a:r>
          </a:p>
          <a:p>
            <a:pPr eaLnBrk="1" hangingPunct="1"/>
            <a:r>
              <a:rPr lang="sv-SE" altLang="ja-JP" sz="2400" smtClean="0">
                <a:latin typeface="Constantia" pitchFamily="18" charset="0"/>
                <a:ea typeface="ＭＳ Ｐゴシック" pitchFamily="34" charset="-128"/>
              </a:rPr>
              <a:t>Nh</a:t>
            </a:r>
            <a:r>
              <a:rPr lang="vi-VN" altLang="ja-JP" sz="2400" smtClean="0">
                <a:latin typeface="Times New Roman" pitchFamily="18" charset="0"/>
                <a:ea typeface="ＭＳ Ｐゴシック" pitchFamily="34" charset="-128"/>
              </a:rPr>
              <a:t>ư</a:t>
            </a:r>
            <a:r>
              <a:rPr lang="sv-SE" altLang="ja-JP" sz="2400" smtClean="0">
                <a:latin typeface="Constantia" pitchFamily="18" charset="0"/>
                <a:ea typeface="ＭＳ Ｐゴシック" pitchFamily="34" charset="-128"/>
              </a:rPr>
              <a:t>ợc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iểm c</a:t>
            </a:r>
            <a:r>
              <a:rPr lang="vi-VN" altLang="ja-JP" sz="2400" smtClean="0">
                <a:latin typeface="Times New Roman" pitchFamily="18" charset="0"/>
                <a:ea typeface="ＭＳ Ｐゴシック" pitchFamily="34" charset="-128"/>
              </a:rPr>
              <a:t>ơ</a:t>
            </a:r>
            <a:r>
              <a:rPr lang="sv-SE" altLang="ja-JP" sz="2400" smtClean="0">
                <a:latin typeface="Constantia" pitchFamily="18" charset="0"/>
                <a:ea typeface="ＭＳ Ｐゴシック" pitchFamily="34" charset="-128"/>
              </a:rPr>
              <a:t> bản của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iều biên </a:t>
            </a:r>
            <a:r>
              <a:rPr lang="vi-VN" altLang="ja-JP" sz="2400" smtClean="0">
                <a:latin typeface="Times New Roman" pitchFamily="18" charset="0"/>
                <a:ea typeface="ＭＳ Ｐゴシック" pitchFamily="34" charset="-128"/>
              </a:rPr>
              <a:t>đơ</a:t>
            </a:r>
            <a:r>
              <a:rPr lang="sv-SE" altLang="ja-JP" sz="2400" smtClean="0">
                <a:latin typeface="Constantia" pitchFamily="18" charset="0"/>
                <a:ea typeface="ＭＳ Ｐゴシック" pitchFamily="34" charset="-128"/>
              </a:rPr>
              <a:t>n 1 diode là méo không </a:t>
            </a:r>
            <a:r>
              <a:rPr lang="vi-VN" altLang="ja-JP" sz="2400" smtClean="0">
                <a:latin typeface="Times New Roman" pitchFamily="18" charset="0"/>
                <a:ea typeface="ＭＳ Ｐゴシック" pitchFamily="34" charset="-128"/>
              </a:rPr>
              <a:t>đư</a:t>
            </a:r>
            <a:r>
              <a:rPr lang="sv-SE" altLang="ja-JP" sz="2400" smtClean="0">
                <a:latin typeface="Constantia" pitchFamily="18" charset="0"/>
                <a:ea typeface="ＭＳ Ｐゴシック" pitchFamily="34" charset="-128"/>
              </a:rPr>
              <a:t>ờng thẳng lớn.</a:t>
            </a:r>
            <a:endParaRPr lang="en-AU" altLang="ja-JP" sz="2400" smtClean="0">
              <a:latin typeface="Constantia" pitchFamily="18" charset="0"/>
              <a:ea typeface="ＭＳ Ｐゴシック" pitchFamily="34" charset="-128"/>
            </a:endParaRPr>
          </a:p>
          <a:p>
            <a:pPr eaLnBrk="1" hangingPunct="1"/>
            <a:endParaRPr lang="en-US" altLang="en-US" sz="2000" smtClean="0">
              <a:latin typeface="Times New Roman" pitchFamily="18" charset="0"/>
            </a:endParaRPr>
          </a:p>
        </p:txBody>
      </p:sp>
      <p:sp>
        <p:nvSpPr>
          <p:cNvPr id="25604" name="Rectangle 5"/>
          <p:cNvSpPr>
            <a:spLocks noChangeArrowheads="1"/>
          </p:cNvSpPr>
          <p:nvPr/>
        </p:nvSpPr>
        <p:spPr bwMode="auto">
          <a:xfrm>
            <a:off x="0" y="2509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5605" name="Object 4"/>
          <p:cNvGraphicFramePr>
            <a:graphicFrameLocks noChangeAspect="1"/>
          </p:cNvGraphicFramePr>
          <p:nvPr/>
        </p:nvGraphicFramePr>
        <p:xfrm>
          <a:off x="1447800" y="1752600"/>
          <a:ext cx="6477000" cy="2133600"/>
        </p:xfrm>
        <a:graphic>
          <a:graphicData uri="http://schemas.openxmlformats.org/presentationml/2006/ole">
            <mc:AlternateContent xmlns:mc="http://schemas.openxmlformats.org/markup-compatibility/2006">
              <mc:Choice xmlns:v="urn:schemas-microsoft-com:vml" Requires="v">
                <p:oleObj spid="_x0000_s25630" name="Visio" r:id="rId3" imgW="7112000" imgH="2235200" progId="Visio.Drawing.11">
                  <p:embed/>
                </p:oleObj>
              </mc:Choice>
              <mc:Fallback>
                <p:oleObj name="Visio" r:id="rId3" imgW="7112000" imgH="22352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752600"/>
                        <a:ext cx="6477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
          <p:cNvSpPr>
            <a:spLocks noGrp="1" noChangeArrowheads="1"/>
          </p:cNvSpPr>
          <p:nvPr>
            <p:ph type="title"/>
          </p:nvPr>
        </p:nvSpPr>
        <p:spPr>
          <a:xfrm>
            <a:off x="381000" y="381000"/>
            <a:ext cx="7543800" cy="655638"/>
          </a:xfrm>
          <a:solidFill>
            <a:schemeClr val="tx2">
              <a:lumMod val="20000"/>
              <a:lumOff val="80000"/>
            </a:schemeClr>
          </a:solidFill>
        </p:spPr>
        <p:txBody>
          <a:bodyPr/>
          <a:lstStyle/>
          <a:p>
            <a:pPr marL="742950" indent="-742950" eaLnBrk="1" hangingPunct="1"/>
            <a:r>
              <a:rPr lang="sv-SE" altLang="ja-JP" b="0" smtClean="0">
                <a:latin typeface="Times New Roman" pitchFamily="18" charset="0"/>
                <a:ea typeface="ＭＳ Ｐゴシック" pitchFamily="34" charset="-128"/>
              </a:rPr>
              <a:t>Mạch </a:t>
            </a:r>
            <a:r>
              <a:rPr lang="vi-VN" altLang="ja-JP" b="0" smtClean="0">
                <a:latin typeface="Times New Roman" pitchFamily="18" charset="0"/>
                <a:ea typeface="ＭＳ Ｐゴシック" pitchFamily="34" charset="-128"/>
              </a:rPr>
              <a:t>đ</a:t>
            </a:r>
            <a:r>
              <a:rPr lang="sv-SE" altLang="ja-JP" b="0" smtClean="0">
                <a:latin typeface="Times New Roman" pitchFamily="18" charset="0"/>
                <a:ea typeface="ＭＳ Ｐゴシック" pitchFamily="34" charset="-128"/>
              </a:rPr>
              <a:t>iều biên </a:t>
            </a:r>
            <a:r>
              <a:rPr lang="vi-VN" altLang="ja-JP" b="0" smtClean="0">
                <a:latin typeface="Times New Roman" pitchFamily="18" charset="0"/>
                <a:ea typeface="ＭＳ Ｐゴシック" pitchFamily="34" charset="-128"/>
              </a:rPr>
              <a:t>đơ</a:t>
            </a:r>
            <a:r>
              <a:rPr lang="sv-SE" altLang="ja-JP" b="0" smtClean="0">
                <a:latin typeface="Times New Roman" pitchFamily="18" charset="0"/>
                <a:ea typeface="ＭＳ Ｐゴシック" pitchFamily="34" charset="-128"/>
              </a:rPr>
              <a:t>n (dùng 1 diode)</a:t>
            </a:r>
            <a:endParaRPr lang="en-US" smtClean="0">
              <a:latin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4"/>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8014B1FC-B677-4226-8BE6-2A566E11D8A0}" type="datetime1">
              <a:rPr lang="en-US">
                <a:latin typeface="Arial" pitchFamily="34" charset="0"/>
              </a:rPr>
              <a:pPr/>
              <a:t>23/12/2019</a:t>
            </a:fld>
            <a:endParaRPr lang="en-US" altLang="en-US">
              <a:latin typeface="Arial" pitchFamily="34" charset="0"/>
            </a:endParaRPr>
          </a:p>
        </p:txBody>
      </p:sp>
      <p:sp>
        <p:nvSpPr>
          <p:cNvPr id="2662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4DFDAE21-EB32-4845-AB88-2E362F678DF3}" type="slidenum">
              <a:rPr lang="en-US" altLang="en-US" sz="1000"/>
              <a:pPr/>
              <a:t>17</a:t>
            </a:fld>
            <a:endParaRPr lang="en-US" altLang="en-US" sz="1000"/>
          </a:p>
        </p:txBody>
      </p:sp>
      <p:sp>
        <p:nvSpPr>
          <p:cNvPr id="4103" name="Rectangle 2"/>
          <p:cNvSpPr>
            <a:spLocks noGrp="1" noChangeArrowheads="1"/>
          </p:cNvSpPr>
          <p:nvPr>
            <p:ph type="title"/>
          </p:nvPr>
        </p:nvSpPr>
        <p:spPr>
          <a:xfrm>
            <a:off x="0" y="376238"/>
            <a:ext cx="7924800" cy="1265237"/>
          </a:xfrm>
          <a:solidFill>
            <a:schemeClr val="tx2">
              <a:lumMod val="20000"/>
              <a:lumOff val="80000"/>
            </a:schemeClr>
          </a:solidFill>
        </p:spPr>
        <p:txBody>
          <a:bodyPr/>
          <a:lstStyle/>
          <a:p>
            <a:pPr marL="742950" indent="-742950" algn="ctr"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biên cân bằng </a:t>
            </a:r>
            <a:br>
              <a:rPr lang="sv-SE" altLang="ja-JP" sz="4000" b="0" smtClean="0">
                <a:latin typeface="Times New Roman" pitchFamily="18" charset="0"/>
                <a:ea typeface="ＭＳ Ｐゴシック" pitchFamily="34" charset="-128"/>
              </a:rPr>
            </a:br>
            <a:r>
              <a:rPr lang="sv-SE" altLang="ja-JP" sz="4000" b="0" smtClean="0">
                <a:latin typeface="Times New Roman" pitchFamily="18" charset="0"/>
                <a:ea typeface="ＭＳ Ｐゴシック" pitchFamily="34" charset="-128"/>
              </a:rPr>
              <a:t>(dùng 2 diode)</a:t>
            </a:r>
            <a:endParaRPr lang="en-US" sz="4000" smtClean="0">
              <a:latin typeface="Times New Roman" pitchFamily="18" charset="0"/>
            </a:endParaRPr>
          </a:p>
        </p:txBody>
      </p:sp>
      <p:sp>
        <p:nvSpPr>
          <p:cNvPr id="26628" name="Rectangle 4"/>
          <p:cNvSpPr>
            <a:spLocks noGrp="1" noChangeArrowheads="1"/>
          </p:cNvSpPr>
          <p:nvPr>
            <p:ph type="body" sz="half" idx="1"/>
          </p:nvPr>
        </p:nvSpPr>
        <p:spPr/>
        <p:txBody>
          <a:bodyPr/>
          <a:lstStyle/>
          <a:p>
            <a:pPr eaLnBrk="1" hangingPunct="1"/>
            <a:r>
              <a:rPr lang="en-US" altLang="en-US" sz="2600" smtClean="0">
                <a:latin typeface="Constantia" pitchFamily="18" charset="0"/>
              </a:rPr>
              <a:t>S</a:t>
            </a:r>
            <a:r>
              <a:rPr lang="vi-VN" altLang="en-US" sz="2600" smtClean="0">
                <a:latin typeface="Times New Roman" pitchFamily="18" charset="0"/>
              </a:rPr>
              <a:t>ơ</a:t>
            </a:r>
            <a:r>
              <a:rPr lang="en-US" altLang="en-US" sz="2600" smtClean="0">
                <a:latin typeface="Constantia" pitchFamily="18" charset="0"/>
              </a:rPr>
              <a:t> </a:t>
            </a:r>
            <a:r>
              <a:rPr lang="vi-VN" altLang="en-US" sz="2600" smtClean="0">
                <a:latin typeface="Times New Roman" pitchFamily="18" charset="0"/>
              </a:rPr>
              <a:t>đ</a:t>
            </a:r>
            <a:r>
              <a:rPr lang="en-US" altLang="en-US" sz="2600" smtClean="0">
                <a:latin typeface="Constantia" pitchFamily="18" charset="0"/>
              </a:rPr>
              <a:t>ồ mạch</a:t>
            </a:r>
          </a:p>
        </p:txBody>
      </p:sp>
      <p:sp>
        <p:nvSpPr>
          <p:cNvPr id="26629" name="Rectangle 5"/>
          <p:cNvSpPr>
            <a:spLocks noGrp="1" noChangeArrowheads="1"/>
          </p:cNvSpPr>
          <p:nvPr>
            <p:ph type="body" sz="half" idx="2"/>
          </p:nvPr>
        </p:nvSpPr>
        <p:spPr>
          <a:xfrm>
            <a:off x="3886200" y="1719263"/>
            <a:ext cx="5257800" cy="4833937"/>
          </a:xfrm>
        </p:spPr>
        <p:txBody>
          <a:bodyPr/>
          <a:lstStyle/>
          <a:p>
            <a:pPr eaLnBrk="1" hangingPunct="1"/>
            <a:r>
              <a:rPr lang="sv-SE" altLang="ja-JP" sz="1800" smtClean="0">
                <a:latin typeface="Constantia" pitchFamily="18" charset="0"/>
                <a:ea typeface="ＭＳ Ｐゴシック" pitchFamily="34" charset="-128"/>
              </a:rPr>
              <a:t>Điện áp trên các diode là:</a:t>
            </a:r>
          </a:p>
          <a:p>
            <a:pPr lvl="1" eaLnBrk="1" hangingPunct="1"/>
            <a:r>
              <a:rPr lang="sv-SE" altLang="ja-JP" sz="1800" smtClean="0">
                <a:latin typeface="Constantia" pitchFamily="18" charset="0"/>
                <a:ea typeface="ＭＳ Ｐゴシック" pitchFamily="34" charset="-128"/>
              </a:rPr>
              <a:t>u</a:t>
            </a:r>
            <a:r>
              <a:rPr lang="sv-SE" altLang="ja-JP" sz="1800" baseline="-25000" smtClean="0">
                <a:latin typeface="Constantia" pitchFamily="18" charset="0"/>
                <a:ea typeface="ＭＳ Ｐゴシック" pitchFamily="34" charset="-128"/>
              </a:rPr>
              <a:t>D1</a:t>
            </a:r>
            <a:r>
              <a:rPr lang="sv-SE" altLang="ja-JP" sz="1800" smtClean="0">
                <a:latin typeface="Constantia" pitchFamily="18" charset="0"/>
                <a:ea typeface="ＭＳ Ｐゴシック" pitchFamily="34" charset="-128"/>
              </a:rPr>
              <a:t> = u</a:t>
            </a:r>
            <a:r>
              <a:rPr lang="sv-SE" altLang="ja-JP" sz="1800" baseline="-25000" smtClean="0">
                <a:latin typeface="Constantia" pitchFamily="18" charset="0"/>
                <a:ea typeface="ＭＳ Ｐゴシック" pitchFamily="34" charset="-128"/>
              </a:rPr>
              <a:t>S</a:t>
            </a:r>
            <a:r>
              <a:rPr lang="sv-SE" altLang="ja-JP" sz="1800" smtClean="0">
                <a:latin typeface="Constantia" pitchFamily="18" charset="0"/>
                <a:ea typeface="ＭＳ Ｐゴシック" pitchFamily="34" charset="-128"/>
              </a:rPr>
              <a:t> + u</a:t>
            </a:r>
            <a:r>
              <a:rPr lang="sv-SE" altLang="ja-JP" sz="1800" baseline="-25000" smtClean="0">
                <a:latin typeface="Constantia" pitchFamily="18" charset="0"/>
                <a:ea typeface="ＭＳ Ｐゴシック" pitchFamily="34" charset="-128"/>
              </a:rPr>
              <a:t>t</a:t>
            </a:r>
          </a:p>
          <a:p>
            <a:pPr lvl="1" eaLnBrk="1" hangingPunct="1"/>
            <a:r>
              <a:rPr lang="sv-SE" altLang="ja-JP" sz="1800" smtClean="0">
                <a:latin typeface="Constantia" pitchFamily="18" charset="0"/>
                <a:ea typeface="ＭＳ Ｐゴシック" pitchFamily="34" charset="-128"/>
              </a:rPr>
              <a:t>u</a:t>
            </a:r>
            <a:r>
              <a:rPr lang="sv-SE" altLang="ja-JP" sz="1800" baseline="-25000" smtClean="0">
                <a:latin typeface="Constantia" pitchFamily="18" charset="0"/>
                <a:ea typeface="ＭＳ Ｐゴシック" pitchFamily="34" charset="-128"/>
              </a:rPr>
              <a:t>D2</a:t>
            </a:r>
            <a:r>
              <a:rPr lang="sv-SE" altLang="ja-JP" sz="1800" smtClean="0">
                <a:latin typeface="Constantia" pitchFamily="18" charset="0"/>
                <a:ea typeface="ＭＳ Ｐゴシック" pitchFamily="34" charset="-128"/>
              </a:rPr>
              <a:t> = -u</a:t>
            </a:r>
            <a:r>
              <a:rPr lang="sv-SE" altLang="ja-JP" sz="1800" baseline="-25000" smtClean="0">
                <a:latin typeface="Constantia" pitchFamily="18" charset="0"/>
                <a:ea typeface="ＭＳ Ｐゴシック" pitchFamily="34" charset="-128"/>
              </a:rPr>
              <a:t>S</a:t>
            </a:r>
            <a:r>
              <a:rPr lang="sv-SE" altLang="ja-JP" sz="1800" smtClean="0">
                <a:latin typeface="Constantia" pitchFamily="18" charset="0"/>
                <a:ea typeface="ＭＳ Ｐゴシック" pitchFamily="34" charset="-128"/>
              </a:rPr>
              <a:t> + u</a:t>
            </a:r>
            <a:r>
              <a:rPr lang="sv-SE" altLang="ja-JP" sz="1800" baseline="-25000" smtClean="0">
                <a:latin typeface="Constantia" pitchFamily="18" charset="0"/>
                <a:ea typeface="ＭＳ Ｐゴシック" pitchFamily="34" charset="-128"/>
              </a:rPr>
              <a:t>t</a:t>
            </a:r>
          </a:p>
          <a:p>
            <a:pPr eaLnBrk="1" hangingPunct="1"/>
            <a:r>
              <a:rPr lang="sv-SE" altLang="ja-JP" sz="1800" smtClean="0">
                <a:latin typeface="Constantia" pitchFamily="18" charset="0"/>
                <a:ea typeface="ＭＳ Ｐゴシック" pitchFamily="34" charset="-128"/>
              </a:rPr>
              <a:t>D</a:t>
            </a:r>
            <a:r>
              <a:rPr lang="sv-SE" altLang="ja-JP" sz="1800" baseline="-25000" smtClean="0">
                <a:latin typeface="Constantia" pitchFamily="18" charset="0"/>
                <a:ea typeface="ＭＳ Ｐゴシック" pitchFamily="34" charset="-128"/>
              </a:rPr>
              <a:t>1</a:t>
            </a:r>
            <a:r>
              <a:rPr lang="sv-SE" altLang="ja-JP" sz="1800" smtClean="0">
                <a:latin typeface="Constantia" pitchFamily="18" charset="0"/>
                <a:ea typeface="ＭＳ Ｐゴシック" pitchFamily="34" charset="-128"/>
              </a:rPr>
              <a:t> và D</a:t>
            </a:r>
            <a:r>
              <a:rPr lang="sv-SE" altLang="ja-JP" sz="1800" baseline="-25000" smtClean="0">
                <a:latin typeface="Constantia" pitchFamily="18" charset="0"/>
                <a:ea typeface="ＭＳ Ｐゴシック" pitchFamily="34" charset="-128"/>
              </a:rPr>
              <a:t>2</a:t>
            </a:r>
            <a:r>
              <a:rPr lang="sv-SE" altLang="ja-JP" sz="1800" smtClean="0">
                <a:latin typeface="Constantia" pitchFamily="18" charset="0"/>
                <a:ea typeface="ＭＳ Ｐゴシック" pitchFamily="34" charset="-128"/>
              </a:rPr>
              <a:t> giống hệt nhau. Dòng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iện qua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iốt khai triển theo chuỗi Taylor:</a:t>
            </a:r>
          </a:p>
          <a:p>
            <a:pPr eaLnBrk="1" hangingPunct="1"/>
            <a:endParaRPr lang="sv-SE" altLang="ja-JP" sz="1800" smtClean="0">
              <a:latin typeface="Constantia" pitchFamily="18" charset="0"/>
              <a:ea typeface="ＭＳ Ｐゴシック" pitchFamily="34" charset="-128"/>
            </a:endParaRPr>
          </a:p>
          <a:p>
            <a:pPr eaLnBrk="1" hangingPunct="1"/>
            <a:endParaRPr lang="sv-SE" altLang="ja-JP" sz="1800" smtClean="0">
              <a:latin typeface="Constantia" pitchFamily="18" charset="0"/>
              <a:ea typeface="ＭＳ Ｐゴシック" pitchFamily="34" charset="-128"/>
            </a:endParaRPr>
          </a:p>
          <a:p>
            <a:pPr eaLnBrk="1" hangingPunct="1">
              <a:buFont typeface="Wingdings" pitchFamily="2" charset="2"/>
              <a:buNone/>
            </a:pPr>
            <a:r>
              <a:rPr lang="sv-SE" altLang="ja-JP" sz="1800" smtClean="0">
                <a:latin typeface="Constantia" pitchFamily="18" charset="0"/>
                <a:ea typeface="ＭＳ Ｐゴシック" pitchFamily="34" charset="-128"/>
              </a:rPr>
              <a:t>      hay</a:t>
            </a:r>
          </a:p>
          <a:p>
            <a:pPr eaLnBrk="1" hangingPunct="1">
              <a:buFont typeface="Wingdings" pitchFamily="2" charset="2"/>
              <a:buNone/>
            </a:pPr>
            <a:endParaRPr lang="sv-SE" altLang="ja-JP" sz="1800" smtClean="0">
              <a:latin typeface="Constantia" pitchFamily="18" charset="0"/>
              <a:ea typeface="ＭＳ Ｐゴシック" pitchFamily="34" charset="-128"/>
            </a:endParaRPr>
          </a:p>
          <a:p>
            <a:pPr eaLnBrk="1" hangingPunct="1">
              <a:buFont typeface="Wingdings" pitchFamily="2" charset="2"/>
              <a:buNone/>
            </a:pPr>
            <a:r>
              <a:rPr lang="sv-SE" altLang="ja-JP" sz="1800" smtClean="0">
                <a:latin typeface="Constantia" pitchFamily="18" charset="0"/>
                <a:ea typeface="ＭＳ Ｐゴシック" pitchFamily="34" charset="-128"/>
              </a:rPr>
              <a:t>Dòng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iện qua tải</a:t>
            </a:r>
          </a:p>
          <a:p>
            <a:pPr eaLnBrk="1" hangingPunct="1">
              <a:buFont typeface="Wingdings" pitchFamily="2" charset="2"/>
              <a:buNone/>
            </a:pPr>
            <a:endParaRPr lang="sv-SE" altLang="ja-JP" sz="1800" smtClean="0">
              <a:latin typeface="Constantia" pitchFamily="18" charset="0"/>
              <a:ea typeface="ＭＳ Ｐゴシック" pitchFamily="34" charset="-128"/>
            </a:endParaRPr>
          </a:p>
          <a:p>
            <a:pPr eaLnBrk="1" hangingPunct="1">
              <a:buFont typeface="Wingdings" pitchFamily="2" charset="2"/>
              <a:buNone/>
            </a:pPr>
            <a:endParaRPr lang="sv-SE" altLang="ja-JP" sz="1800" smtClean="0">
              <a:latin typeface="Constantia" pitchFamily="18" charset="0"/>
              <a:ea typeface="ＭＳ Ｐゴシック" pitchFamily="34" charset="-128"/>
            </a:endParaRPr>
          </a:p>
          <a:p>
            <a:pPr eaLnBrk="1" hangingPunct="1">
              <a:buFont typeface="Wingdings" pitchFamily="2" charset="2"/>
              <a:buNone/>
            </a:pPr>
            <a:endParaRPr lang="sv-SE" altLang="ja-JP" sz="1800" smtClean="0">
              <a:latin typeface="Constantia" pitchFamily="18" charset="0"/>
              <a:ea typeface="ＭＳ Ｐゴシック" pitchFamily="34" charset="-128"/>
            </a:endParaRPr>
          </a:p>
          <a:p>
            <a:pPr eaLnBrk="1" hangingPunct="1"/>
            <a:r>
              <a:rPr lang="sv-SE" altLang="ja-JP" sz="1800" smtClean="0">
                <a:latin typeface="Constantia" pitchFamily="18" charset="0"/>
                <a:ea typeface="ＭＳ Ｐゴシック" pitchFamily="34" charset="-128"/>
              </a:rPr>
              <a:t>Trong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ó các hệ số : A = 2a</a:t>
            </a:r>
            <a:r>
              <a:rPr lang="sv-SE" altLang="ja-JP" sz="1800" baseline="-25000" smtClean="0">
                <a:latin typeface="Constantia" pitchFamily="18" charset="0"/>
                <a:ea typeface="ＭＳ Ｐゴシック" pitchFamily="34" charset="-128"/>
              </a:rPr>
              <a:t>1</a:t>
            </a:r>
            <a:r>
              <a:rPr lang="sv-SE" altLang="ja-JP" sz="1800" smtClean="0">
                <a:latin typeface="Constantia" pitchFamily="18" charset="0"/>
                <a:ea typeface="ＭＳ Ｐゴシック" pitchFamily="34" charset="-128"/>
              </a:rPr>
              <a:t>.U</a:t>
            </a:r>
            <a:r>
              <a:rPr lang="sv-SE" altLang="ja-JP" sz="1800" baseline="-25000" smtClean="0">
                <a:latin typeface="Constantia" pitchFamily="18" charset="0"/>
                <a:ea typeface="ＭＳ Ｐゴシック" pitchFamily="34" charset="-128"/>
              </a:rPr>
              <a:t>mS</a:t>
            </a:r>
            <a:r>
              <a:rPr lang="sv-SE" altLang="ja-JP" sz="1800" smtClean="0">
                <a:latin typeface="Constantia" pitchFamily="18" charset="0"/>
                <a:ea typeface="ＭＳ Ｐゴシック" pitchFamily="34" charset="-128"/>
              </a:rPr>
              <a:t> ; B = 2a</a:t>
            </a:r>
            <a:r>
              <a:rPr lang="sv-SE" altLang="ja-JP" sz="1800" baseline="-25000" smtClean="0">
                <a:latin typeface="Constantia" pitchFamily="18" charset="0"/>
                <a:ea typeface="ＭＳ Ｐゴシック" pitchFamily="34" charset="-128"/>
              </a:rPr>
              <a:t>2</a:t>
            </a:r>
            <a:r>
              <a:rPr lang="sv-SE" altLang="ja-JP" sz="1800" smtClean="0">
                <a:latin typeface="Constantia" pitchFamily="18" charset="0"/>
                <a:ea typeface="ＭＳ Ｐゴシック" pitchFamily="34" charset="-128"/>
              </a:rPr>
              <a:t>.U</a:t>
            </a:r>
            <a:r>
              <a:rPr lang="sv-SE" altLang="ja-JP" sz="1800" baseline="-25000" smtClean="0">
                <a:latin typeface="Constantia" pitchFamily="18" charset="0"/>
                <a:ea typeface="ＭＳ Ｐゴシック" pitchFamily="34" charset="-128"/>
              </a:rPr>
              <a:t>mS</a:t>
            </a:r>
            <a:r>
              <a:rPr lang="sv-SE" altLang="ja-JP" sz="1800" smtClean="0">
                <a:latin typeface="Constantia" pitchFamily="18" charset="0"/>
                <a:ea typeface="ＭＳ Ｐゴシック" pitchFamily="34" charset="-128"/>
              </a:rPr>
              <a:t> U</a:t>
            </a:r>
            <a:r>
              <a:rPr lang="sv-SE" altLang="ja-JP" sz="1800" baseline="-25000" smtClean="0">
                <a:latin typeface="Constantia" pitchFamily="18" charset="0"/>
                <a:ea typeface="ＭＳ Ｐゴシック" pitchFamily="34" charset="-128"/>
              </a:rPr>
              <a:t>mt</a:t>
            </a:r>
          </a:p>
        </p:txBody>
      </p:sp>
      <p:pic>
        <p:nvPicPr>
          <p:cNvPr id="266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14600"/>
            <a:ext cx="35909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Rectangle 8"/>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6632" name="Object 7"/>
          <p:cNvGraphicFramePr>
            <a:graphicFrameLocks noChangeAspect="1"/>
          </p:cNvGraphicFramePr>
          <p:nvPr/>
        </p:nvGraphicFramePr>
        <p:xfrm>
          <a:off x="5029200" y="3352800"/>
          <a:ext cx="2962275" cy="504825"/>
        </p:xfrm>
        <a:graphic>
          <a:graphicData uri="http://schemas.openxmlformats.org/presentationml/2006/ole">
            <mc:AlternateContent xmlns:mc="http://schemas.openxmlformats.org/markup-compatibility/2006">
              <mc:Choice xmlns:v="urn:schemas-microsoft-com:vml" Requires="v">
                <p:oleObj spid="_x0000_s26707" name="Equation" r:id="rId4" imgW="2959100" imgH="508000" progId="Equation.3">
                  <p:embed/>
                </p:oleObj>
              </mc:Choice>
              <mc:Fallback>
                <p:oleObj name="Equation" r:id="rId4" imgW="2959100" imgH="5080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3352800"/>
                        <a:ext cx="29622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3" name="Rectangle 10"/>
          <p:cNvSpPr>
            <a:spLocks noChangeArrowheads="1"/>
          </p:cNvSpPr>
          <p:nvPr/>
        </p:nvSpPr>
        <p:spPr bwMode="auto">
          <a:xfrm>
            <a:off x="0" y="3162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6634" name="Object 9"/>
          <p:cNvGraphicFramePr>
            <a:graphicFrameLocks noChangeAspect="1"/>
          </p:cNvGraphicFramePr>
          <p:nvPr/>
        </p:nvGraphicFramePr>
        <p:xfrm>
          <a:off x="5029200" y="3886200"/>
          <a:ext cx="3648075" cy="533400"/>
        </p:xfrm>
        <a:graphic>
          <a:graphicData uri="http://schemas.openxmlformats.org/presentationml/2006/ole">
            <mc:AlternateContent xmlns:mc="http://schemas.openxmlformats.org/markup-compatibility/2006">
              <mc:Choice xmlns:v="urn:schemas-microsoft-com:vml" Requires="v">
                <p:oleObj spid="_x0000_s26708" name="Equation" r:id="rId6" imgW="3644900" imgH="533400" progId="Equation.3">
                  <p:embed/>
                </p:oleObj>
              </mc:Choice>
              <mc:Fallback>
                <p:oleObj name="Equation" r:id="rId6" imgW="3644900" imgH="5334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3886200"/>
                        <a:ext cx="36480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5" name="Rectangle 12"/>
          <p:cNvSpPr>
            <a:spLocks noChangeArrowheads="1"/>
          </p:cNvSpPr>
          <p:nvPr/>
        </p:nvSpPr>
        <p:spPr bwMode="auto">
          <a:xfrm>
            <a:off x="0" y="297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6636" name="Object 11"/>
          <p:cNvGraphicFramePr>
            <a:graphicFrameLocks noChangeAspect="1"/>
          </p:cNvGraphicFramePr>
          <p:nvPr/>
        </p:nvGraphicFramePr>
        <p:xfrm>
          <a:off x="4114800" y="5029200"/>
          <a:ext cx="4600575" cy="914400"/>
        </p:xfrm>
        <a:graphic>
          <a:graphicData uri="http://schemas.openxmlformats.org/presentationml/2006/ole">
            <mc:AlternateContent xmlns:mc="http://schemas.openxmlformats.org/markup-compatibility/2006">
              <mc:Choice xmlns:v="urn:schemas-microsoft-com:vml" Requires="v">
                <p:oleObj spid="_x0000_s26709" name="Equation" r:id="rId8" imgW="4064000" imgH="914400" progId="Equation.3">
                  <p:embed/>
                </p:oleObj>
              </mc:Choice>
              <mc:Fallback>
                <p:oleObj name="Equation" r:id="rId8" imgW="4064000" imgH="9144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0" y="5029200"/>
                        <a:ext cx="46005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7" name="Text Box 14"/>
          <p:cNvSpPr txBox="1">
            <a:spLocks noChangeArrowheads="1"/>
          </p:cNvSpPr>
          <p:nvPr/>
        </p:nvSpPr>
        <p:spPr bwMode="auto">
          <a:xfrm>
            <a:off x="304800" y="4724400"/>
            <a:ext cx="365760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sv-SE" altLang="ja-JP" sz="1800">
                <a:latin typeface="Constantia" pitchFamily="18" charset="0"/>
                <a:ea typeface="ＭＳ Ｐゴシック" pitchFamily="34" charset="-128"/>
              </a:rPr>
              <a:t>Nếu tính </a:t>
            </a:r>
            <a:r>
              <a:rPr lang="vi-VN" altLang="ja-JP" sz="1800">
                <a:latin typeface="Times New Roman" pitchFamily="18" charset="0"/>
                <a:ea typeface="ＭＳ Ｐゴシック" pitchFamily="34" charset="-128"/>
              </a:rPr>
              <a:t>đ</a:t>
            </a:r>
            <a:r>
              <a:rPr lang="sv-SE" altLang="ja-JP" sz="1800">
                <a:latin typeface="Constantia" pitchFamily="18" charset="0"/>
                <a:ea typeface="ＭＳ Ｐゴシック" pitchFamily="34" charset="-128"/>
              </a:rPr>
              <a:t>ến các thành phần bậc 3 của </a:t>
            </a:r>
            <a:r>
              <a:rPr lang="vi-VN" altLang="ja-JP" sz="1800">
                <a:latin typeface="Times New Roman" pitchFamily="18" charset="0"/>
                <a:ea typeface="ＭＳ Ｐゴシック" pitchFamily="34" charset="-128"/>
              </a:rPr>
              <a:t>đ</a:t>
            </a:r>
            <a:r>
              <a:rPr lang="sv-SE" altLang="ja-JP" sz="1800">
                <a:latin typeface="Constantia" pitchFamily="18" charset="0"/>
                <a:ea typeface="ＭＳ Ｐゴシック" pitchFamily="34" charset="-128"/>
              </a:rPr>
              <a:t>ặc tuyến diode U</a:t>
            </a:r>
            <a:r>
              <a:rPr lang="sv-SE" altLang="ja-JP" sz="1800" baseline="30000">
                <a:latin typeface="Constantia" pitchFamily="18" charset="0"/>
                <a:ea typeface="ＭＳ Ｐゴシック" pitchFamily="34" charset="-128"/>
              </a:rPr>
              <a:t>3</a:t>
            </a:r>
            <a:r>
              <a:rPr lang="sv-SE" altLang="ja-JP" sz="1800" baseline="-25000">
                <a:latin typeface="Constantia" pitchFamily="18" charset="0"/>
                <a:ea typeface="ＭＳ Ｐゴシック" pitchFamily="34" charset="-128"/>
              </a:rPr>
              <a:t>D</a:t>
            </a:r>
            <a:r>
              <a:rPr lang="sv-SE" altLang="ja-JP" sz="1800">
                <a:latin typeface="Constantia" pitchFamily="18" charset="0"/>
                <a:ea typeface="ＭＳ Ｐゴシック" pitchFamily="34" charset="-128"/>
              </a:rPr>
              <a:t>  thì ta có thêm các thành phần: </a:t>
            </a:r>
            <a:endParaRPr lang="sv-SE" altLang="ja-JP" sz="1800">
              <a:latin typeface="Constantia" pitchFamily="18" charset="0"/>
              <a:ea typeface="ＭＳ Ｐゴシック" pitchFamily="34" charset="-128"/>
              <a:sym typeface="Symbol" pitchFamily="18" charset="2"/>
            </a:endParaRPr>
          </a:p>
          <a:p>
            <a:pPr eaLnBrk="1" hangingPunct="1"/>
            <a:r>
              <a:rPr lang="sv-SE" altLang="ja-JP" sz="1800">
                <a:latin typeface="Constantia" pitchFamily="18" charset="0"/>
                <a:ea typeface="ＭＳ Ｐゴシック" pitchFamily="34" charset="-128"/>
                <a:sym typeface="Symbol" pitchFamily="18" charset="2"/>
              </a:rPr>
              <a:t></a:t>
            </a:r>
            <a:r>
              <a:rPr lang="sv-SE" altLang="ja-JP" sz="1800" baseline="-25000">
                <a:latin typeface="Constantia" pitchFamily="18" charset="0"/>
                <a:ea typeface="ＭＳ Ｐゴシック" pitchFamily="34" charset="-128"/>
              </a:rPr>
              <a:t>t</a:t>
            </a:r>
            <a:r>
              <a:rPr lang="sv-SE" altLang="ja-JP" sz="1800">
                <a:latin typeface="Constantia" pitchFamily="18" charset="0"/>
                <a:ea typeface="ＭＳ Ｐゴシック" pitchFamily="34" charset="-128"/>
              </a:rPr>
              <a:t> </a:t>
            </a:r>
            <a:r>
              <a:rPr lang="sv-SE" altLang="ja-JP" sz="1800">
                <a:latin typeface="Constantia" pitchFamily="18" charset="0"/>
                <a:ea typeface="ＭＳ Ｐゴシック" pitchFamily="34" charset="-128"/>
                <a:sym typeface="Symbol" pitchFamily="18" charset="2"/>
              </a:rPr>
              <a:t></a:t>
            </a:r>
            <a:r>
              <a:rPr lang="sv-SE" altLang="ja-JP" sz="1800">
                <a:latin typeface="Constantia" pitchFamily="18" charset="0"/>
                <a:ea typeface="ＭＳ Ｐゴシック" pitchFamily="34" charset="-128"/>
              </a:rPr>
              <a:t> 3</a:t>
            </a:r>
            <a:r>
              <a:rPr lang="sv-SE" altLang="ja-JP" sz="1800">
                <a:latin typeface="Constantia" pitchFamily="18" charset="0"/>
                <a:ea typeface="ＭＳ Ｐゴシック" pitchFamily="34" charset="-128"/>
                <a:sym typeface="Symbol" pitchFamily="18" charset="2"/>
              </a:rPr>
              <a:t></a:t>
            </a:r>
            <a:r>
              <a:rPr lang="sv-SE" altLang="ja-JP" sz="1800" baseline="-25000">
                <a:latin typeface="Constantia" pitchFamily="18" charset="0"/>
                <a:ea typeface="ＭＳ Ｐゴシック" pitchFamily="34" charset="-128"/>
              </a:rPr>
              <a:t>S </a:t>
            </a:r>
            <a:r>
              <a:rPr lang="sv-SE" altLang="ja-JP" sz="1800">
                <a:latin typeface="Constantia" pitchFamily="18" charset="0"/>
                <a:ea typeface="ＭＳ Ｐゴシック" pitchFamily="34" charset="-128"/>
              </a:rPr>
              <a:t>; 2</a:t>
            </a:r>
            <a:r>
              <a:rPr lang="sv-SE" altLang="ja-JP" sz="1800">
                <a:latin typeface="Constantia" pitchFamily="18" charset="0"/>
                <a:ea typeface="ＭＳ Ｐゴシック" pitchFamily="34" charset="-128"/>
                <a:sym typeface="Symbol" pitchFamily="18" charset="2"/>
              </a:rPr>
              <a:t></a:t>
            </a:r>
            <a:r>
              <a:rPr lang="sv-SE" altLang="ja-JP" sz="1800" baseline="-25000">
                <a:latin typeface="Constantia" pitchFamily="18" charset="0"/>
                <a:ea typeface="ＭＳ Ｐゴシック" pitchFamily="34" charset="-128"/>
              </a:rPr>
              <a:t>t</a:t>
            </a:r>
            <a:r>
              <a:rPr lang="sv-SE" altLang="ja-JP" sz="1800">
                <a:latin typeface="Constantia" pitchFamily="18" charset="0"/>
                <a:ea typeface="ＭＳ Ｐゴシック" pitchFamily="34" charset="-128"/>
              </a:rPr>
              <a:t> </a:t>
            </a:r>
            <a:r>
              <a:rPr lang="sv-SE" altLang="ja-JP" sz="1800">
                <a:latin typeface="Constantia" pitchFamily="18" charset="0"/>
                <a:ea typeface="ＭＳ Ｐゴシック" pitchFamily="34" charset="-128"/>
                <a:sym typeface="Symbol" pitchFamily="18" charset="2"/>
              </a:rPr>
              <a:t></a:t>
            </a:r>
            <a:r>
              <a:rPr lang="sv-SE" altLang="ja-JP" sz="1800">
                <a:latin typeface="Constantia" pitchFamily="18" charset="0"/>
                <a:ea typeface="ＭＳ Ｐゴシック" pitchFamily="34" charset="-128"/>
              </a:rPr>
              <a:t> </a:t>
            </a:r>
            <a:r>
              <a:rPr lang="sv-SE" altLang="ja-JP" sz="1800">
                <a:latin typeface="Constantia" pitchFamily="18" charset="0"/>
                <a:ea typeface="ＭＳ Ｐゴシック" pitchFamily="34" charset="-128"/>
                <a:sym typeface="Symbol" pitchFamily="18" charset="2"/>
              </a:rPr>
              <a:t></a:t>
            </a:r>
            <a:r>
              <a:rPr lang="sv-SE" altLang="ja-JP" sz="1800" baseline="-25000">
                <a:latin typeface="Constantia" pitchFamily="18" charset="0"/>
                <a:ea typeface="ＭＳ Ｐゴシック" pitchFamily="34" charset="-128"/>
              </a:rPr>
              <a:t>S</a:t>
            </a:r>
            <a:r>
              <a:rPr lang="sv-SE" altLang="ja-JP" sz="1800">
                <a:latin typeface="Constantia" pitchFamily="18" charset="0"/>
                <a:ea typeface="ＭＳ Ｐゴシック" pitchFamily="34" charset="-128"/>
              </a:rPr>
              <a:t>; 3</a:t>
            </a:r>
            <a:r>
              <a:rPr lang="sv-SE" altLang="ja-JP" sz="1800">
                <a:latin typeface="Constantia" pitchFamily="18" charset="0"/>
                <a:ea typeface="ＭＳ Ｐゴシック" pitchFamily="34" charset="-128"/>
                <a:sym typeface="Symbol" pitchFamily="18" charset="2"/>
              </a:rPr>
              <a:t></a:t>
            </a:r>
            <a:r>
              <a:rPr lang="sv-SE" altLang="ja-JP" sz="1800" baseline="-25000">
                <a:latin typeface="Constantia" pitchFamily="18" charset="0"/>
                <a:ea typeface="ＭＳ Ｐゴシック" pitchFamily="34" charset="-128"/>
              </a:rPr>
              <a:t>t</a:t>
            </a:r>
            <a:r>
              <a:rPr lang="sv-SE" altLang="ja-JP" sz="1800">
                <a:latin typeface="Constantia" pitchFamily="18" charset="0"/>
                <a:ea typeface="ＭＳ Ｐゴシック" pitchFamily="34" charset="-128"/>
              </a:rPr>
              <a:t> </a:t>
            </a:r>
            <a:r>
              <a:rPr lang="sv-SE" altLang="ja-JP" sz="1800">
                <a:latin typeface="Constantia" pitchFamily="18" charset="0"/>
                <a:ea typeface="ＭＳ Ｐゴシック" pitchFamily="34" charset="-128"/>
                <a:sym typeface="Symbol" pitchFamily="18" charset="2"/>
              </a:rPr>
              <a:t></a:t>
            </a:r>
            <a:r>
              <a:rPr lang="sv-SE" altLang="ja-JP" sz="1800">
                <a:latin typeface="Constantia" pitchFamily="18" charset="0"/>
                <a:ea typeface="ＭＳ Ｐゴシック" pitchFamily="34" charset="-128"/>
              </a:rPr>
              <a:t> 3</a:t>
            </a:r>
            <a:r>
              <a:rPr lang="sv-SE" altLang="ja-JP" sz="1800">
                <a:latin typeface="Constantia" pitchFamily="18" charset="0"/>
                <a:ea typeface="ＭＳ Ｐゴシック" pitchFamily="34" charset="-128"/>
                <a:sym typeface="Symbol" pitchFamily="18" charset="2"/>
              </a:rPr>
              <a:t></a:t>
            </a:r>
            <a:r>
              <a:rPr lang="sv-SE" altLang="ja-JP" sz="1800" baseline="-25000">
                <a:latin typeface="Constantia" pitchFamily="18" charset="0"/>
                <a:ea typeface="ＭＳ Ｐゴシック" pitchFamily="34" charset="-128"/>
              </a:rPr>
              <a:t>S</a:t>
            </a:r>
            <a:r>
              <a:rPr lang="sv-SE" altLang="ja-JP" sz="1800">
                <a:latin typeface="Constantia" pitchFamily="18" charset="0"/>
                <a:ea typeface="ＭＳ Ｐゴシック" pitchFamily="34" charset="-128"/>
              </a:rPr>
              <a:t> …..</a:t>
            </a:r>
            <a:endParaRPr lang="en-US" altLang="en-US" sz="1800">
              <a:latin typeface="Constantia" pitchFamily="18" charset="0"/>
            </a:endParaRPr>
          </a:p>
          <a:p>
            <a:pPr eaLnBrk="1" hangingPunct="1">
              <a:spcBef>
                <a:spcPct val="50000"/>
              </a:spcBef>
            </a:pPr>
            <a:endParaRPr lang="en-US" altLang="en-US" sz="1800">
              <a:latin typeface="Constantia"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1F576CFB-CB76-4B9C-A736-C5B9FA3D24B5}" type="datetime1">
              <a:rPr lang="en-US">
                <a:latin typeface="Arial" pitchFamily="34" charset="0"/>
              </a:rPr>
              <a:pPr/>
              <a:t>23/12/2019</a:t>
            </a:fld>
            <a:endParaRPr lang="en-US" altLang="en-US">
              <a:latin typeface="Arial" pitchFamily="34" charset="0"/>
            </a:endParaRPr>
          </a:p>
        </p:txBody>
      </p:sp>
      <p:sp>
        <p:nvSpPr>
          <p:cNvPr id="276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5868C789-E942-44F2-B701-682F3FBEE923}" type="slidenum">
              <a:rPr lang="en-US" altLang="en-US" sz="1000"/>
              <a:pPr/>
              <a:t>18</a:t>
            </a:fld>
            <a:endParaRPr lang="en-US" altLang="en-US" sz="1000"/>
          </a:p>
        </p:txBody>
      </p:sp>
      <p:sp>
        <p:nvSpPr>
          <p:cNvPr id="27651" name="Rectangle 3"/>
          <p:cNvSpPr>
            <a:spLocks noGrp="1" noChangeArrowheads="1"/>
          </p:cNvSpPr>
          <p:nvPr>
            <p:ph type="body" idx="1"/>
          </p:nvPr>
        </p:nvSpPr>
        <p:spPr>
          <a:xfrm>
            <a:off x="381000" y="1447800"/>
            <a:ext cx="8534400" cy="5105400"/>
          </a:xfrm>
        </p:spPr>
        <p:txBody>
          <a:bodyPr/>
          <a:lstStyle/>
          <a:p>
            <a:pPr eaLnBrk="1" hangingPunct="1"/>
            <a:r>
              <a:rPr lang="sv-SE" altLang="ja-JP" sz="2400" smtClean="0">
                <a:latin typeface="Constantia" pitchFamily="18" charset="0"/>
                <a:ea typeface="ＭＳ Ｐゴシック" pitchFamily="34" charset="-128"/>
              </a:rPr>
              <a:t>Đồ thị phổ</a:t>
            </a:r>
          </a:p>
          <a:p>
            <a:pPr eaLnBrk="1" hangingPunct="1"/>
            <a:endParaRPr lang="sv-SE" altLang="ja-JP" sz="2400" smtClean="0">
              <a:latin typeface="Constantia" pitchFamily="18" charset="0"/>
              <a:ea typeface="ＭＳ Ｐゴシック" pitchFamily="34" charset="-128"/>
            </a:endParaRPr>
          </a:p>
          <a:p>
            <a:pPr eaLnBrk="1" hangingPunct="1"/>
            <a:endParaRPr lang="sv-SE" altLang="ja-JP" sz="2400" smtClean="0">
              <a:latin typeface="Constantia" pitchFamily="18" charset="0"/>
              <a:ea typeface="ＭＳ Ｐゴシック" pitchFamily="34" charset="-128"/>
            </a:endParaRPr>
          </a:p>
          <a:p>
            <a:pPr eaLnBrk="1" hangingPunct="1"/>
            <a:endParaRPr lang="sv-SE" altLang="ja-JP" sz="2400" smtClean="0">
              <a:latin typeface="Constantia" pitchFamily="18" charset="0"/>
              <a:ea typeface="ＭＳ Ｐゴシック" pitchFamily="34" charset="-128"/>
            </a:endParaRPr>
          </a:p>
          <a:p>
            <a:pPr eaLnBrk="1" hangingPunct="1"/>
            <a:endParaRPr lang="en-AU" altLang="ja-JP" sz="2000" smtClean="0">
              <a:latin typeface="Constantia" pitchFamily="18" charset="0"/>
              <a:ea typeface="ＭＳ Ｐゴシック" pitchFamily="34" charset="-128"/>
            </a:endParaRPr>
          </a:p>
          <a:p>
            <a:pPr eaLnBrk="1" hangingPunct="1"/>
            <a:endParaRPr lang="en-AU" altLang="ja-JP" sz="2000" smtClean="0">
              <a:latin typeface="Constantia" pitchFamily="18" charset="0"/>
              <a:ea typeface="ＭＳ Ｐゴシック" pitchFamily="34" charset="-128"/>
            </a:endParaRPr>
          </a:p>
          <a:p>
            <a:pPr eaLnBrk="1" hangingPunct="1"/>
            <a:endParaRPr lang="en-AU" altLang="ja-JP" sz="2000" smtClean="0">
              <a:latin typeface="Constantia" pitchFamily="18" charset="0"/>
              <a:ea typeface="ＭＳ Ｐゴシック" pitchFamily="34" charset="-128"/>
            </a:endParaRPr>
          </a:p>
          <a:p>
            <a:pPr eaLnBrk="1" hangingPunct="1"/>
            <a:r>
              <a:rPr lang="en-AU" altLang="ja-JP" sz="2000" smtClean="0">
                <a:latin typeface="Constantia" pitchFamily="18" charset="0"/>
                <a:ea typeface="ＭＳ Ｐゴシック" pitchFamily="34" charset="-128"/>
              </a:rPr>
              <a:t>Để lấy </a:t>
            </a:r>
            <a:r>
              <a:rPr lang="vi-VN" altLang="ja-JP" sz="2000" smtClean="0">
                <a:latin typeface="Times New Roman" pitchFamily="18" charset="0"/>
                <a:ea typeface="ＭＳ Ｐゴシック" pitchFamily="34" charset="-128"/>
              </a:rPr>
              <a:t>đư</a:t>
            </a:r>
            <a:r>
              <a:rPr lang="en-AU" altLang="ja-JP" sz="2000" smtClean="0">
                <a:latin typeface="Constantia" pitchFamily="18" charset="0"/>
                <a:ea typeface="ＭＳ Ｐゴシック" pitchFamily="34" charset="-128"/>
              </a:rPr>
              <a:t>ợc tín hiệu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biên dùng bộ lọc có tần số trung tâm là </a:t>
            </a:r>
            <a:r>
              <a:rPr lang="en-AU" altLang="ja-JP" sz="2000" smtClean="0">
                <a:latin typeface="Constantia" pitchFamily="18" charset="0"/>
                <a:ea typeface="ＭＳ Ｐゴシック" pitchFamily="34" charset="-128"/>
                <a:sym typeface="Symbol" pitchFamily="18" charset="2"/>
              </a:rPr>
              <a:t></a:t>
            </a:r>
            <a:r>
              <a:rPr lang="en-AU" altLang="ja-JP" sz="2000" baseline="-25000" smtClean="0">
                <a:latin typeface="Constantia" pitchFamily="18" charset="0"/>
                <a:ea typeface="ＭＳ Ｐゴシック" pitchFamily="34" charset="-128"/>
              </a:rPr>
              <a:t>t </a:t>
            </a:r>
            <a:r>
              <a:rPr lang="en-AU" altLang="ja-JP" sz="2000" smtClean="0">
                <a:latin typeface="Constantia" pitchFamily="18" charset="0"/>
                <a:ea typeface="ＭＳ Ｐゴシック" pitchFamily="34" charset="-128"/>
              </a:rPr>
              <a:t>và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ộ rộng </a:t>
            </a:r>
            <a:r>
              <a:rPr lang="en-AU" altLang="ja-JP" sz="2000" smtClean="0">
                <a:latin typeface="Constantia" pitchFamily="18" charset="0"/>
                <a:ea typeface="ＭＳ Ｐゴシック" pitchFamily="34" charset="-128"/>
                <a:sym typeface="Symbol" pitchFamily="18" charset="2"/>
              </a:rPr>
              <a:t></a:t>
            </a:r>
            <a:r>
              <a:rPr lang="en-AU" altLang="ja-JP" sz="2000" smtClean="0">
                <a:latin typeface="Constantia" pitchFamily="18" charset="0"/>
                <a:ea typeface="ＭＳ Ｐゴシック" pitchFamily="34" charset="-128"/>
              </a:rPr>
              <a:t> 2</a:t>
            </a:r>
            <a:r>
              <a:rPr lang="en-AU" altLang="ja-JP" sz="2000" smtClean="0">
                <a:latin typeface="Constantia" pitchFamily="18" charset="0"/>
                <a:ea typeface="ＭＳ Ｐゴシック" pitchFamily="34" charset="-128"/>
                <a:sym typeface="Symbol" pitchFamily="18" charset="2"/>
              </a:rPr>
              <a:t></a:t>
            </a:r>
            <a:r>
              <a:rPr lang="en-AU" altLang="ja-JP" sz="2000" baseline="-25000" smtClean="0">
                <a:latin typeface="Constantia" pitchFamily="18" charset="0"/>
                <a:ea typeface="ＭＳ Ｐゴシック" pitchFamily="34" charset="-128"/>
              </a:rPr>
              <a:t>S</a:t>
            </a:r>
            <a:r>
              <a:rPr lang="en-AU" altLang="ja-JP" sz="2000" smtClean="0">
                <a:latin typeface="Constantia" pitchFamily="18" charset="0"/>
                <a:ea typeface="ＭＳ Ｐゴシック" pitchFamily="34" charset="-128"/>
              </a:rPr>
              <a:t>.</a:t>
            </a:r>
            <a:endParaRPr lang="sv-SE" altLang="ja-JP" sz="2000" smtClean="0">
              <a:latin typeface="Constantia" pitchFamily="18" charset="0"/>
              <a:ea typeface="ＭＳ Ｐゴシック" pitchFamily="34" charset="-128"/>
            </a:endParaRPr>
          </a:p>
          <a:p>
            <a:pPr eaLnBrk="1" hangingPunct="1"/>
            <a:r>
              <a:rPr lang="sv-SE" altLang="ja-JP" sz="2000" smtClean="0">
                <a:latin typeface="Constantia" pitchFamily="18" charset="0"/>
                <a:ea typeface="ＭＳ Ｐゴシック" pitchFamily="34" charset="-128"/>
              </a:rPr>
              <a:t>Sau khi lọc, tín hiệu lấy ra có 2 biên tần </a:t>
            </a:r>
            <a:r>
              <a:rPr lang="sv-SE" altLang="ja-JP" sz="2000" smtClean="0">
                <a:latin typeface="Constantia" pitchFamily="18" charset="0"/>
                <a:ea typeface="ＭＳ Ｐゴシック" pitchFamily="34" charset="-128"/>
                <a:sym typeface="Symbol" pitchFamily="18" charset="2"/>
              </a:rPr>
              <a:t></a:t>
            </a:r>
            <a:r>
              <a:rPr lang="sv-SE" altLang="ja-JP" sz="2000" baseline="-25000" smtClean="0">
                <a:latin typeface="Constantia" pitchFamily="18" charset="0"/>
                <a:ea typeface="ＭＳ Ｐゴシック" pitchFamily="34" charset="-128"/>
              </a:rPr>
              <a:t>t</a:t>
            </a:r>
            <a:r>
              <a:rPr lang="sv-SE" altLang="ja-JP" sz="2000" smtClean="0">
                <a:latin typeface="Constantia" pitchFamily="18" charset="0"/>
                <a:ea typeface="ＭＳ Ｐゴシック" pitchFamily="34" charset="-128"/>
              </a:rPr>
              <a:t> </a:t>
            </a:r>
            <a:r>
              <a:rPr lang="sv-SE" altLang="ja-JP" sz="2000" smtClean="0">
                <a:latin typeface="Constantia" pitchFamily="18" charset="0"/>
                <a:ea typeface="ＭＳ Ｐゴシック" pitchFamily="34" charset="-128"/>
                <a:sym typeface="Symbol" pitchFamily="18" charset="2"/>
              </a:rPr>
              <a:t></a:t>
            </a:r>
            <a:r>
              <a:rPr lang="sv-SE" altLang="ja-JP" sz="2000" smtClean="0">
                <a:latin typeface="Constantia" pitchFamily="18" charset="0"/>
                <a:ea typeface="ＭＳ Ｐゴシック" pitchFamily="34" charset="-128"/>
              </a:rPr>
              <a:t> </a:t>
            </a:r>
            <a:r>
              <a:rPr lang="sv-SE" altLang="ja-JP" sz="2000" smtClean="0">
                <a:latin typeface="Constantia" pitchFamily="18" charset="0"/>
                <a:ea typeface="ＭＳ Ｐゴシック" pitchFamily="34" charset="-128"/>
                <a:sym typeface="Symbol" pitchFamily="18" charset="2"/>
              </a:rPr>
              <a:t></a:t>
            </a:r>
            <a:r>
              <a:rPr lang="sv-SE" altLang="ja-JP" sz="2000" baseline="-25000" smtClean="0">
                <a:latin typeface="Constantia" pitchFamily="18" charset="0"/>
                <a:ea typeface="ＭＳ Ｐゴシック" pitchFamily="34" charset="-128"/>
              </a:rPr>
              <a:t>S</a:t>
            </a:r>
            <a:r>
              <a:rPr lang="sv-SE" altLang="ja-JP" sz="2000" smtClean="0">
                <a:latin typeface="Constantia" pitchFamily="18" charset="0"/>
                <a:ea typeface="ＭＳ Ｐゴシック" pitchFamily="34" charset="-128"/>
              </a:rPr>
              <a:t>, không có thành phần sóng mang </a:t>
            </a:r>
            <a:r>
              <a:rPr lang="sv-SE" altLang="ja-JP" sz="2000" smtClean="0">
                <a:latin typeface="Constantia" pitchFamily="18" charset="0"/>
                <a:ea typeface="ＭＳ Ｐゴシック" pitchFamily="34" charset="-128"/>
                <a:sym typeface="Wingdings" pitchFamily="2" charset="2"/>
              </a:rPr>
              <a:t></a:t>
            </a:r>
            <a:r>
              <a:rPr lang="sv-SE" altLang="ja-JP" sz="2000" smtClean="0">
                <a:latin typeface="Constantia" pitchFamily="18" charset="0"/>
                <a:ea typeface="ＭＳ Ｐゴシック" pitchFamily="34" charset="-128"/>
              </a:rPr>
              <a:t> phải cộng thêm tần số sóng mang sau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a:t>
            </a:r>
          </a:p>
          <a:p>
            <a:pPr eaLnBrk="1" hangingPunct="1"/>
            <a:r>
              <a:rPr lang="sv-SE" altLang="ja-JP" sz="2000" smtClean="0">
                <a:latin typeface="Constantia" pitchFamily="18" charset="0"/>
                <a:ea typeface="ＭＳ Ｐゴシック" pitchFamily="34" charset="-128"/>
              </a:rPr>
              <a:t>Do thành phần ra không có thành phần bậc 2, thành phần bậc 3 có biên dộ nhỏ </a:t>
            </a:r>
            <a:r>
              <a:rPr lang="sv-SE" altLang="ja-JP" sz="2000" smtClean="0">
                <a:latin typeface="Constantia" pitchFamily="18" charset="0"/>
                <a:ea typeface="ＭＳ Ｐゴシック" pitchFamily="34" charset="-128"/>
                <a:sym typeface="Wingdings" pitchFamily="2" charset="2"/>
              </a:rPr>
              <a:t></a:t>
            </a:r>
            <a:r>
              <a:rPr lang="sv-SE" altLang="ja-JP" sz="2000" smtClean="0">
                <a:latin typeface="Constantia" pitchFamily="18" charset="0"/>
                <a:ea typeface="ＭＳ Ｐゴシック" pitchFamily="34" charset="-128"/>
              </a:rPr>
              <a:t> méo phi tuyến rất thấp </a:t>
            </a:r>
            <a:r>
              <a:rPr lang="sv-SE" altLang="ja-JP" sz="2000" smtClean="0">
                <a:latin typeface="Constantia" pitchFamily="18" charset="0"/>
                <a:ea typeface="ＭＳ Ｐゴシック" pitchFamily="34" charset="-128"/>
                <a:sym typeface="Wingdings" pitchFamily="2" charset="2"/>
              </a:rPr>
              <a:t></a:t>
            </a:r>
            <a:r>
              <a:rPr lang="sv-SE" altLang="ja-JP" sz="2000" smtClean="0">
                <a:latin typeface="Constantia" pitchFamily="18" charset="0"/>
                <a:ea typeface="ＭＳ Ｐゴシック" pitchFamily="34" charset="-128"/>
              </a:rPr>
              <a:t> </a:t>
            </a:r>
            <a:r>
              <a:rPr lang="vi-VN" altLang="ja-JP" sz="2000" smtClean="0">
                <a:latin typeface="Times New Roman" pitchFamily="18" charset="0"/>
                <a:ea typeface="ＭＳ Ｐゴシック" pitchFamily="34" charset="-128"/>
              </a:rPr>
              <a:t>ư</a:t>
            </a:r>
            <a:r>
              <a:rPr lang="sv-SE" altLang="ja-JP" sz="2000" smtClean="0">
                <a:latin typeface="Constantia" pitchFamily="18" charset="0"/>
                <a:ea typeface="ＭＳ Ｐゴシック" pitchFamily="34" charset="-128"/>
              </a:rPr>
              <a:t>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iểm so với mạch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a:t>
            </a:r>
            <a:r>
              <a:rPr lang="vi-VN" altLang="ja-JP" sz="2000" smtClean="0">
                <a:latin typeface="Times New Roman" pitchFamily="18" charset="0"/>
                <a:ea typeface="ＭＳ Ｐゴシック" pitchFamily="34" charset="-128"/>
              </a:rPr>
              <a:t>đơ</a:t>
            </a:r>
            <a:r>
              <a:rPr lang="sv-SE" altLang="ja-JP" sz="2000" smtClean="0">
                <a:latin typeface="Constantia" pitchFamily="18" charset="0"/>
                <a:ea typeface="ＭＳ Ｐゴシック" pitchFamily="34" charset="-128"/>
              </a:rPr>
              <a:t>n.</a:t>
            </a:r>
            <a:endParaRPr lang="en-US" altLang="en-US" sz="2000" smtClean="0">
              <a:latin typeface="Constantia" pitchFamily="18" charset="0"/>
            </a:endParaRPr>
          </a:p>
        </p:txBody>
      </p:sp>
      <p:sp>
        <p:nvSpPr>
          <p:cNvPr id="27652" name="Rectangle 5"/>
          <p:cNvSpPr>
            <a:spLocks noChangeArrowheads="1"/>
          </p:cNvSpPr>
          <p:nvPr/>
        </p:nvSpPr>
        <p:spPr bwMode="auto">
          <a:xfrm>
            <a:off x="0" y="2509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7653" name="Object 4"/>
          <p:cNvGraphicFramePr>
            <a:graphicFrameLocks noChangeAspect="1"/>
          </p:cNvGraphicFramePr>
          <p:nvPr/>
        </p:nvGraphicFramePr>
        <p:xfrm>
          <a:off x="2286000" y="1447800"/>
          <a:ext cx="6553200" cy="2667000"/>
        </p:xfrm>
        <a:graphic>
          <a:graphicData uri="http://schemas.openxmlformats.org/presentationml/2006/ole">
            <mc:AlternateContent xmlns:mc="http://schemas.openxmlformats.org/markup-compatibility/2006">
              <mc:Choice xmlns:v="urn:schemas-microsoft-com:vml" Requires="v">
                <p:oleObj spid="_x0000_s27678" name="Visio" r:id="rId3" imgW="7112000" imgH="2235200" progId="Visio.Drawing.11">
                  <p:embed/>
                </p:oleObj>
              </mc:Choice>
              <mc:Fallback>
                <p:oleObj name="Visio" r:id="rId3" imgW="7112000" imgH="22352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447800"/>
                        <a:ext cx="6553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
          <p:cNvSpPr>
            <a:spLocks noGrp="1" noChangeArrowheads="1"/>
          </p:cNvSpPr>
          <p:nvPr>
            <p:ph type="title"/>
          </p:nvPr>
        </p:nvSpPr>
        <p:spPr>
          <a:xfrm>
            <a:off x="0" y="152400"/>
            <a:ext cx="7924800" cy="1265238"/>
          </a:xfrm>
          <a:solidFill>
            <a:schemeClr val="tx2">
              <a:lumMod val="20000"/>
              <a:lumOff val="80000"/>
            </a:schemeClr>
          </a:solidFill>
        </p:spPr>
        <p:txBody>
          <a:bodyPr/>
          <a:lstStyle/>
          <a:p>
            <a:pPr marL="742950" indent="-742950" algn="ctr"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biên cân bằng </a:t>
            </a:r>
            <a:br>
              <a:rPr lang="sv-SE" altLang="ja-JP" sz="4000" b="0" smtClean="0">
                <a:latin typeface="Times New Roman" pitchFamily="18" charset="0"/>
                <a:ea typeface="ＭＳ Ｐゴシック" pitchFamily="34" charset="-128"/>
              </a:rPr>
            </a:br>
            <a:r>
              <a:rPr lang="sv-SE" altLang="ja-JP" sz="4000" b="0" smtClean="0">
                <a:latin typeface="Times New Roman" pitchFamily="18" charset="0"/>
                <a:ea typeface="ＭＳ Ｐゴシック" pitchFamily="34" charset="-128"/>
              </a:rPr>
              <a:t>(dùng 2 diode)</a:t>
            </a:r>
            <a:endParaRPr lang="en-US" sz="4000" smtClean="0">
              <a:latin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354E5F17-48CB-4637-A00B-F8CDBEBF2418}" type="datetime1">
              <a:rPr lang="en-US">
                <a:latin typeface="Arial" pitchFamily="34" charset="0"/>
              </a:rPr>
              <a:pPr/>
              <a:t>23/12/2019</a:t>
            </a:fld>
            <a:endParaRPr lang="en-US" altLang="en-US">
              <a:latin typeface="Arial" pitchFamily="34" charset="0"/>
            </a:endParaRPr>
          </a:p>
        </p:txBody>
      </p:sp>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025FCBBA-C425-42FB-B123-A90AB0941B87}" type="slidenum">
              <a:rPr lang="en-US" altLang="en-US" sz="1000"/>
              <a:pPr/>
              <a:t>19</a:t>
            </a:fld>
            <a:endParaRPr lang="en-US" altLang="en-US" sz="1000"/>
          </a:p>
        </p:txBody>
      </p:sp>
      <p:sp>
        <p:nvSpPr>
          <p:cNvPr id="30724" name="Rectangle 2"/>
          <p:cNvSpPr>
            <a:spLocks noGrp="1" noChangeArrowheads="1"/>
          </p:cNvSpPr>
          <p:nvPr>
            <p:ph type="title"/>
          </p:nvPr>
        </p:nvSpPr>
        <p:spPr>
          <a:xfrm>
            <a:off x="457200" y="228600"/>
            <a:ext cx="7543800" cy="1295400"/>
          </a:xfrm>
          <a:solidFill>
            <a:schemeClr val="tx2">
              <a:lumMod val="20000"/>
              <a:lumOff val="80000"/>
            </a:schemeClr>
          </a:solidFill>
        </p:spPr>
        <p:txBody>
          <a:bodyPr/>
          <a:lstStyle/>
          <a:p>
            <a:pPr algn="ctr"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biên cân bằng              (dùng 2 Transistor)</a:t>
            </a:r>
            <a:endParaRPr lang="en-US" sz="4000" b="0" smtClean="0">
              <a:latin typeface="Times New Roman" pitchFamily="18" charset="0"/>
            </a:endParaRPr>
          </a:p>
        </p:txBody>
      </p:sp>
      <p:sp>
        <p:nvSpPr>
          <p:cNvPr id="28676" name="Rectangle 3"/>
          <p:cNvSpPr>
            <a:spLocks noGrp="1" noChangeArrowheads="1"/>
          </p:cNvSpPr>
          <p:nvPr>
            <p:ph type="body" idx="1"/>
          </p:nvPr>
        </p:nvSpPr>
        <p:spPr/>
        <p:txBody>
          <a:bodyPr/>
          <a:lstStyle/>
          <a:p>
            <a:pPr eaLnBrk="1" hangingPunct="1"/>
            <a:r>
              <a:rPr lang="sv-SE" altLang="ja-JP" sz="2400" smtClean="0">
                <a:latin typeface="Constantia" pitchFamily="18" charset="0"/>
                <a:ea typeface="ＭＳ Ｐゴシック" pitchFamily="34" charset="-128"/>
              </a:rPr>
              <a:t>Các tính chất giống mạch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iều chế cân bằng dùng diode nh</a:t>
            </a:r>
            <a:r>
              <a:rPr lang="vi-VN" altLang="ja-JP" sz="2400" smtClean="0">
                <a:latin typeface="Times New Roman" pitchFamily="18" charset="0"/>
                <a:ea typeface="ＭＳ Ｐゴシック" pitchFamily="34" charset="-128"/>
              </a:rPr>
              <a:t>ư</a:t>
            </a:r>
            <a:r>
              <a:rPr lang="sv-SE" altLang="ja-JP" sz="2400" smtClean="0">
                <a:latin typeface="Constantia" pitchFamily="18" charset="0"/>
                <a:ea typeface="ＭＳ Ｐゴシック" pitchFamily="34" charset="-128"/>
              </a:rPr>
              <a:t>ng biên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ộ ra lớn h</a:t>
            </a:r>
            <a:r>
              <a:rPr lang="vi-VN" altLang="ja-JP" sz="2400" smtClean="0">
                <a:latin typeface="Times New Roman" pitchFamily="18" charset="0"/>
                <a:ea typeface="ＭＳ Ｐゴシック" pitchFamily="34" charset="-128"/>
              </a:rPr>
              <a:t>ơ</a:t>
            </a:r>
            <a:r>
              <a:rPr lang="sv-SE" altLang="ja-JP" sz="2400" smtClean="0">
                <a:latin typeface="Constantia" pitchFamily="18" charset="0"/>
                <a:ea typeface="ＭＳ Ｐゴシック" pitchFamily="34" charset="-128"/>
              </a:rPr>
              <a:t>n nhiều do tính khuếch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ại của transistor .</a:t>
            </a:r>
            <a:r>
              <a:rPr lang="en-US" altLang="ja-JP" sz="2400" smtClean="0">
                <a:latin typeface="Constantia" pitchFamily="18" charset="0"/>
                <a:ea typeface="ＭＳ Ｐゴシック" pitchFamily="34" charset="-128"/>
              </a:rPr>
              <a:t> </a:t>
            </a:r>
            <a:endParaRPr lang="en-US" altLang="en-US" sz="2400" smtClean="0">
              <a:latin typeface="Constantia" pitchFamily="18" charset="0"/>
            </a:endParaRPr>
          </a:p>
        </p:txBody>
      </p:sp>
      <p:pic>
        <p:nvPicPr>
          <p:cNvPr id="2867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052763"/>
            <a:ext cx="5181600"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Date Placeholder 4"/>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B071E61F-D26E-4E08-BCC7-D44953AC98B8}" type="datetime1">
              <a:rPr lang="en-US">
                <a:latin typeface="Arial" pitchFamily="34" charset="0"/>
              </a:rPr>
              <a:pPr/>
              <a:t>23/12/2019</a:t>
            </a:fld>
            <a:endParaRPr lang="en-US" altLang="en-US">
              <a:latin typeface="Arial" pitchFamily="34" charset="0"/>
            </a:endParaRPr>
          </a:p>
        </p:txBody>
      </p:sp>
      <p:sp>
        <p:nvSpPr>
          <p:cNvPr id="2969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8ED67B00-A1DE-4A79-BCBD-DA66B579BF5F}" type="slidenum">
              <a:rPr lang="en-US" altLang="en-US" sz="1000"/>
              <a:pPr/>
              <a:t>20</a:t>
            </a:fld>
            <a:endParaRPr lang="en-US" altLang="en-US" sz="1000"/>
          </a:p>
        </p:txBody>
      </p:sp>
      <p:sp>
        <p:nvSpPr>
          <p:cNvPr id="6151" name="Rectangle 2"/>
          <p:cNvSpPr>
            <a:spLocks noGrp="1" noChangeArrowheads="1"/>
          </p:cNvSpPr>
          <p:nvPr>
            <p:ph type="title"/>
          </p:nvPr>
        </p:nvSpPr>
        <p:spPr>
          <a:xfrm>
            <a:off x="457200" y="381000"/>
            <a:ext cx="7543800" cy="762000"/>
          </a:xfrm>
          <a:solidFill>
            <a:schemeClr val="tx2">
              <a:lumMod val="20000"/>
              <a:lumOff val="80000"/>
            </a:schemeClr>
          </a:solidFill>
        </p:spPr>
        <p:txBody>
          <a:bodyPr/>
          <a:lstStyle/>
          <a:p>
            <a:pPr marL="742950" indent="-742950" algn="ctr"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biên vòng</a:t>
            </a:r>
            <a:endParaRPr lang="en-US" sz="4000" b="0" smtClean="0">
              <a:latin typeface="Times New Roman" pitchFamily="18" charset="0"/>
            </a:endParaRPr>
          </a:p>
        </p:txBody>
      </p:sp>
      <p:sp>
        <p:nvSpPr>
          <p:cNvPr id="29700" name="Rectangle 3"/>
          <p:cNvSpPr>
            <a:spLocks noGrp="1" noChangeArrowheads="1"/>
          </p:cNvSpPr>
          <p:nvPr>
            <p:ph type="body" sz="half" idx="1"/>
          </p:nvPr>
        </p:nvSpPr>
        <p:spPr>
          <a:xfrm>
            <a:off x="381000" y="1371600"/>
            <a:ext cx="4038600" cy="4411663"/>
          </a:xfrm>
        </p:spPr>
        <p:txBody>
          <a:bodyPr/>
          <a:lstStyle/>
          <a:p>
            <a:pPr eaLnBrk="1" hangingPunct="1">
              <a:spcBef>
                <a:spcPct val="0"/>
              </a:spcBef>
              <a:buClrTx/>
              <a:buSzTx/>
              <a:buFontTx/>
              <a:buNone/>
            </a:pPr>
            <a:r>
              <a:rPr lang="en-US" altLang="en-US" sz="2400" i="1" smtClean="0">
                <a:latin typeface="Constantia" pitchFamily="18" charset="0"/>
              </a:rPr>
              <a:t>S</a:t>
            </a:r>
            <a:r>
              <a:rPr lang="vi-VN" altLang="en-US" sz="2400" i="1" smtClean="0">
                <a:latin typeface="Times New Roman" pitchFamily="18" charset="0"/>
              </a:rPr>
              <a:t>ơ</a:t>
            </a:r>
            <a:r>
              <a:rPr lang="en-US" altLang="en-US" sz="2400" i="1" smtClean="0">
                <a:latin typeface="Constantia" pitchFamily="18" charset="0"/>
              </a:rPr>
              <a:t> </a:t>
            </a:r>
            <a:r>
              <a:rPr lang="vi-VN" altLang="en-US" sz="2400" i="1" smtClean="0">
                <a:latin typeface="Times New Roman" pitchFamily="18" charset="0"/>
              </a:rPr>
              <a:t>đ</a:t>
            </a:r>
            <a:r>
              <a:rPr lang="en-US" altLang="en-US" sz="2400" i="1" smtClean="0">
                <a:latin typeface="Constantia" pitchFamily="18" charset="0"/>
              </a:rPr>
              <a:t>ồ </a:t>
            </a:r>
            <a:r>
              <a:rPr lang="vi-VN" altLang="en-US" sz="2400" i="1" smtClean="0">
                <a:latin typeface="Times New Roman" pitchFamily="18" charset="0"/>
              </a:rPr>
              <a:t>đ</a:t>
            </a:r>
            <a:r>
              <a:rPr lang="en-US" altLang="en-US" sz="2400" i="1" smtClean="0">
                <a:latin typeface="Constantia" pitchFamily="18" charset="0"/>
              </a:rPr>
              <a:t>iều biên vòng</a:t>
            </a: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000" i="1" smtClean="0">
              <a:latin typeface="Times New Roman" pitchFamily="18" charset="0"/>
            </a:endParaRPr>
          </a:p>
          <a:p>
            <a:pPr eaLnBrk="1" hangingPunct="1">
              <a:spcBef>
                <a:spcPct val="0"/>
              </a:spcBef>
              <a:buClrTx/>
              <a:buSzTx/>
              <a:buFontTx/>
              <a:buNone/>
            </a:pPr>
            <a:endParaRPr lang="en-US" altLang="en-US" sz="2600" smtClean="0">
              <a:latin typeface="Times New Roman" pitchFamily="18" charset="0"/>
            </a:endParaRPr>
          </a:p>
        </p:txBody>
      </p:sp>
      <p:sp>
        <p:nvSpPr>
          <p:cNvPr id="29701" name="Rectangle 215"/>
          <p:cNvSpPr>
            <a:spLocks noGrp="1" noChangeArrowheads="1"/>
          </p:cNvSpPr>
          <p:nvPr>
            <p:ph type="body" sz="half" idx="2"/>
          </p:nvPr>
        </p:nvSpPr>
        <p:spPr>
          <a:xfrm>
            <a:off x="4191000" y="1524000"/>
            <a:ext cx="4724400" cy="5334000"/>
          </a:xfrm>
        </p:spPr>
        <p:txBody>
          <a:bodyPr/>
          <a:lstStyle/>
          <a:p>
            <a:pPr eaLnBrk="1" hangingPunct="1"/>
            <a:r>
              <a:rPr lang="sv-SE" altLang="ja-JP" sz="1800" smtClean="0">
                <a:latin typeface="Constantia" pitchFamily="18" charset="0"/>
                <a:ea typeface="ＭＳ Ｐゴシック" pitchFamily="34" charset="-128"/>
              </a:rPr>
              <a:t>Mạch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iều biên vòng là kết hợp của mạch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iều chế cân bằng</a:t>
            </a:r>
            <a:r>
              <a:rPr lang="en-US" altLang="ja-JP" sz="1800" smtClean="0">
                <a:latin typeface="Constantia" pitchFamily="18" charset="0"/>
                <a:ea typeface="ＭＳ Ｐゴシック" pitchFamily="34" charset="-128"/>
              </a:rPr>
              <a:t> </a:t>
            </a:r>
          </a:p>
          <a:p>
            <a:pPr lvl="1" eaLnBrk="1" hangingPunct="1"/>
            <a:r>
              <a:rPr lang="sv-SE" altLang="ja-JP" sz="1800" smtClean="0">
                <a:latin typeface="Constantia" pitchFamily="18" charset="0"/>
                <a:ea typeface="ＭＳ Ｐゴシック" pitchFamily="34" charset="-128"/>
              </a:rPr>
              <a:t>I</a:t>
            </a:r>
            <a:r>
              <a:rPr lang="sv-SE" altLang="ja-JP" sz="1800" baseline="-25000" smtClean="0">
                <a:latin typeface="Constantia" pitchFamily="18" charset="0"/>
                <a:ea typeface="ＭＳ Ｐゴシック" pitchFamily="34" charset="-128"/>
              </a:rPr>
              <a:t>1</a:t>
            </a:r>
            <a:r>
              <a:rPr lang="sv-SE" altLang="ja-JP" sz="1800" smtClean="0">
                <a:latin typeface="Constantia" pitchFamily="18" charset="0"/>
                <a:ea typeface="ＭＳ Ｐゴシック" pitchFamily="34" charset="-128"/>
              </a:rPr>
              <a:t>: là dòng cảm ứng do D1 và D2 gây ra trên tải</a:t>
            </a:r>
          </a:p>
          <a:p>
            <a:pPr lvl="1" eaLnBrk="1" hangingPunct="1"/>
            <a:r>
              <a:rPr lang="sv-SE" altLang="ja-JP" sz="1800" smtClean="0">
                <a:latin typeface="Constantia" pitchFamily="18" charset="0"/>
                <a:ea typeface="ＭＳ Ｐゴシック" pitchFamily="34" charset="-128"/>
              </a:rPr>
              <a:t>I</a:t>
            </a:r>
            <a:r>
              <a:rPr lang="sv-SE" altLang="ja-JP" sz="1800" baseline="-25000" smtClean="0">
                <a:latin typeface="Constantia" pitchFamily="18" charset="0"/>
                <a:ea typeface="ＭＳ Ｐゴシック" pitchFamily="34" charset="-128"/>
              </a:rPr>
              <a:t>2</a:t>
            </a:r>
            <a:r>
              <a:rPr lang="sv-SE" altLang="ja-JP" sz="1800" smtClean="0">
                <a:latin typeface="Constantia" pitchFamily="18" charset="0"/>
                <a:ea typeface="ＭＳ Ｐゴシック" pitchFamily="34" charset="-128"/>
              </a:rPr>
              <a:t>: là dòng cảm ứng do D3 và D4 gây ra trên tải</a:t>
            </a:r>
          </a:p>
          <a:p>
            <a:pPr eaLnBrk="1" hangingPunct="1"/>
            <a:r>
              <a:rPr lang="sv-SE" altLang="ja-JP" sz="1800" smtClean="0">
                <a:latin typeface="Constantia" pitchFamily="18" charset="0"/>
                <a:ea typeface="ＭＳ Ｐゴシック" pitchFamily="34" charset="-128"/>
              </a:rPr>
              <a:t>I</a:t>
            </a:r>
            <a:r>
              <a:rPr lang="sv-SE" altLang="ja-JP" sz="1800" baseline="-25000" smtClean="0">
                <a:latin typeface="Constantia" pitchFamily="18" charset="0"/>
                <a:ea typeface="ＭＳ Ｐゴシック" pitchFamily="34" charset="-128"/>
              </a:rPr>
              <a:t>1</a:t>
            </a:r>
            <a:r>
              <a:rPr lang="sv-SE" altLang="ja-JP" sz="1800" smtClean="0">
                <a:latin typeface="Constantia" pitchFamily="18" charset="0"/>
                <a:ea typeface="ＭＳ Ｐゴシック" pitchFamily="34" charset="-128"/>
              </a:rPr>
              <a:t> </a:t>
            </a:r>
            <a:r>
              <a:rPr lang="vi-VN" altLang="ja-JP" sz="1800" smtClean="0">
                <a:latin typeface="Times New Roman" pitchFamily="18" charset="0"/>
                <a:ea typeface="ＭＳ Ｐゴシック" pitchFamily="34" charset="-128"/>
              </a:rPr>
              <a:t>đư</a:t>
            </a:r>
            <a:r>
              <a:rPr lang="sv-SE" altLang="ja-JP" sz="1800" smtClean="0">
                <a:latin typeface="Constantia" pitchFamily="18" charset="0"/>
                <a:ea typeface="ＭＳ Ｐゴシック" pitchFamily="34" charset="-128"/>
              </a:rPr>
              <a:t>ợc tính t</a:t>
            </a:r>
            <a:r>
              <a:rPr lang="vi-VN" altLang="ja-JP" sz="1800" smtClean="0">
                <a:latin typeface="Times New Roman" pitchFamily="18" charset="0"/>
                <a:ea typeface="ＭＳ Ｐゴシック" pitchFamily="34" charset="-128"/>
              </a:rPr>
              <a:t>ươ</a:t>
            </a:r>
            <a:r>
              <a:rPr lang="sv-SE" altLang="ja-JP" sz="1800" smtClean="0">
                <a:latin typeface="Constantia" pitchFamily="18" charset="0"/>
                <a:ea typeface="ＭＳ Ｐゴシック" pitchFamily="34" charset="-128"/>
              </a:rPr>
              <a:t>ng tự nh</a:t>
            </a:r>
            <a:r>
              <a:rPr lang="vi-VN" altLang="ja-JP" sz="1800" smtClean="0">
                <a:latin typeface="Times New Roman" pitchFamily="18" charset="0"/>
                <a:ea typeface="ＭＳ Ｐゴシック" pitchFamily="34" charset="-128"/>
              </a:rPr>
              <a:t>ư</a:t>
            </a:r>
            <a:r>
              <a:rPr lang="sv-SE" altLang="ja-JP" sz="1800" smtClean="0">
                <a:latin typeface="Constantia" pitchFamily="18" charset="0"/>
                <a:ea typeface="ＭＳ Ｐゴシック" pitchFamily="34" charset="-128"/>
              </a:rPr>
              <a:t> trong mạch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iều biên cân bằng</a:t>
            </a:r>
          </a:p>
          <a:p>
            <a:pPr eaLnBrk="1" hangingPunct="1"/>
            <a:endParaRPr lang="sv-SE" altLang="ja-JP" sz="1800" smtClean="0">
              <a:latin typeface="Constantia" pitchFamily="18" charset="0"/>
              <a:ea typeface="ＭＳ Ｐゴシック" pitchFamily="34" charset="-128"/>
            </a:endParaRPr>
          </a:p>
          <a:p>
            <a:pPr eaLnBrk="1" hangingPunct="1"/>
            <a:r>
              <a:rPr lang="sv-SE" altLang="ja-JP" sz="1800" smtClean="0">
                <a:latin typeface="Constantia" pitchFamily="18" charset="0"/>
                <a:ea typeface="ＭＳ Ｐゴシック" pitchFamily="34" charset="-128"/>
              </a:rPr>
              <a:t>Tính I</a:t>
            </a:r>
            <a:r>
              <a:rPr lang="sv-SE" altLang="ja-JP" sz="1800" baseline="-25000" smtClean="0">
                <a:latin typeface="Constantia" pitchFamily="18" charset="0"/>
                <a:ea typeface="ＭＳ Ｐゴシック" pitchFamily="34" charset="-128"/>
              </a:rPr>
              <a:t>2</a:t>
            </a:r>
          </a:p>
          <a:p>
            <a:pPr lvl="1" eaLnBrk="1" hangingPunct="1"/>
            <a:r>
              <a:rPr lang="sv-SE" altLang="ja-JP" sz="1800" smtClean="0">
                <a:latin typeface="Constantia" pitchFamily="18" charset="0"/>
                <a:ea typeface="ＭＳ Ｐゴシック" pitchFamily="34" charset="-128"/>
              </a:rPr>
              <a:t>Ta có:     u</a:t>
            </a:r>
            <a:r>
              <a:rPr lang="sv-SE" altLang="ja-JP" sz="1800" baseline="-25000" smtClean="0">
                <a:latin typeface="Constantia" pitchFamily="18" charset="0"/>
                <a:ea typeface="ＭＳ Ｐゴシック" pitchFamily="34" charset="-128"/>
              </a:rPr>
              <a:t>D3</a:t>
            </a:r>
            <a:r>
              <a:rPr lang="sv-SE" altLang="ja-JP" sz="1800" smtClean="0">
                <a:latin typeface="Constantia" pitchFamily="18" charset="0"/>
                <a:ea typeface="ＭＳ Ｐゴシック" pitchFamily="34" charset="-128"/>
              </a:rPr>
              <a:t> = - u</a:t>
            </a:r>
            <a:r>
              <a:rPr lang="sv-SE" altLang="ja-JP" sz="1800" baseline="-25000" smtClean="0">
                <a:latin typeface="Constantia" pitchFamily="18" charset="0"/>
                <a:ea typeface="ＭＳ Ｐゴシック" pitchFamily="34" charset="-128"/>
              </a:rPr>
              <a:t>s</a:t>
            </a:r>
            <a:r>
              <a:rPr lang="sv-SE" altLang="ja-JP" sz="1800" smtClean="0">
                <a:latin typeface="Constantia" pitchFamily="18" charset="0"/>
                <a:ea typeface="ＭＳ Ｐゴシック" pitchFamily="34" charset="-128"/>
              </a:rPr>
              <a:t> – u</a:t>
            </a:r>
            <a:r>
              <a:rPr lang="sv-SE" altLang="ja-JP" sz="1800" baseline="-25000" smtClean="0">
                <a:latin typeface="Constantia" pitchFamily="18" charset="0"/>
                <a:ea typeface="ＭＳ Ｐゴシック" pitchFamily="34" charset="-128"/>
              </a:rPr>
              <a:t>t</a:t>
            </a:r>
          </a:p>
          <a:p>
            <a:pPr lvl="1" eaLnBrk="1" hangingPunct="1">
              <a:buFont typeface="Wingdings" pitchFamily="2" charset="2"/>
              <a:buNone/>
            </a:pPr>
            <a:r>
              <a:rPr lang="sv-SE" altLang="ja-JP" sz="1800" smtClean="0">
                <a:latin typeface="Constantia" pitchFamily="18" charset="0"/>
                <a:ea typeface="ＭＳ Ｐゴシック" pitchFamily="34" charset="-128"/>
              </a:rPr>
              <a:t>		          u</a:t>
            </a:r>
            <a:r>
              <a:rPr lang="sv-SE" altLang="ja-JP" sz="1800" baseline="-25000" smtClean="0">
                <a:latin typeface="Constantia" pitchFamily="18" charset="0"/>
                <a:ea typeface="ＭＳ Ｐゴシック" pitchFamily="34" charset="-128"/>
              </a:rPr>
              <a:t>D4</a:t>
            </a:r>
            <a:r>
              <a:rPr lang="sv-SE" altLang="ja-JP" sz="1800" smtClean="0">
                <a:latin typeface="Constantia" pitchFamily="18" charset="0"/>
                <a:ea typeface="ＭＳ Ｐゴシック" pitchFamily="34" charset="-128"/>
              </a:rPr>
              <a:t> = u</a:t>
            </a:r>
            <a:r>
              <a:rPr lang="sv-SE" altLang="ja-JP" sz="1800" baseline="-25000" smtClean="0">
                <a:latin typeface="Constantia" pitchFamily="18" charset="0"/>
                <a:ea typeface="ＭＳ Ｐゴシック" pitchFamily="34" charset="-128"/>
              </a:rPr>
              <a:t>s</a:t>
            </a:r>
            <a:r>
              <a:rPr lang="sv-SE" altLang="ja-JP" sz="1800" smtClean="0">
                <a:latin typeface="Constantia" pitchFamily="18" charset="0"/>
                <a:ea typeface="ＭＳ Ｐゴシック" pitchFamily="34" charset="-128"/>
              </a:rPr>
              <a:t> – u</a:t>
            </a:r>
            <a:r>
              <a:rPr lang="sv-SE" altLang="ja-JP" sz="1800" baseline="-25000" smtClean="0">
                <a:latin typeface="Constantia" pitchFamily="18" charset="0"/>
                <a:ea typeface="ＭＳ Ｐゴシック" pitchFamily="34" charset="-128"/>
              </a:rPr>
              <a:t>t</a:t>
            </a:r>
          </a:p>
          <a:p>
            <a:pPr eaLnBrk="1" hangingPunct="1"/>
            <a:r>
              <a:rPr lang="sv-SE" altLang="ja-JP" sz="1800" smtClean="0">
                <a:latin typeface="Constantia" pitchFamily="18" charset="0"/>
                <a:ea typeface="ＭＳ Ｐゴシック" pitchFamily="34" charset="-128"/>
              </a:rPr>
              <a:t>Tính t</a:t>
            </a:r>
            <a:r>
              <a:rPr lang="vi-VN" altLang="ja-JP" sz="1800" smtClean="0">
                <a:latin typeface="Times New Roman" pitchFamily="18" charset="0"/>
                <a:ea typeface="ＭＳ Ｐゴシック" pitchFamily="34" charset="-128"/>
              </a:rPr>
              <a:t>ươ</a:t>
            </a:r>
            <a:r>
              <a:rPr lang="sv-SE" altLang="ja-JP" sz="1800" smtClean="0">
                <a:latin typeface="Constantia" pitchFamily="18" charset="0"/>
                <a:ea typeface="ＭＳ Ｐゴシック" pitchFamily="34" charset="-128"/>
              </a:rPr>
              <a:t>ng tự nh</a:t>
            </a:r>
            <a:r>
              <a:rPr lang="vi-VN" altLang="ja-JP" sz="1800" smtClean="0">
                <a:latin typeface="Times New Roman" pitchFamily="18" charset="0"/>
                <a:ea typeface="ＭＳ Ｐゴシック" pitchFamily="34" charset="-128"/>
              </a:rPr>
              <a:t>ư</a:t>
            </a:r>
            <a:r>
              <a:rPr lang="sv-SE" altLang="ja-JP" sz="1800" smtClean="0">
                <a:latin typeface="Constantia" pitchFamily="18" charset="0"/>
                <a:ea typeface="ＭＳ Ｐゴシック" pitchFamily="34" charset="-128"/>
              </a:rPr>
              <a:t> phần tính I</a:t>
            </a:r>
            <a:r>
              <a:rPr lang="sv-SE" altLang="ja-JP" sz="1800" baseline="-25000" smtClean="0">
                <a:latin typeface="Constantia" pitchFamily="18" charset="0"/>
                <a:ea typeface="ＭＳ Ｐゴシック" pitchFamily="34" charset="-128"/>
              </a:rPr>
              <a:t>1</a:t>
            </a:r>
            <a:r>
              <a:rPr lang="sv-SE" altLang="ja-JP" sz="1800" smtClean="0">
                <a:latin typeface="Constantia" pitchFamily="18" charset="0"/>
                <a:ea typeface="ＭＳ Ｐゴシック" pitchFamily="34" charset="-128"/>
              </a:rPr>
              <a:t> ta </a:t>
            </a:r>
            <a:r>
              <a:rPr lang="vi-VN" altLang="ja-JP" sz="1800" smtClean="0">
                <a:latin typeface="Times New Roman" pitchFamily="18" charset="0"/>
                <a:ea typeface="ＭＳ Ｐゴシック" pitchFamily="34" charset="-128"/>
              </a:rPr>
              <a:t>đư</a:t>
            </a:r>
            <a:r>
              <a:rPr lang="sv-SE" altLang="ja-JP" sz="1800" smtClean="0">
                <a:latin typeface="Constantia" pitchFamily="18" charset="0"/>
                <a:ea typeface="ＭＳ Ｐゴシック" pitchFamily="34" charset="-128"/>
              </a:rPr>
              <a:t>ợc:</a:t>
            </a:r>
          </a:p>
          <a:p>
            <a:pPr eaLnBrk="1" hangingPunct="1"/>
            <a:endParaRPr lang="sv-SE" altLang="ja-JP" sz="1800" smtClean="0">
              <a:latin typeface="Constantia" pitchFamily="18" charset="0"/>
              <a:ea typeface="ＭＳ Ｐゴシック" pitchFamily="34" charset="-128"/>
            </a:endParaRPr>
          </a:p>
          <a:p>
            <a:pPr eaLnBrk="1" hangingPunct="1"/>
            <a:r>
              <a:rPr lang="sv-SE" altLang="ja-JP" sz="1800" smtClean="0">
                <a:latin typeface="Constantia" pitchFamily="18" charset="0"/>
                <a:ea typeface="ＭＳ Ｐゴシック" pitchFamily="34" charset="-128"/>
              </a:rPr>
              <a:t>Dòng chạy qua tải:</a:t>
            </a:r>
            <a:endParaRPr lang="en-US" altLang="en-US" sz="1800" smtClean="0">
              <a:latin typeface="Constantia" pitchFamily="18" charset="0"/>
            </a:endParaRPr>
          </a:p>
          <a:p>
            <a:pPr lvl="1" eaLnBrk="1" hangingPunct="1">
              <a:buFont typeface="Wingdings" pitchFamily="2" charset="2"/>
              <a:buNone/>
            </a:pPr>
            <a:endParaRPr lang="sv-SE" altLang="ja-JP" sz="1800" smtClean="0">
              <a:latin typeface="Times New Roman" pitchFamily="18" charset="0"/>
              <a:ea typeface="ＭＳ Ｐゴシック" pitchFamily="34" charset="-128"/>
            </a:endParaRPr>
          </a:p>
          <a:p>
            <a:pPr lvl="1" eaLnBrk="1" hangingPunct="1"/>
            <a:endParaRPr lang="sv-SE" altLang="ja-JP" sz="1800" smtClean="0">
              <a:latin typeface="Times New Roman" pitchFamily="18" charset="0"/>
              <a:ea typeface="ＭＳ Ｐゴシック" pitchFamily="34" charset="-128"/>
            </a:endParaRPr>
          </a:p>
        </p:txBody>
      </p:sp>
      <p:grpSp>
        <p:nvGrpSpPr>
          <p:cNvPr id="29702" name="Group 216"/>
          <p:cNvGrpSpPr>
            <a:grpSpLocks/>
          </p:cNvGrpSpPr>
          <p:nvPr/>
        </p:nvGrpSpPr>
        <p:grpSpPr bwMode="auto">
          <a:xfrm>
            <a:off x="152400" y="1828800"/>
            <a:ext cx="4660900" cy="3205163"/>
            <a:chOff x="3250" y="2452"/>
            <a:chExt cx="7340" cy="5049"/>
          </a:xfrm>
        </p:grpSpPr>
        <p:grpSp>
          <p:nvGrpSpPr>
            <p:cNvPr id="29709" name="Group 217"/>
            <p:cNvGrpSpPr>
              <a:grpSpLocks/>
            </p:cNvGrpSpPr>
            <p:nvPr/>
          </p:nvGrpSpPr>
          <p:grpSpPr bwMode="auto">
            <a:xfrm>
              <a:off x="3250" y="2452"/>
              <a:ext cx="7340" cy="5049"/>
              <a:chOff x="2791" y="9110"/>
              <a:chExt cx="7340" cy="5502"/>
            </a:xfrm>
          </p:grpSpPr>
          <p:sp>
            <p:nvSpPr>
              <p:cNvPr id="29712" name="AutoShape 218"/>
              <p:cNvSpPr>
                <a:spLocks noChangeAspect="1" noChangeArrowheads="1"/>
              </p:cNvSpPr>
              <p:nvPr/>
            </p:nvSpPr>
            <p:spPr bwMode="auto">
              <a:xfrm>
                <a:off x="2791" y="9110"/>
                <a:ext cx="7340" cy="5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9713" name="Line 219"/>
              <p:cNvSpPr>
                <a:spLocks noChangeShapeType="1"/>
              </p:cNvSpPr>
              <p:nvPr/>
            </p:nvSpPr>
            <p:spPr bwMode="auto">
              <a:xfrm>
                <a:off x="5331" y="12918"/>
                <a:ext cx="3" cy="61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4" name="Oval 220"/>
              <p:cNvSpPr>
                <a:spLocks noChangeArrowheads="1"/>
              </p:cNvSpPr>
              <p:nvPr/>
            </p:nvSpPr>
            <p:spPr bwMode="auto">
              <a:xfrm>
                <a:off x="5298" y="12882"/>
                <a:ext cx="69"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15" name="Oval 221"/>
              <p:cNvSpPr>
                <a:spLocks noChangeArrowheads="1"/>
              </p:cNvSpPr>
              <p:nvPr/>
            </p:nvSpPr>
            <p:spPr bwMode="auto">
              <a:xfrm>
                <a:off x="5298" y="13498"/>
                <a:ext cx="69"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16" name="Line 222"/>
              <p:cNvSpPr>
                <a:spLocks noChangeShapeType="1"/>
              </p:cNvSpPr>
              <p:nvPr/>
            </p:nvSpPr>
            <p:spPr bwMode="auto">
              <a:xfrm>
                <a:off x="6232" y="12918"/>
                <a:ext cx="1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7" name="Line 223"/>
              <p:cNvSpPr>
                <a:spLocks noChangeShapeType="1"/>
              </p:cNvSpPr>
              <p:nvPr/>
            </p:nvSpPr>
            <p:spPr bwMode="auto">
              <a:xfrm>
                <a:off x="6248" y="12918"/>
                <a:ext cx="2" cy="66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Oval 224"/>
              <p:cNvSpPr>
                <a:spLocks noChangeArrowheads="1"/>
              </p:cNvSpPr>
              <p:nvPr/>
            </p:nvSpPr>
            <p:spPr bwMode="auto">
              <a:xfrm>
                <a:off x="6197" y="12882"/>
                <a:ext cx="69"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19" name="Oval 225"/>
              <p:cNvSpPr>
                <a:spLocks noChangeArrowheads="1"/>
              </p:cNvSpPr>
              <p:nvPr/>
            </p:nvSpPr>
            <p:spPr bwMode="auto">
              <a:xfrm>
                <a:off x="6213" y="13551"/>
                <a:ext cx="71"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20" name="Line 226"/>
              <p:cNvSpPr>
                <a:spLocks noChangeShapeType="1"/>
              </p:cNvSpPr>
              <p:nvPr/>
            </p:nvSpPr>
            <p:spPr bwMode="auto">
              <a:xfrm flipH="1">
                <a:off x="8081" y="11264"/>
                <a:ext cx="847" cy="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1" name="Line 227"/>
              <p:cNvSpPr>
                <a:spLocks noChangeShapeType="1"/>
              </p:cNvSpPr>
              <p:nvPr/>
            </p:nvSpPr>
            <p:spPr bwMode="auto">
              <a:xfrm flipV="1">
                <a:off x="8081" y="11194"/>
                <a:ext cx="1" cy="7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2" name="Oval 228"/>
              <p:cNvSpPr>
                <a:spLocks noChangeArrowheads="1"/>
              </p:cNvSpPr>
              <p:nvPr/>
            </p:nvSpPr>
            <p:spPr bwMode="auto">
              <a:xfrm>
                <a:off x="8894" y="11230"/>
                <a:ext cx="69" cy="6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23" name="Oval 229"/>
              <p:cNvSpPr>
                <a:spLocks noChangeArrowheads="1"/>
              </p:cNvSpPr>
              <p:nvPr/>
            </p:nvSpPr>
            <p:spPr bwMode="auto">
              <a:xfrm>
                <a:off x="8047" y="11159"/>
                <a:ext cx="69"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24" name="Line 230"/>
              <p:cNvSpPr>
                <a:spLocks noChangeShapeType="1"/>
              </p:cNvSpPr>
              <p:nvPr/>
            </p:nvSpPr>
            <p:spPr bwMode="auto">
              <a:xfrm>
                <a:off x="8081" y="10280"/>
                <a:ext cx="1" cy="3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5" name="Line 231"/>
              <p:cNvSpPr>
                <a:spLocks noChangeShapeType="1"/>
              </p:cNvSpPr>
              <p:nvPr/>
            </p:nvSpPr>
            <p:spPr bwMode="auto">
              <a:xfrm>
                <a:off x="8081" y="10314"/>
                <a:ext cx="882" cy="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6" name="Oval 232"/>
              <p:cNvSpPr>
                <a:spLocks noChangeArrowheads="1"/>
              </p:cNvSpPr>
              <p:nvPr/>
            </p:nvSpPr>
            <p:spPr bwMode="auto">
              <a:xfrm>
                <a:off x="8047" y="10244"/>
                <a:ext cx="69"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27" name="Oval 233"/>
              <p:cNvSpPr>
                <a:spLocks noChangeArrowheads="1"/>
              </p:cNvSpPr>
              <p:nvPr/>
            </p:nvSpPr>
            <p:spPr bwMode="auto">
              <a:xfrm>
                <a:off x="8928" y="10280"/>
                <a:ext cx="69" cy="69"/>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28" name="Line 234"/>
              <p:cNvSpPr>
                <a:spLocks noChangeShapeType="1"/>
              </p:cNvSpPr>
              <p:nvPr/>
            </p:nvSpPr>
            <p:spPr bwMode="auto">
              <a:xfrm>
                <a:off x="3828" y="11177"/>
                <a:ext cx="2" cy="5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9" name="Line 235"/>
              <p:cNvSpPr>
                <a:spLocks noChangeShapeType="1"/>
              </p:cNvSpPr>
              <p:nvPr/>
            </p:nvSpPr>
            <p:spPr bwMode="auto">
              <a:xfrm flipH="1">
                <a:off x="3239" y="11230"/>
                <a:ext cx="589"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0" name="Oval 236"/>
              <p:cNvSpPr>
                <a:spLocks noChangeArrowheads="1"/>
              </p:cNvSpPr>
              <p:nvPr/>
            </p:nvSpPr>
            <p:spPr bwMode="auto">
              <a:xfrm>
                <a:off x="3795" y="11141"/>
                <a:ext cx="68"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31" name="Oval 237"/>
              <p:cNvSpPr>
                <a:spLocks noChangeArrowheads="1"/>
              </p:cNvSpPr>
              <p:nvPr/>
            </p:nvSpPr>
            <p:spPr bwMode="auto">
              <a:xfrm>
                <a:off x="3206" y="11194"/>
                <a:ext cx="70"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32" name="Line 238"/>
              <p:cNvSpPr>
                <a:spLocks noChangeShapeType="1"/>
              </p:cNvSpPr>
              <p:nvPr/>
            </p:nvSpPr>
            <p:spPr bwMode="auto">
              <a:xfrm flipV="1">
                <a:off x="3276" y="10262"/>
                <a:ext cx="1" cy="1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3" name="Line 239"/>
              <p:cNvSpPr>
                <a:spLocks noChangeShapeType="1"/>
              </p:cNvSpPr>
              <p:nvPr/>
            </p:nvSpPr>
            <p:spPr bwMode="auto">
              <a:xfrm>
                <a:off x="3276" y="10262"/>
                <a:ext cx="552"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4" name="Oval 240"/>
              <p:cNvSpPr>
                <a:spLocks noChangeArrowheads="1"/>
              </p:cNvSpPr>
              <p:nvPr/>
            </p:nvSpPr>
            <p:spPr bwMode="auto">
              <a:xfrm>
                <a:off x="3239" y="10244"/>
                <a:ext cx="71"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35" name="Oval 241"/>
              <p:cNvSpPr>
                <a:spLocks noChangeArrowheads="1"/>
              </p:cNvSpPr>
              <p:nvPr/>
            </p:nvSpPr>
            <p:spPr bwMode="auto">
              <a:xfrm>
                <a:off x="3795" y="10226"/>
                <a:ext cx="68"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36" name="Line 242"/>
              <p:cNvSpPr>
                <a:spLocks noChangeShapeType="1"/>
              </p:cNvSpPr>
              <p:nvPr/>
            </p:nvSpPr>
            <p:spPr bwMode="auto">
              <a:xfrm>
                <a:off x="4088" y="10684"/>
                <a:ext cx="110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7" name="Line 243"/>
              <p:cNvSpPr>
                <a:spLocks noChangeShapeType="1"/>
              </p:cNvSpPr>
              <p:nvPr/>
            </p:nvSpPr>
            <p:spPr bwMode="auto">
              <a:xfrm>
                <a:off x="5194" y="10684"/>
                <a:ext cx="1" cy="198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8" name="Oval 244"/>
              <p:cNvSpPr>
                <a:spLocks noChangeArrowheads="1"/>
              </p:cNvSpPr>
              <p:nvPr/>
            </p:nvSpPr>
            <p:spPr bwMode="auto">
              <a:xfrm>
                <a:off x="4052" y="10648"/>
                <a:ext cx="71"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39" name="Oval 245"/>
              <p:cNvSpPr>
                <a:spLocks noChangeArrowheads="1"/>
              </p:cNvSpPr>
              <p:nvPr/>
            </p:nvSpPr>
            <p:spPr bwMode="auto">
              <a:xfrm>
                <a:off x="5162" y="12635"/>
                <a:ext cx="67"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40" name="Line 246"/>
              <p:cNvSpPr>
                <a:spLocks noChangeShapeType="1"/>
              </p:cNvSpPr>
              <p:nvPr/>
            </p:nvSpPr>
            <p:spPr bwMode="auto">
              <a:xfrm>
                <a:off x="4970" y="10595"/>
                <a:ext cx="1" cy="4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1" name="Oval 247"/>
              <p:cNvSpPr>
                <a:spLocks noChangeArrowheads="1"/>
              </p:cNvSpPr>
              <p:nvPr/>
            </p:nvSpPr>
            <p:spPr bwMode="auto">
              <a:xfrm>
                <a:off x="4935" y="10561"/>
                <a:ext cx="68"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42" name="Oval 248"/>
              <p:cNvSpPr>
                <a:spLocks noChangeArrowheads="1"/>
              </p:cNvSpPr>
              <p:nvPr/>
            </p:nvSpPr>
            <p:spPr bwMode="auto">
              <a:xfrm>
                <a:off x="4935" y="11000"/>
                <a:ext cx="68"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43" name="Line 249"/>
              <p:cNvSpPr>
                <a:spLocks noChangeShapeType="1"/>
              </p:cNvSpPr>
              <p:nvPr/>
            </p:nvSpPr>
            <p:spPr bwMode="auto">
              <a:xfrm>
                <a:off x="4970" y="11353"/>
                <a:ext cx="1" cy="38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4" name="Oval 250"/>
              <p:cNvSpPr>
                <a:spLocks noChangeArrowheads="1"/>
              </p:cNvSpPr>
              <p:nvPr/>
            </p:nvSpPr>
            <p:spPr bwMode="auto">
              <a:xfrm>
                <a:off x="4935" y="11317"/>
                <a:ext cx="68" cy="69"/>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45" name="Oval 251"/>
              <p:cNvSpPr>
                <a:spLocks noChangeArrowheads="1"/>
              </p:cNvSpPr>
              <p:nvPr/>
            </p:nvSpPr>
            <p:spPr bwMode="auto">
              <a:xfrm>
                <a:off x="4935" y="11704"/>
                <a:ext cx="68" cy="6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46" name="Line 252"/>
              <p:cNvSpPr>
                <a:spLocks noChangeShapeType="1"/>
              </p:cNvSpPr>
              <p:nvPr/>
            </p:nvSpPr>
            <p:spPr bwMode="auto">
              <a:xfrm>
                <a:off x="4013" y="11199"/>
                <a:ext cx="1" cy="35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7" name="Line 253"/>
              <p:cNvSpPr>
                <a:spLocks noChangeShapeType="1"/>
              </p:cNvSpPr>
              <p:nvPr/>
            </p:nvSpPr>
            <p:spPr bwMode="auto">
              <a:xfrm>
                <a:off x="4088" y="11739"/>
                <a:ext cx="1694"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8" name="Line 254"/>
              <p:cNvSpPr>
                <a:spLocks noChangeShapeType="1"/>
              </p:cNvSpPr>
              <p:nvPr/>
            </p:nvSpPr>
            <p:spPr bwMode="auto">
              <a:xfrm>
                <a:off x="4935" y="9680"/>
                <a:ext cx="35" cy="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49" name="Line 255"/>
              <p:cNvSpPr>
                <a:spLocks noChangeShapeType="1"/>
              </p:cNvSpPr>
              <p:nvPr/>
            </p:nvSpPr>
            <p:spPr bwMode="auto">
              <a:xfrm>
                <a:off x="4970" y="9680"/>
                <a:ext cx="1" cy="60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0" name="Oval 256"/>
              <p:cNvSpPr>
                <a:spLocks noChangeArrowheads="1"/>
              </p:cNvSpPr>
              <p:nvPr/>
            </p:nvSpPr>
            <p:spPr bwMode="auto">
              <a:xfrm>
                <a:off x="4900" y="9645"/>
                <a:ext cx="70" cy="72"/>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51" name="Oval 257"/>
              <p:cNvSpPr>
                <a:spLocks noChangeArrowheads="1"/>
              </p:cNvSpPr>
              <p:nvPr/>
            </p:nvSpPr>
            <p:spPr bwMode="auto">
              <a:xfrm>
                <a:off x="4935" y="10244"/>
                <a:ext cx="68"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52" name="Line 258"/>
              <p:cNvSpPr>
                <a:spLocks noChangeShapeType="1"/>
              </p:cNvSpPr>
              <p:nvPr/>
            </p:nvSpPr>
            <p:spPr bwMode="auto">
              <a:xfrm flipH="1">
                <a:off x="4088" y="9680"/>
                <a:ext cx="1763" cy="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3" name="Line 259"/>
              <p:cNvSpPr>
                <a:spLocks noChangeShapeType="1"/>
              </p:cNvSpPr>
              <p:nvPr/>
            </p:nvSpPr>
            <p:spPr bwMode="auto">
              <a:xfrm>
                <a:off x="4088" y="9680"/>
                <a:ext cx="1" cy="4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4" name="Oval 260"/>
              <p:cNvSpPr>
                <a:spLocks noChangeArrowheads="1"/>
              </p:cNvSpPr>
              <p:nvPr/>
            </p:nvSpPr>
            <p:spPr bwMode="auto">
              <a:xfrm>
                <a:off x="5817" y="9645"/>
                <a:ext cx="68" cy="72"/>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55" name="Oval 261"/>
              <p:cNvSpPr>
                <a:spLocks noChangeArrowheads="1"/>
              </p:cNvSpPr>
              <p:nvPr/>
            </p:nvSpPr>
            <p:spPr bwMode="auto">
              <a:xfrm>
                <a:off x="4052" y="10086"/>
                <a:ext cx="71"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56" name="Line 262"/>
              <p:cNvSpPr>
                <a:spLocks noChangeShapeType="1"/>
              </p:cNvSpPr>
              <p:nvPr/>
            </p:nvSpPr>
            <p:spPr bwMode="auto">
              <a:xfrm flipV="1">
                <a:off x="6457" y="10860"/>
                <a:ext cx="0" cy="181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7" name="Line 263"/>
              <p:cNvSpPr>
                <a:spLocks noChangeShapeType="1"/>
              </p:cNvSpPr>
              <p:nvPr/>
            </p:nvSpPr>
            <p:spPr bwMode="auto">
              <a:xfrm>
                <a:off x="6457" y="10860"/>
                <a:ext cx="1262" cy="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58" name="Oval 264"/>
              <p:cNvSpPr>
                <a:spLocks noChangeArrowheads="1"/>
              </p:cNvSpPr>
              <p:nvPr/>
            </p:nvSpPr>
            <p:spPr bwMode="auto">
              <a:xfrm>
                <a:off x="6421" y="12635"/>
                <a:ext cx="69"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59" name="Oval 265"/>
              <p:cNvSpPr>
                <a:spLocks noChangeArrowheads="1"/>
              </p:cNvSpPr>
              <p:nvPr/>
            </p:nvSpPr>
            <p:spPr bwMode="auto">
              <a:xfrm>
                <a:off x="7684" y="10824"/>
                <a:ext cx="68"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60" name="Line 266"/>
              <p:cNvSpPr>
                <a:spLocks noChangeShapeType="1"/>
              </p:cNvSpPr>
              <p:nvPr/>
            </p:nvSpPr>
            <p:spPr bwMode="auto">
              <a:xfrm>
                <a:off x="6128" y="11739"/>
                <a:ext cx="1591"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61" name="Line 267"/>
              <p:cNvSpPr>
                <a:spLocks noChangeShapeType="1"/>
              </p:cNvSpPr>
              <p:nvPr/>
            </p:nvSpPr>
            <p:spPr bwMode="auto">
              <a:xfrm flipV="1">
                <a:off x="7719" y="11422"/>
                <a:ext cx="1" cy="31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62" name="Oval 268"/>
              <p:cNvSpPr>
                <a:spLocks noChangeArrowheads="1"/>
              </p:cNvSpPr>
              <p:nvPr/>
            </p:nvSpPr>
            <p:spPr bwMode="auto">
              <a:xfrm>
                <a:off x="7684" y="11386"/>
                <a:ext cx="68" cy="71"/>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63" name="Line 269"/>
              <p:cNvSpPr>
                <a:spLocks noChangeShapeType="1"/>
              </p:cNvSpPr>
              <p:nvPr/>
            </p:nvSpPr>
            <p:spPr bwMode="auto">
              <a:xfrm>
                <a:off x="6197" y="9680"/>
                <a:ext cx="1522" cy="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64" name="Line 270"/>
              <p:cNvSpPr>
                <a:spLocks noChangeShapeType="1"/>
              </p:cNvSpPr>
              <p:nvPr/>
            </p:nvSpPr>
            <p:spPr bwMode="auto">
              <a:xfrm>
                <a:off x="7719" y="9680"/>
                <a:ext cx="1" cy="47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65" name="Oval 271"/>
              <p:cNvSpPr>
                <a:spLocks noChangeArrowheads="1"/>
              </p:cNvSpPr>
              <p:nvPr/>
            </p:nvSpPr>
            <p:spPr bwMode="auto">
              <a:xfrm>
                <a:off x="6162" y="9645"/>
                <a:ext cx="70" cy="72"/>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66" name="Oval 272"/>
              <p:cNvSpPr>
                <a:spLocks noChangeArrowheads="1"/>
              </p:cNvSpPr>
              <p:nvPr/>
            </p:nvSpPr>
            <p:spPr bwMode="auto">
              <a:xfrm>
                <a:off x="7684" y="10121"/>
                <a:ext cx="68" cy="70"/>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767" name="Line 273"/>
              <p:cNvSpPr>
                <a:spLocks noChangeShapeType="1"/>
              </p:cNvSpPr>
              <p:nvPr/>
            </p:nvSpPr>
            <p:spPr bwMode="auto">
              <a:xfrm flipV="1">
                <a:off x="5331" y="13534"/>
                <a:ext cx="3"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68" name="Oval 274"/>
              <p:cNvSpPr>
                <a:spLocks noChangeArrowheads="1"/>
              </p:cNvSpPr>
              <p:nvPr/>
            </p:nvSpPr>
            <p:spPr bwMode="auto">
              <a:xfrm>
                <a:off x="5282" y="13639"/>
                <a:ext cx="85" cy="87"/>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29769" name="Line 275"/>
              <p:cNvSpPr>
                <a:spLocks noChangeShapeType="1"/>
              </p:cNvSpPr>
              <p:nvPr/>
            </p:nvSpPr>
            <p:spPr bwMode="auto">
              <a:xfrm flipV="1">
                <a:off x="6248" y="13586"/>
                <a:ext cx="2" cy="10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70" name="Oval 276"/>
              <p:cNvSpPr>
                <a:spLocks noChangeArrowheads="1"/>
              </p:cNvSpPr>
              <p:nvPr/>
            </p:nvSpPr>
            <p:spPr bwMode="auto">
              <a:xfrm>
                <a:off x="6197" y="13692"/>
                <a:ext cx="87" cy="88"/>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29771" name="Line 277"/>
              <p:cNvSpPr>
                <a:spLocks noChangeShapeType="1"/>
              </p:cNvSpPr>
              <p:nvPr/>
            </p:nvSpPr>
            <p:spPr bwMode="auto">
              <a:xfrm flipH="1">
                <a:off x="8963" y="10314"/>
                <a:ext cx="104" cy="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72" name="Oval 278"/>
              <p:cNvSpPr>
                <a:spLocks noChangeArrowheads="1"/>
              </p:cNvSpPr>
              <p:nvPr/>
            </p:nvSpPr>
            <p:spPr bwMode="auto">
              <a:xfrm>
                <a:off x="9067" y="10262"/>
                <a:ext cx="86" cy="87"/>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29773" name="Line 279"/>
              <p:cNvSpPr>
                <a:spLocks noChangeShapeType="1"/>
              </p:cNvSpPr>
              <p:nvPr/>
            </p:nvSpPr>
            <p:spPr bwMode="auto">
              <a:xfrm flipH="1">
                <a:off x="8928" y="11264"/>
                <a:ext cx="104" cy="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74" name="Oval 280"/>
              <p:cNvSpPr>
                <a:spLocks noChangeArrowheads="1"/>
              </p:cNvSpPr>
              <p:nvPr/>
            </p:nvSpPr>
            <p:spPr bwMode="auto">
              <a:xfrm>
                <a:off x="9032" y="11212"/>
                <a:ext cx="86" cy="86"/>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29775" name="Arc 281"/>
              <p:cNvSpPr>
                <a:spLocks/>
              </p:cNvSpPr>
              <p:nvPr/>
            </p:nvSpPr>
            <p:spPr bwMode="auto">
              <a:xfrm>
                <a:off x="5869" y="12566"/>
                <a:ext cx="156"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76" name="Arc 282"/>
              <p:cNvSpPr>
                <a:spLocks/>
              </p:cNvSpPr>
              <p:nvPr/>
            </p:nvSpPr>
            <p:spPr bwMode="auto">
              <a:xfrm>
                <a:off x="5971" y="12663"/>
                <a:ext cx="54" cy="61"/>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77" name="Arc 283"/>
              <p:cNvSpPr>
                <a:spLocks/>
              </p:cNvSpPr>
              <p:nvPr/>
            </p:nvSpPr>
            <p:spPr bwMode="auto">
              <a:xfrm>
                <a:off x="5971" y="12566"/>
                <a:ext cx="157"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78" name="Arc 284"/>
              <p:cNvSpPr>
                <a:spLocks/>
              </p:cNvSpPr>
              <p:nvPr/>
            </p:nvSpPr>
            <p:spPr bwMode="auto">
              <a:xfrm>
                <a:off x="6075" y="12663"/>
                <a:ext cx="53" cy="61"/>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79" name="Arc 285"/>
              <p:cNvSpPr>
                <a:spLocks/>
              </p:cNvSpPr>
              <p:nvPr/>
            </p:nvSpPr>
            <p:spPr bwMode="auto">
              <a:xfrm>
                <a:off x="6075" y="12566"/>
                <a:ext cx="157"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0" name="Arc 286"/>
              <p:cNvSpPr>
                <a:spLocks/>
              </p:cNvSpPr>
              <p:nvPr/>
            </p:nvSpPr>
            <p:spPr bwMode="auto">
              <a:xfrm>
                <a:off x="6180" y="12663"/>
                <a:ext cx="52" cy="61"/>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1" name="Arc 287"/>
              <p:cNvSpPr>
                <a:spLocks/>
              </p:cNvSpPr>
              <p:nvPr/>
            </p:nvSpPr>
            <p:spPr bwMode="auto">
              <a:xfrm>
                <a:off x="6180" y="12566"/>
                <a:ext cx="157"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2" name="Line 288"/>
              <p:cNvSpPr>
                <a:spLocks noChangeShapeType="1"/>
              </p:cNvSpPr>
              <p:nvPr/>
            </p:nvSpPr>
            <p:spPr bwMode="auto">
              <a:xfrm flipH="1">
                <a:off x="5765" y="12672"/>
                <a:ext cx="104"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83" name="Line 289"/>
              <p:cNvSpPr>
                <a:spLocks noChangeShapeType="1"/>
              </p:cNvSpPr>
              <p:nvPr/>
            </p:nvSpPr>
            <p:spPr bwMode="auto">
              <a:xfrm>
                <a:off x="6353" y="12672"/>
                <a:ext cx="104"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84" name="Arc 290"/>
              <p:cNvSpPr>
                <a:spLocks/>
              </p:cNvSpPr>
              <p:nvPr/>
            </p:nvSpPr>
            <p:spPr bwMode="auto">
              <a:xfrm>
                <a:off x="5298" y="12566"/>
                <a:ext cx="156"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5" name="Arc 291"/>
              <p:cNvSpPr>
                <a:spLocks/>
              </p:cNvSpPr>
              <p:nvPr/>
            </p:nvSpPr>
            <p:spPr bwMode="auto">
              <a:xfrm>
                <a:off x="5402" y="12663"/>
                <a:ext cx="52" cy="61"/>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6" name="Arc 292"/>
              <p:cNvSpPr>
                <a:spLocks/>
              </p:cNvSpPr>
              <p:nvPr/>
            </p:nvSpPr>
            <p:spPr bwMode="auto">
              <a:xfrm>
                <a:off x="5402" y="12566"/>
                <a:ext cx="155"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7" name="Arc 293"/>
              <p:cNvSpPr>
                <a:spLocks/>
              </p:cNvSpPr>
              <p:nvPr/>
            </p:nvSpPr>
            <p:spPr bwMode="auto">
              <a:xfrm>
                <a:off x="5506" y="12663"/>
                <a:ext cx="51" cy="61"/>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8" name="Arc 294"/>
              <p:cNvSpPr>
                <a:spLocks/>
              </p:cNvSpPr>
              <p:nvPr/>
            </p:nvSpPr>
            <p:spPr bwMode="auto">
              <a:xfrm>
                <a:off x="5506" y="12566"/>
                <a:ext cx="154"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89" name="Arc 295"/>
              <p:cNvSpPr>
                <a:spLocks/>
              </p:cNvSpPr>
              <p:nvPr/>
            </p:nvSpPr>
            <p:spPr bwMode="auto">
              <a:xfrm>
                <a:off x="5610" y="12663"/>
                <a:ext cx="50" cy="61"/>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0" name="Arc 296"/>
              <p:cNvSpPr>
                <a:spLocks/>
              </p:cNvSpPr>
              <p:nvPr/>
            </p:nvSpPr>
            <p:spPr bwMode="auto">
              <a:xfrm>
                <a:off x="5610" y="12566"/>
                <a:ext cx="155" cy="106"/>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1" name="Line 297"/>
              <p:cNvSpPr>
                <a:spLocks noChangeShapeType="1"/>
              </p:cNvSpPr>
              <p:nvPr/>
            </p:nvSpPr>
            <p:spPr bwMode="auto">
              <a:xfrm flipH="1">
                <a:off x="5194" y="12672"/>
                <a:ext cx="104"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92" name="Line 298"/>
              <p:cNvSpPr>
                <a:spLocks noChangeShapeType="1"/>
              </p:cNvSpPr>
              <p:nvPr/>
            </p:nvSpPr>
            <p:spPr bwMode="auto">
              <a:xfrm>
                <a:off x="5782" y="12672"/>
                <a:ext cx="10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93" name="Arc 299"/>
              <p:cNvSpPr>
                <a:spLocks/>
              </p:cNvSpPr>
              <p:nvPr/>
            </p:nvSpPr>
            <p:spPr bwMode="auto">
              <a:xfrm>
                <a:off x="5955" y="12909"/>
                <a:ext cx="156" cy="96"/>
              </a:xfrm>
              <a:custGeom>
                <a:avLst/>
                <a:gdLst>
                  <a:gd name="T0" fmla="*/ 0 w 43051"/>
                  <a:gd name="T1" fmla="*/ 0 h 21600"/>
                  <a:gd name="T2" fmla="*/ 0 w 43051"/>
                  <a:gd name="T3" fmla="*/ 0 h 21600"/>
                  <a:gd name="T4" fmla="*/ 0 w 43051"/>
                  <a:gd name="T5" fmla="*/ 0 h 21600"/>
                  <a:gd name="T6" fmla="*/ 0 60000 65536"/>
                  <a:gd name="T7" fmla="*/ 0 60000 65536"/>
                  <a:gd name="T8" fmla="*/ 0 60000 65536"/>
                  <a:gd name="T9" fmla="*/ 0 w 43051"/>
                  <a:gd name="T10" fmla="*/ 0 h 21600"/>
                  <a:gd name="T11" fmla="*/ 43051 w 43051"/>
                  <a:gd name="T12" fmla="*/ 21600 h 21600"/>
                </a:gdLst>
                <a:ahLst/>
                <a:cxnLst>
                  <a:cxn ang="T6">
                    <a:pos x="T0" y="T1"/>
                  </a:cxn>
                  <a:cxn ang="T7">
                    <a:pos x="T2" y="T3"/>
                  </a:cxn>
                  <a:cxn ang="T8">
                    <a:pos x="T4" y="T5"/>
                  </a:cxn>
                </a:cxnLst>
                <a:rect l="T9" t="T10" r="T11" b="T12"/>
                <a:pathLst>
                  <a:path w="43051" h="21600" fill="none" extrusionOk="0">
                    <a:moveTo>
                      <a:pt x="43051" y="1602"/>
                    </a:moveTo>
                    <a:cubicBezTo>
                      <a:pt x="42212" y="12878"/>
                      <a:pt x="32818" y="21599"/>
                      <a:pt x="21511" y="21600"/>
                    </a:cubicBezTo>
                    <a:cubicBezTo>
                      <a:pt x="10339" y="21600"/>
                      <a:pt x="1011" y="13081"/>
                      <a:pt x="-1" y="1956"/>
                    </a:cubicBezTo>
                  </a:path>
                  <a:path w="43051" h="21600" stroke="0" extrusionOk="0">
                    <a:moveTo>
                      <a:pt x="43051" y="1602"/>
                    </a:moveTo>
                    <a:cubicBezTo>
                      <a:pt x="42212" y="12878"/>
                      <a:pt x="32818" y="21599"/>
                      <a:pt x="21511" y="21600"/>
                    </a:cubicBezTo>
                    <a:cubicBezTo>
                      <a:pt x="10339" y="21600"/>
                      <a:pt x="1011" y="13081"/>
                      <a:pt x="-1" y="1956"/>
                    </a:cubicBezTo>
                    <a:lnTo>
                      <a:pt x="21511" y="0"/>
                    </a:lnTo>
                    <a:lnTo>
                      <a:pt x="43051" y="1602"/>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4" name="Arc 300"/>
              <p:cNvSpPr>
                <a:spLocks/>
              </p:cNvSpPr>
              <p:nvPr/>
            </p:nvSpPr>
            <p:spPr bwMode="auto">
              <a:xfrm>
                <a:off x="5955" y="12848"/>
                <a:ext cx="51" cy="67"/>
              </a:xfrm>
              <a:custGeom>
                <a:avLst/>
                <a:gdLst>
                  <a:gd name="T0" fmla="*/ 0 w 43200"/>
                  <a:gd name="T1" fmla="*/ 0 h 23445"/>
                  <a:gd name="T2" fmla="*/ 0 w 43200"/>
                  <a:gd name="T3" fmla="*/ 0 h 23445"/>
                  <a:gd name="T4" fmla="*/ 0 w 43200"/>
                  <a:gd name="T5" fmla="*/ 0 h 23445"/>
                  <a:gd name="T6" fmla="*/ 0 60000 65536"/>
                  <a:gd name="T7" fmla="*/ 0 60000 65536"/>
                  <a:gd name="T8" fmla="*/ 0 60000 65536"/>
                  <a:gd name="T9" fmla="*/ 0 w 43200"/>
                  <a:gd name="T10" fmla="*/ 0 h 23445"/>
                  <a:gd name="T11" fmla="*/ 43200 w 43200"/>
                  <a:gd name="T12" fmla="*/ 23445 h 23445"/>
                </a:gdLst>
                <a:ahLst/>
                <a:cxnLst>
                  <a:cxn ang="T6">
                    <a:pos x="T0" y="T1"/>
                  </a:cxn>
                  <a:cxn ang="T7">
                    <a:pos x="T2" y="T3"/>
                  </a:cxn>
                  <a:cxn ang="T8">
                    <a:pos x="T4" y="T5"/>
                  </a:cxn>
                </a:cxnLst>
                <a:rect l="T9" t="T10" r="T11" b="T12"/>
                <a:pathLst>
                  <a:path w="43200" h="23445" fill="none" extrusionOk="0">
                    <a:moveTo>
                      <a:pt x="40" y="22919"/>
                    </a:moveTo>
                    <a:cubicBezTo>
                      <a:pt x="13" y="22480"/>
                      <a:pt x="0" y="22040"/>
                      <a:pt x="0" y="21600"/>
                    </a:cubicBezTo>
                    <a:cubicBezTo>
                      <a:pt x="0" y="9670"/>
                      <a:pt x="9670" y="0"/>
                      <a:pt x="21600" y="0"/>
                    </a:cubicBezTo>
                    <a:cubicBezTo>
                      <a:pt x="33529" y="0"/>
                      <a:pt x="43200" y="9670"/>
                      <a:pt x="43200" y="21600"/>
                    </a:cubicBezTo>
                    <a:cubicBezTo>
                      <a:pt x="43200" y="22215"/>
                      <a:pt x="43173" y="22831"/>
                      <a:pt x="43121" y="23445"/>
                    </a:cubicBezTo>
                  </a:path>
                  <a:path w="43200" h="23445" stroke="0" extrusionOk="0">
                    <a:moveTo>
                      <a:pt x="40" y="22919"/>
                    </a:moveTo>
                    <a:cubicBezTo>
                      <a:pt x="13" y="22480"/>
                      <a:pt x="0" y="22040"/>
                      <a:pt x="0" y="21600"/>
                    </a:cubicBezTo>
                    <a:cubicBezTo>
                      <a:pt x="0" y="9670"/>
                      <a:pt x="9670" y="0"/>
                      <a:pt x="21600" y="0"/>
                    </a:cubicBezTo>
                    <a:cubicBezTo>
                      <a:pt x="33529" y="0"/>
                      <a:pt x="43200" y="9670"/>
                      <a:pt x="43200" y="21600"/>
                    </a:cubicBezTo>
                    <a:cubicBezTo>
                      <a:pt x="43200" y="22215"/>
                      <a:pt x="43173" y="22831"/>
                      <a:pt x="43121" y="23445"/>
                    </a:cubicBezTo>
                    <a:lnTo>
                      <a:pt x="21600" y="21600"/>
                    </a:lnTo>
                    <a:lnTo>
                      <a:pt x="40" y="22919"/>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5" name="Arc 301"/>
              <p:cNvSpPr>
                <a:spLocks/>
              </p:cNvSpPr>
              <p:nvPr/>
            </p:nvSpPr>
            <p:spPr bwMode="auto">
              <a:xfrm>
                <a:off x="5851" y="12909"/>
                <a:ext cx="155" cy="96"/>
              </a:xfrm>
              <a:custGeom>
                <a:avLst/>
                <a:gdLst>
                  <a:gd name="T0" fmla="*/ 0 w 43051"/>
                  <a:gd name="T1" fmla="*/ 0 h 21600"/>
                  <a:gd name="T2" fmla="*/ 0 w 43051"/>
                  <a:gd name="T3" fmla="*/ 0 h 21600"/>
                  <a:gd name="T4" fmla="*/ 0 w 43051"/>
                  <a:gd name="T5" fmla="*/ 0 h 21600"/>
                  <a:gd name="T6" fmla="*/ 0 60000 65536"/>
                  <a:gd name="T7" fmla="*/ 0 60000 65536"/>
                  <a:gd name="T8" fmla="*/ 0 60000 65536"/>
                  <a:gd name="T9" fmla="*/ 0 w 43051"/>
                  <a:gd name="T10" fmla="*/ 0 h 21600"/>
                  <a:gd name="T11" fmla="*/ 43051 w 43051"/>
                  <a:gd name="T12" fmla="*/ 21600 h 21600"/>
                </a:gdLst>
                <a:ahLst/>
                <a:cxnLst>
                  <a:cxn ang="T6">
                    <a:pos x="T0" y="T1"/>
                  </a:cxn>
                  <a:cxn ang="T7">
                    <a:pos x="T2" y="T3"/>
                  </a:cxn>
                  <a:cxn ang="T8">
                    <a:pos x="T4" y="T5"/>
                  </a:cxn>
                </a:cxnLst>
                <a:rect l="T9" t="T10" r="T11" b="T12"/>
                <a:pathLst>
                  <a:path w="43051" h="21600" fill="none" extrusionOk="0">
                    <a:moveTo>
                      <a:pt x="43051" y="1602"/>
                    </a:moveTo>
                    <a:cubicBezTo>
                      <a:pt x="42212" y="12878"/>
                      <a:pt x="32818" y="21599"/>
                      <a:pt x="21511" y="21600"/>
                    </a:cubicBezTo>
                    <a:cubicBezTo>
                      <a:pt x="10339" y="21600"/>
                      <a:pt x="1011" y="13081"/>
                      <a:pt x="-1" y="1956"/>
                    </a:cubicBezTo>
                  </a:path>
                  <a:path w="43051" h="21600" stroke="0" extrusionOk="0">
                    <a:moveTo>
                      <a:pt x="43051" y="1602"/>
                    </a:moveTo>
                    <a:cubicBezTo>
                      <a:pt x="42212" y="12878"/>
                      <a:pt x="32818" y="21599"/>
                      <a:pt x="21511" y="21600"/>
                    </a:cubicBezTo>
                    <a:cubicBezTo>
                      <a:pt x="10339" y="21600"/>
                      <a:pt x="1011" y="13081"/>
                      <a:pt x="-1" y="1956"/>
                    </a:cubicBezTo>
                    <a:lnTo>
                      <a:pt x="21511" y="0"/>
                    </a:lnTo>
                    <a:lnTo>
                      <a:pt x="43051" y="1602"/>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6" name="Arc 302"/>
              <p:cNvSpPr>
                <a:spLocks/>
              </p:cNvSpPr>
              <p:nvPr/>
            </p:nvSpPr>
            <p:spPr bwMode="auto">
              <a:xfrm>
                <a:off x="5851" y="12848"/>
                <a:ext cx="51" cy="70"/>
              </a:xfrm>
              <a:custGeom>
                <a:avLst/>
                <a:gdLst>
                  <a:gd name="T0" fmla="*/ 0 w 43200"/>
                  <a:gd name="T1" fmla="*/ 0 h 24655"/>
                  <a:gd name="T2" fmla="*/ 0 w 43200"/>
                  <a:gd name="T3" fmla="*/ 0 h 24655"/>
                  <a:gd name="T4" fmla="*/ 0 w 43200"/>
                  <a:gd name="T5" fmla="*/ 0 h 24655"/>
                  <a:gd name="T6" fmla="*/ 0 60000 65536"/>
                  <a:gd name="T7" fmla="*/ 0 60000 65536"/>
                  <a:gd name="T8" fmla="*/ 0 60000 65536"/>
                  <a:gd name="T9" fmla="*/ 0 w 43200"/>
                  <a:gd name="T10" fmla="*/ 0 h 24655"/>
                  <a:gd name="T11" fmla="*/ 43200 w 43200"/>
                  <a:gd name="T12" fmla="*/ 24655 h 24655"/>
                </a:gdLst>
                <a:ahLst/>
                <a:cxnLst>
                  <a:cxn ang="T6">
                    <a:pos x="T0" y="T1"/>
                  </a:cxn>
                  <a:cxn ang="T7">
                    <a:pos x="T2" y="T3"/>
                  </a:cxn>
                  <a:cxn ang="T8">
                    <a:pos x="T4" y="T5"/>
                  </a:cxn>
                </a:cxnLst>
                <a:rect l="T9" t="T10" r="T11" b="T12"/>
                <a:pathLst>
                  <a:path w="43200" h="24655" fill="none"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path>
                  <a:path w="43200" h="24655" stroke="0"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lnTo>
                      <a:pt x="21600" y="21600"/>
                    </a:lnTo>
                    <a:lnTo>
                      <a:pt x="217" y="24654"/>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7" name="Arc 303"/>
              <p:cNvSpPr>
                <a:spLocks/>
              </p:cNvSpPr>
              <p:nvPr/>
            </p:nvSpPr>
            <p:spPr bwMode="auto">
              <a:xfrm>
                <a:off x="5747" y="12909"/>
                <a:ext cx="155" cy="96"/>
              </a:xfrm>
              <a:custGeom>
                <a:avLst/>
                <a:gdLst>
                  <a:gd name="T0" fmla="*/ 0 w 43051"/>
                  <a:gd name="T1" fmla="*/ 0 h 21600"/>
                  <a:gd name="T2" fmla="*/ 0 w 43051"/>
                  <a:gd name="T3" fmla="*/ 0 h 21600"/>
                  <a:gd name="T4" fmla="*/ 0 w 43051"/>
                  <a:gd name="T5" fmla="*/ 0 h 21600"/>
                  <a:gd name="T6" fmla="*/ 0 60000 65536"/>
                  <a:gd name="T7" fmla="*/ 0 60000 65536"/>
                  <a:gd name="T8" fmla="*/ 0 60000 65536"/>
                  <a:gd name="T9" fmla="*/ 0 w 43051"/>
                  <a:gd name="T10" fmla="*/ 0 h 21600"/>
                  <a:gd name="T11" fmla="*/ 43051 w 43051"/>
                  <a:gd name="T12" fmla="*/ 21600 h 21600"/>
                </a:gdLst>
                <a:ahLst/>
                <a:cxnLst>
                  <a:cxn ang="T6">
                    <a:pos x="T0" y="T1"/>
                  </a:cxn>
                  <a:cxn ang="T7">
                    <a:pos x="T2" y="T3"/>
                  </a:cxn>
                  <a:cxn ang="T8">
                    <a:pos x="T4" y="T5"/>
                  </a:cxn>
                </a:cxnLst>
                <a:rect l="T9" t="T10" r="T11" b="T12"/>
                <a:pathLst>
                  <a:path w="43051" h="21600" fill="none" extrusionOk="0">
                    <a:moveTo>
                      <a:pt x="43051" y="1602"/>
                    </a:moveTo>
                    <a:cubicBezTo>
                      <a:pt x="42212" y="12878"/>
                      <a:pt x="32818" y="21599"/>
                      <a:pt x="21511" y="21600"/>
                    </a:cubicBezTo>
                    <a:cubicBezTo>
                      <a:pt x="10339" y="21600"/>
                      <a:pt x="1011" y="13081"/>
                      <a:pt x="-1" y="1956"/>
                    </a:cubicBezTo>
                  </a:path>
                  <a:path w="43051" h="21600" stroke="0" extrusionOk="0">
                    <a:moveTo>
                      <a:pt x="43051" y="1602"/>
                    </a:moveTo>
                    <a:cubicBezTo>
                      <a:pt x="42212" y="12878"/>
                      <a:pt x="32818" y="21599"/>
                      <a:pt x="21511" y="21600"/>
                    </a:cubicBezTo>
                    <a:cubicBezTo>
                      <a:pt x="10339" y="21600"/>
                      <a:pt x="1011" y="13081"/>
                      <a:pt x="-1" y="1956"/>
                    </a:cubicBezTo>
                    <a:lnTo>
                      <a:pt x="21511" y="0"/>
                    </a:lnTo>
                    <a:lnTo>
                      <a:pt x="43051" y="1602"/>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8" name="Arc 304"/>
              <p:cNvSpPr>
                <a:spLocks/>
              </p:cNvSpPr>
              <p:nvPr/>
            </p:nvSpPr>
            <p:spPr bwMode="auto">
              <a:xfrm>
                <a:off x="5747" y="12848"/>
                <a:ext cx="54" cy="70"/>
              </a:xfrm>
              <a:custGeom>
                <a:avLst/>
                <a:gdLst>
                  <a:gd name="T0" fmla="*/ 0 w 43200"/>
                  <a:gd name="T1" fmla="*/ 0 h 24655"/>
                  <a:gd name="T2" fmla="*/ 0 w 43200"/>
                  <a:gd name="T3" fmla="*/ 0 h 24655"/>
                  <a:gd name="T4" fmla="*/ 0 w 43200"/>
                  <a:gd name="T5" fmla="*/ 0 h 24655"/>
                  <a:gd name="T6" fmla="*/ 0 60000 65536"/>
                  <a:gd name="T7" fmla="*/ 0 60000 65536"/>
                  <a:gd name="T8" fmla="*/ 0 60000 65536"/>
                  <a:gd name="T9" fmla="*/ 0 w 43200"/>
                  <a:gd name="T10" fmla="*/ 0 h 24655"/>
                  <a:gd name="T11" fmla="*/ 43200 w 43200"/>
                  <a:gd name="T12" fmla="*/ 24655 h 24655"/>
                </a:gdLst>
                <a:ahLst/>
                <a:cxnLst>
                  <a:cxn ang="T6">
                    <a:pos x="T0" y="T1"/>
                  </a:cxn>
                  <a:cxn ang="T7">
                    <a:pos x="T2" y="T3"/>
                  </a:cxn>
                  <a:cxn ang="T8">
                    <a:pos x="T4" y="T5"/>
                  </a:cxn>
                </a:cxnLst>
                <a:rect l="T9" t="T10" r="T11" b="T12"/>
                <a:pathLst>
                  <a:path w="43200" h="24655" fill="none"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path>
                  <a:path w="43200" h="24655" stroke="0"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lnTo>
                      <a:pt x="21600" y="21600"/>
                    </a:lnTo>
                    <a:lnTo>
                      <a:pt x="217" y="24654"/>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9" name="Arc 305"/>
              <p:cNvSpPr>
                <a:spLocks/>
              </p:cNvSpPr>
              <p:nvPr/>
            </p:nvSpPr>
            <p:spPr bwMode="auto">
              <a:xfrm>
                <a:off x="5643" y="12909"/>
                <a:ext cx="158" cy="96"/>
              </a:xfrm>
              <a:custGeom>
                <a:avLst/>
                <a:gdLst>
                  <a:gd name="T0" fmla="*/ 0 w 43051"/>
                  <a:gd name="T1" fmla="*/ 0 h 21600"/>
                  <a:gd name="T2" fmla="*/ 0 w 43051"/>
                  <a:gd name="T3" fmla="*/ 0 h 21600"/>
                  <a:gd name="T4" fmla="*/ 0 w 43051"/>
                  <a:gd name="T5" fmla="*/ 0 h 21600"/>
                  <a:gd name="T6" fmla="*/ 0 60000 65536"/>
                  <a:gd name="T7" fmla="*/ 0 60000 65536"/>
                  <a:gd name="T8" fmla="*/ 0 60000 65536"/>
                  <a:gd name="T9" fmla="*/ 0 w 43051"/>
                  <a:gd name="T10" fmla="*/ 0 h 21600"/>
                  <a:gd name="T11" fmla="*/ 43051 w 43051"/>
                  <a:gd name="T12" fmla="*/ 21600 h 21600"/>
                </a:gdLst>
                <a:ahLst/>
                <a:cxnLst>
                  <a:cxn ang="T6">
                    <a:pos x="T0" y="T1"/>
                  </a:cxn>
                  <a:cxn ang="T7">
                    <a:pos x="T2" y="T3"/>
                  </a:cxn>
                  <a:cxn ang="T8">
                    <a:pos x="T4" y="T5"/>
                  </a:cxn>
                </a:cxnLst>
                <a:rect l="T9" t="T10" r="T11" b="T12"/>
                <a:pathLst>
                  <a:path w="43051" h="21600" fill="none" extrusionOk="0">
                    <a:moveTo>
                      <a:pt x="43051" y="1602"/>
                    </a:moveTo>
                    <a:cubicBezTo>
                      <a:pt x="42212" y="12878"/>
                      <a:pt x="32818" y="21599"/>
                      <a:pt x="21511" y="21600"/>
                    </a:cubicBezTo>
                    <a:cubicBezTo>
                      <a:pt x="10339" y="21600"/>
                      <a:pt x="1011" y="13081"/>
                      <a:pt x="-1" y="1956"/>
                    </a:cubicBezTo>
                  </a:path>
                  <a:path w="43051" h="21600" stroke="0" extrusionOk="0">
                    <a:moveTo>
                      <a:pt x="43051" y="1602"/>
                    </a:moveTo>
                    <a:cubicBezTo>
                      <a:pt x="42212" y="12878"/>
                      <a:pt x="32818" y="21599"/>
                      <a:pt x="21511" y="21600"/>
                    </a:cubicBezTo>
                    <a:cubicBezTo>
                      <a:pt x="10339" y="21600"/>
                      <a:pt x="1011" y="13081"/>
                      <a:pt x="-1" y="1956"/>
                    </a:cubicBezTo>
                    <a:lnTo>
                      <a:pt x="21511" y="0"/>
                    </a:lnTo>
                    <a:lnTo>
                      <a:pt x="43051" y="1602"/>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0" name="Arc 306"/>
              <p:cNvSpPr>
                <a:spLocks/>
              </p:cNvSpPr>
              <p:nvPr/>
            </p:nvSpPr>
            <p:spPr bwMode="auto">
              <a:xfrm>
                <a:off x="5643" y="12848"/>
                <a:ext cx="54" cy="70"/>
              </a:xfrm>
              <a:custGeom>
                <a:avLst/>
                <a:gdLst>
                  <a:gd name="T0" fmla="*/ 0 w 43200"/>
                  <a:gd name="T1" fmla="*/ 0 h 24655"/>
                  <a:gd name="T2" fmla="*/ 0 w 43200"/>
                  <a:gd name="T3" fmla="*/ 0 h 24655"/>
                  <a:gd name="T4" fmla="*/ 0 w 43200"/>
                  <a:gd name="T5" fmla="*/ 0 h 24655"/>
                  <a:gd name="T6" fmla="*/ 0 60000 65536"/>
                  <a:gd name="T7" fmla="*/ 0 60000 65536"/>
                  <a:gd name="T8" fmla="*/ 0 60000 65536"/>
                  <a:gd name="T9" fmla="*/ 0 w 43200"/>
                  <a:gd name="T10" fmla="*/ 0 h 24655"/>
                  <a:gd name="T11" fmla="*/ 43200 w 43200"/>
                  <a:gd name="T12" fmla="*/ 24655 h 24655"/>
                </a:gdLst>
                <a:ahLst/>
                <a:cxnLst>
                  <a:cxn ang="T6">
                    <a:pos x="T0" y="T1"/>
                  </a:cxn>
                  <a:cxn ang="T7">
                    <a:pos x="T2" y="T3"/>
                  </a:cxn>
                  <a:cxn ang="T8">
                    <a:pos x="T4" y="T5"/>
                  </a:cxn>
                </a:cxnLst>
                <a:rect l="T9" t="T10" r="T11" b="T12"/>
                <a:pathLst>
                  <a:path w="43200" h="24655" fill="none"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path>
                  <a:path w="43200" h="24655" stroke="0"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lnTo>
                      <a:pt x="21600" y="21600"/>
                    </a:lnTo>
                    <a:lnTo>
                      <a:pt x="217" y="24654"/>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1" name="Arc 307"/>
              <p:cNvSpPr>
                <a:spLocks/>
              </p:cNvSpPr>
              <p:nvPr/>
            </p:nvSpPr>
            <p:spPr bwMode="auto">
              <a:xfrm>
                <a:off x="5540" y="12909"/>
                <a:ext cx="157" cy="96"/>
              </a:xfrm>
              <a:custGeom>
                <a:avLst/>
                <a:gdLst>
                  <a:gd name="T0" fmla="*/ 0 w 43051"/>
                  <a:gd name="T1" fmla="*/ 0 h 21600"/>
                  <a:gd name="T2" fmla="*/ 0 w 43051"/>
                  <a:gd name="T3" fmla="*/ 0 h 21600"/>
                  <a:gd name="T4" fmla="*/ 0 w 43051"/>
                  <a:gd name="T5" fmla="*/ 0 h 21600"/>
                  <a:gd name="T6" fmla="*/ 0 60000 65536"/>
                  <a:gd name="T7" fmla="*/ 0 60000 65536"/>
                  <a:gd name="T8" fmla="*/ 0 60000 65536"/>
                  <a:gd name="T9" fmla="*/ 0 w 43051"/>
                  <a:gd name="T10" fmla="*/ 0 h 21600"/>
                  <a:gd name="T11" fmla="*/ 43051 w 43051"/>
                  <a:gd name="T12" fmla="*/ 21600 h 21600"/>
                </a:gdLst>
                <a:ahLst/>
                <a:cxnLst>
                  <a:cxn ang="T6">
                    <a:pos x="T0" y="T1"/>
                  </a:cxn>
                  <a:cxn ang="T7">
                    <a:pos x="T2" y="T3"/>
                  </a:cxn>
                  <a:cxn ang="T8">
                    <a:pos x="T4" y="T5"/>
                  </a:cxn>
                </a:cxnLst>
                <a:rect l="T9" t="T10" r="T11" b="T12"/>
                <a:pathLst>
                  <a:path w="43051" h="21600" fill="none" extrusionOk="0">
                    <a:moveTo>
                      <a:pt x="43051" y="1602"/>
                    </a:moveTo>
                    <a:cubicBezTo>
                      <a:pt x="42212" y="12878"/>
                      <a:pt x="32818" y="21599"/>
                      <a:pt x="21511" y="21600"/>
                    </a:cubicBezTo>
                    <a:cubicBezTo>
                      <a:pt x="10339" y="21600"/>
                      <a:pt x="1011" y="13081"/>
                      <a:pt x="-1" y="1956"/>
                    </a:cubicBezTo>
                  </a:path>
                  <a:path w="43051" h="21600" stroke="0" extrusionOk="0">
                    <a:moveTo>
                      <a:pt x="43051" y="1602"/>
                    </a:moveTo>
                    <a:cubicBezTo>
                      <a:pt x="42212" y="12878"/>
                      <a:pt x="32818" y="21599"/>
                      <a:pt x="21511" y="21600"/>
                    </a:cubicBezTo>
                    <a:cubicBezTo>
                      <a:pt x="10339" y="21600"/>
                      <a:pt x="1011" y="13081"/>
                      <a:pt x="-1" y="1956"/>
                    </a:cubicBezTo>
                    <a:lnTo>
                      <a:pt x="21511" y="0"/>
                    </a:lnTo>
                    <a:lnTo>
                      <a:pt x="43051" y="1602"/>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2" name="Arc 308"/>
              <p:cNvSpPr>
                <a:spLocks/>
              </p:cNvSpPr>
              <p:nvPr/>
            </p:nvSpPr>
            <p:spPr bwMode="auto">
              <a:xfrm>
                <a:off x="5540" y="12848"/>
                <a:ext cx="53" cy="70"/>
              </a:xfrm>
              <a:custGeom>
                <a:avLst/>
                <a:gdLst>
                  <a:gd name="T0" fmla="*/ 0 w 43200"/>
                  <a:gd name="T1" fmla="*/ 0 h 24655"/>
                  <a:gd name="T2" fmla="*/ 0 w 43200"/>
                  <a:gd name="T3" fmla="*/ 0 h 24655"/>
                  <a:gd name="T4" fmla="*/ 0 w 43200"/>
                  <a:gd name="T5" fmla="*/ 0 h 24655"/>
                  <a:gd name="T6" fmla="*/ 0 60000 65536"/>
                  <a:gd name="T7" fmla="*/ 0 60000 65536"/>
                  <a:gd name="T8" fmla="*/ 0 60000 65536"/>
                  <a:gd name="T9" fmla="*/ 0 w 43200"/>
                  <a:gd name="T10" fmla="*/ 0 h 24655"/>
                  <a:gd name="T11" fmla="*/ 43200 w 43200"/>
                  <a:gd name="T12" fmla="*/ 24655 h 24655"/>
                </a:gdLst>
                <a:ahLst/>
                <a:cxnLst>
                  <a:cxn ang="T6">
                    <a:pos x="T0" y="T1"/>
                  </a:cxn>
                  <a:cxn ang="T7">
                    <a:pos x="T2" y="T3"/>
                  </a:cxn>
                  <a:cxn ang="T8">
                    <a:pos x="T4" y="T5"/>
                  </a:cxn>
                </a:cxnLst>
                <a:rect l="T9" t="T10" r="T11" b="T12"/>
                <a:pathLst>
                  <a:path w="43200" h="24655" fill="none"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path>
                  <a:path w="43200" h="24655" stroke="0" extrusionOk="0">
                    <a:moveTo>
                      <a:pt x="217" y="24654"/>
                    </a:moveTo>
                    <a:cubicBezTo>
                      <a:pt x="72" y="23643"/>
                      <a:pt x="0" y="22622"/>
                      <a:pt x="0" y="21600"/>
                    </a:cubicBezTo>
                    <a:cubicBezTo>
                      <a:pt x="0" y="9670"/>
                      <a:pt x="9670" y="0"/>
                      <a:pt x="21600" y="0"/>
                    </a:cubicBezTo>
                    <a:cubicBezTo>
                      <a:pt x="33529" y="0"/>
                      <a:pt x="43200" y="9670"/>
                      <a:pt x="43200" y="21600"/>
                    </a:cubicBezTo>
                    <a:cubicBezTo>
                      <a:pt x="43200" y="22215"/>
                      <a:pt x="43173" y="22831"/>
                      <a:pt x="43121" y="23445"/>
                    </a:cubicBezTo>
                    <a:lnTo>
                      <a:pt x="21600" y="21600"/>
                    </a:lnTo>
                    <a:lnTo>
                      <a:pt x="217" y="24654"/>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 name="Arc 309"/>
              <p:cNvSpPr>
                <a:spLocks/>
              </p:cNvSpPr>
              <p:nvPr/>
            </p:nvSpPr>
            <p:spPr bwMode="auto">
              <a:xfrm>
                <a:off x="5436" y="12909"/>
                <a:ext cx="157" cy="96"/>
              </a:xfrm>
              <a:custGeom>
                <a:avLst/>
                <a:gdLst>
                  <a:gd name="T0" fmla="*/ 0 w 43051"/>
                  <a:gd name="T1" fmla="*/ 0 h 21600"/>
                  <a:gd name="T2" fmla="*/ 0 w 43051"/>
                  <a:gd name="T3" fmla="*/ 0 h 21600"/>
                  <a:gd name="T4" fmla="*/ 0 w 43051"/>
                  <a:gd name="T5" fmla="*/ 0 h 21600"/>
                  <a:gd name="T6" fmla="*/ 0 60000 65536"/>
                  <a:gd name="T7" fmla="*/ 0 60000 65536"/>
                  <a:gd name="T8" fmla="*/ 0 60000 65536"/>
                  <a:gd name="T9" fmla="*/ 0 w 43051"/>
                  <a:gd name="T10" fmla="*/ 0 h 21600"/>
                  <a:gd name="T11" fmla="*/ 43051 w 43051"/>
                  <a:gd name="T12" fmla="*/ 21600 h 21600"/>
                </a:gdLst>
                <a:ahLst/>
                <a:cxnLst>
                  <a:cxn ang="T6">
                    <a:pos x="T0" y="T1"/>
                  </a:cxn>
                  <a:cxn ang="T7">
                    <a:pos x="T2" y="T3"/>
                  </a:cxn>
                  <a:cxn ang="T8">
                    <a:pos x="T4" y="T5"/>
                  </a:cxn>
                </a:cxnLst>
                <a:rect l="T9" t="T10" r="T11" b="T12"/>
                <a:pathLst>
                  <a:path w="43051" h="21600" fill="none" extrusionOk="0">
                    <a:moveTo>
                      <a:pt x="43051" y="1602"/>
                    </a:moveTo>
                    <a:cubicBezTo>
                      <a:pt x="42212" y="12878"/>
                      <a:pt x="32818" y="21599"/>
                      <a:pt x="21511" y="21600"/>
                    </a:cubicBezTo>
                    <a:cubicBezTo>
                      <a:pt x="10339" y="21600"/>
                      <a:pt x="1011" y="13081"/>
                      <a:pt x="-1" y="1956"/>
                    </a:cubicBezTo>
                  </a:path>
                  <a:path w="43051" h="21600" stroke="0" extrusionOk="0">
                    <a:moveTo>
                      <a:pt x="43051" y="1602"/>
                    </a:moveTo>
                    <a:cubicBezTo>
                      <a:pt x="42212" y="12878"/>
                      <a:pt x="32818" y="21599"/>
                      <a:pt x="21511" y="21600"/>
                    </a:cubicBezTo>
                    <a:cubicBezTo>
                      <a:pt x="10339" y="21600"/>
                      <a:pt x="1011" y="13081"/>
                      <a:pt x="-1" y="1956"/>
                    </a:cubicBezTo>
                    <a:lnTo>
                      <a:pt x="21511" y="0"/>
                    </a:lnTo>
                    <a:lnTo>
                      <a:pt x="43051" y="1602"/>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4" name="Line 310"/>
              <p:cNvSpPr>
                <a:spLocks noChangeShapeType="1"/>
              </p:cNvSpPr>
              <p:nvPr/>
            </p:nvSpPr>
            <p:spPr bwMode="auto">
              <a:xfrm>
                <a:off x="6128" y="12918"/>
                <a:ext cx="104"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5" name="Line 311"/>
              <p:cNvSpPr>
                <a:spLocks noChangeShapeType="1"/>
              </p:cNvSpPr>
              <p:nvPr/>
            </p:nvSpPr>
            <p:spPr bwMode="auto">
              <a:xfrm flipH="1">
                <a:off x="5331" y="12918"/>
                <a:ext cx="105"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6" name="Arc 312"/>
              <p:cNvSpPr>
                <a:spLocks/>
              </p:cNvSpPr>
              <p:nvPr/>
            </p:nvSpPr>
            <p:spPr bwMode="auto">
              <a:xfrm>
                <a:off x="7977" y="10912"/>
                <a:ext cx="104" cy="158"/>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7" name="Arc 313"/>
              <p:cNvSpPr>
                <a:spLocks/>
              </p:cNvSpPr>
              <p:nvPr/>
            </p:nvSpPr>
            <p:spPr bwMode="auto">
              <a:xfrm>
                <a:off x="8072" y="10912"/>
                <a:ext cx="63" cy="54"/>
              </a:xfrm>
              <a:custGeom>
                <a:avLst/>
                <a:gdLst>
                  <a:gd name="T0" fmla="*/ 0 w 21600"/>
                  <a:gd name="T1" fmla="*/ 0 h 43081"/>
                  <a:gd name="T2" fmla="*/ 0 w 21600"/>
                  <a:gd name="T3" fmla="*/ 0 h 43081"/>
                  <a:gd name="T4" fmla="*/ 0 w 21600"/>
                  <a:gd name="T5" fmla="*/ 0 h 43081"/>
                  <a:gd name="T6" fmla="*/ 0 60000 65536"/>
                  <a:gd name="T7" fmla="*/ 0 60000 65536"/>
                  <a:gd name="T8" fmla="*/ 0 60000 65536"/>
                  <a:gd name="T9" fmla="*/ 0 w 21600"/>
                  <a:gd name="T10" fmla="*/ 0 h 43081"/>
                  <a:gd name="T11" fmla="*/ 21600 w 21600"/>
                  <a:gd name="T12" fmla="*/ 43081 h 43081"/>
                </a:gdLst>
                <a:ahLst/>
                <a:cxnLst>
                  <a:cxn ang="T6">
                    <a:pos x="T0" y="T1"/>
                  </a:cxn>
                  <a:cxn ang="T7">
                    <a:pos x="T2" y="T3"/>
                  </a:cxn>
                  <a:cxn ang="T8">
                    <a:pos x="T4" y="T5"/>
                  </a:cxn>
                </a:cxnLst>
                <a:rect l="T9" t="T10" r="T11" b="T12"/>
                <a:pathLst>
                  <a:path w="21600" h="43081" fill="none" extrusionOk="0">
                    <a:moveTo>
                      <a:pt x="1319" y="0"/>
                    </a:moveTo>
                    <a:cubicBezTo>
                      <a:pt x="12715" y="698"/>
                      <a:pt x="21600" y="10143"/>
                      <a:pt x="21600" y="21560"/>
                    </a:cubicBezTo>
                    <a:cubicBezTo>
                      <a:pt x="21600" y="32774"/>
                      <a:pt x="13018" y="42123"/>
                      <a:pt x="1845" y="43081"/>
                    </a:cubicBezTo>
                  </a:path>
                  <a:path w="21600" h="43081" stroke="0" extrusionOk="0">
                    <a:moveTo>
                      <a:pt x="1319" y="0"/>
                    </a:moveTo>
                    <a:cubicBezTo>
                      <a:pt x="12715" y="698"/>
                      <a:pt x="21600" y="10143"/>
                      <a:pt x="21600" y="21560"/>
                    </a:cubicBezTo>
                    <a:cubicBezTo>
                      <a:pt x="21600" y="32774"/>
                      <a:pt x="13018" y="42123"/>
                      <a:pt x="1845" y="43081"/>
                    </a:cubicBezTo>
                    <a:lnTo>
                      <a:pt x="0" y="21560"/>
                    </a:lnTo>
                    <a:lnTo>
                      <a:pt x="1319"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8" name="Arc 314"/>
              <p:cNvSpPr>
                <a:spLocks/>
              </p:cNvSpPr>
              <p:nvPr/>
            </p:nvSpPr>
            <p:spPr bwMode="auto">
              <a:xfrm>
                <a:off x="7977" y="10807"/>
                <a:ext cx="104" cy="159"/>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9" name="Arc 315"/>
              <p:cNvSpPr>
                <a:spLocks/>
              </p:cNvSpPr>
              <p:nvPr/>
            </p:nvSpPr>
            <p:spPr bwMode="auto">
              <a:xfrm>
                <a:off x="8072" y="10807"/>
                <a:ext cx="63" cy="53"/>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0" name="Arc 316"/>
              <p:cNvSpPr>
                <a:spLocks/>
              </p:cNvSpPr>
              <p:nvPr/>
            </p:nvSpPr>
            <p:spPr bwMode="auto">
              <a:xfrm>
                <a:off x="7977" y="10700"/>
                <a:ext cx="104" cy="160"/>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1" name="Arc 317"/>
              <p:cNvSpPr>
                <a:spLocks/>
              </p:cNvSpPr>
              <p:nvPr/>
            </p:nvSpPr>
            <p:spPr bwMode="auto">
              <a:xfrm>
                <a:off x="8072" y="10700"/>
                <a:ext cx="63" cy="54"/>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2" name="Arc 318"/>
              <p:cNvSpPr>
                <a:spLocks/>
              </p:cNvSpPr>
              <p:nvPr/>
            </p:nvSpPr>
            <p:spPr bwMode="auto">
              <a:xfrm>
                <a:off x="7977" y="10595"/>
                <a:ext cx="104" cy="159"/>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3" name="Arc 319"/>
              <p:cNvSpPr>
                <a:spLocks/>
              </p:cNvSpPr>
              <p:nvPr/>
            </p:nvSpPr>
            <p:spPr bwMode="auto">
              <a:xfrm>
                <a:off x="8072" y="10595"/>
                <a:ext cx="63" cy="53"/>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4" name="Arc 320"/>
              <p:cNvSpPr>
                <a:spLocks/>
              </p:cNvSpPr>
              <p:nvPr/>
            </p:nvSpPr>
            <p:spPr bwMode="auto">
              <a:xfrm>
                <a:off x="7977" y="10490"/>
                <a:ext cx="104" cy="158"/>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5" name="Arc 321"/>
              <p:cNvSpPr>
                <a:spLocks/>
              </p:cNvSpPr>
              <p:nvPr/>
            </p:nvSpPr>
            <p:spPr bwMode="auto">
              <a:xfrm>
                <a:off x="8072" y="10490"/>
                <a:ext cx="63" cy="53"/>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6" name="Arc 322"/>
              <p:cNvSpPr>
                <a:spLocks/>
              </p:cNvSpPr>
              <p:nvPr/>
            </p:nvSpPr>
            <p:spPr bwMode="auto">
              <a:xfrm>
                <a:off x="7977" y="10385"/>
                <a:ext cx="104" cy="158"/>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7" name="Line 323"/>
              <p:cNvSpPr>
                <a:spLocks noChangeShapeType="1"/>
              </p:cNvSpPr>
              <p:nvPr/>
            </p:nvSpPr>
            <p:spPr bwMode="auto">
              <a:xfrm>
                <a:off x="8081" y="11089"/>
                <a:ext cx="1"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18" name="Line 324"/>
              <p:cNvSpPr>
                <a:spLocks noChangeShapeType="1"/>
              </p:cNvSpPr>
              <p:nvPr/>
            </p:nvSpPr>
            <p:spPr bwMode="auto">
              <a:xfrm flipV="1">
                <a:off x="8081" y="10280"/>
                <a:ext cx="1"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19" name="Arc 325"/>
              <p:cNvSpPr>
                <a:spLocks/>
              </p:cNvSpPr>
              <p:nvPr/>
            </p:nvSpPr>
            <p:spPr bwMode="auto">
              <a:xfrm>
                <a:off x="7709" y="10262"/>
                <a:ext cx="96" cy="158"/>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0" name="Arc 326"/>
              <p:cNvSpPr>
                <a:spLocks/>
              </p:cNvSpPr>
              <p:nvPr/>
            </p:nvSpPr>
            <p:spPr bwMode="auto">
              <a:xfrm>
                <a:off x="7649" y="10366"/>
                <a:ext cx="70" cy="54"/>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1" name="Arc 327"/>
              <p:cNvSpPr>
                <a:spLocks/>
              </p:cNvSpPr>
              <p:nvPr/>
            </p:nvSpPr>
            <p:spPr bwMode="auto">
              <a:xfrm>
                <a:off x="7709" y="10366"/>
                <a:ext cx="96" cy="158"/>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2" name="Arc 328"/>
              <p:cNvSpPr>
                <a:spLocks/>
              </p:cNvSpPr>
              <p:nvPr/>
            </p:nvSpPr>
            <p:spPr bwMode="auto">
              <a:xfrm>
                <a:off x="7649" y="10472"/>
                <a:ext cx="70" cy="52"/>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3" name="Arc 329"/>
              <p:cNvSpPr>
                <a:spLocks/>
              </p:cNvSpPr>
              <p:nvPr/>
            </p:nvSpPr>
            <p:spPr bwMode="auto">
              <a:xfrm>
                <a:off x="7709" y="10472"/>
                <a:ext cx="96" cy="159"/>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4" name="Arc 330"/>
              <p:cNvSpPr>
                <a:spLocks/>
              </p:cNvSpPr>
              <p:nvPr/>
            </p:nvSpPr>
            <p:spPr bwMode="auto">
              <a:xfrm>
                <a:off x="7649" y="10577"/>
                <a:ext cx="70" cy="54"/>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5" name="Arc 331"/>
              <p:cNvSpPr>
                <a:spLocks/>
              </p:cNvSpPr>
              <p:nvPr/>
            </p:nvSpPr>
            <p:spPr bwMode="auto">
              <a:xfrm>
                <a:off x="7709" y="10577"/>
                <a:ext cx="96" cy="159"/>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6" name="Line 332"/>
              <p:cNvSpPr>
                <a:spLocks noChangeShapeType="1"/>
              </p:cNvSpPr>
              <p:nvPr/>
            </p:nvSpPr>
            <p:spPr bwMode="auto">
              <a:xfrm flipV="1">
                <a:off x="7719" y="10157"/>
                <a:ext cx="1"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27" name="Line 333"/>
              <p:cNvSpPr>
                <a:spLocks noChangeShapeType="1"/>
              </p:cNvSpPr>
              <p:nvPr/>
            </p:nvSpPr>
            <p:spPr bwMode="auto">
              <a:xfrm>
                <a:off x="7719" y="10754"/>
                <a:ext cx="1" cy="10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28" name="Arc 334"/>
              <p:cNvSpPr>
                <a:spLocks/>
              </p:cNvSpPr>
              <p:nvPr/>
            </p:nvSpPr>
            <p:spPr bwMode="auto">
              <a:xfrm>
                <a:off x="7709" y="10824"/>
                <a:ext cx="96" cy="159"/>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29" name="Arc 335"/>
              <p:cNvSpPr>
                <a:spLocks/>
              </p:cNvSpPr>
              <p:nvPr/>
            </p:nvSpPr>
            <p:spPr bwMode="auto">
              <a:xfrm>
                <a:off x="7649" y="10931"/>
                <a:ext cx="70" cy="52"/>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30" name="Arc 336"/>
              <p:cNvSpPr>
                <a:spLocks/>
              </p:cNvSpPr>
              <p:nvPr/>
            </p:nvSpPr>
            <p:spPr bwMode="auto">
              <a:xfrm>
                <a:off x="7709" y="10931"/>
                <a:ext cx="96" cy="158"/>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31" name="Arc 337"/>
              <p:cNvSpPr>
                <a:spLocks/>
              </p:cNvSpPr>
              <p:nvPr/>
            </p:nvSpPr>
            <p:spPr bwMode="auto">
              <a:xfrm>
                <a:off x="7649" y="11036"/>
                <a:ext cx="70" cy="53"/>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32" name="Arc 338"/>
              <p:cNvSpPr>
                <a:spLocks/>
              </p:cNvSpPr>
              <p:nvPr/>
            </p:nvSpPr>
            <p:spPr bwMode="auto">
              <a:xfrm>
                <a:off x="7709" y="11036"/>
                <a:ext cx="96" cy="158"/>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33" name="Arc 339"/>
              <p:cNvSpPr>
                <a:spLocks/>
              </p:cNvSpPr>
              <p:nvPr/>
            </p:nvSpPr>
            <p:spPr bwMode="auto">
              <a:xfrm>
                <a:off x="7649" y="11141"/>
                <a:ext cx="70" cy="53"/>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34" name="Arc 340"/>
              <p:cNvSpPr>
                <a:spLocks/>
              </p:cNvSpPr>
              <p:nvPr/>
            </p:nvSpPr>
            <p:spPr bwMode="auto">
              <a:xfrm>
                <a:off x="7709" y="11141"/>
                <a:ext cx="96" cy="157"/>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35" name="Line 341"/>
              <p:cNvSpPr>
                <a:spLocks noChangeShapeType="1"/>
              </p:cNvSpPr>
              <p:nvPr/>
            </p:nvSpPr>
            <p:spPr bwMode="auto">
              <a:xfrm flipV="1">
                <a:off x="7719" y="10718"/>
                <a:ext cx="1" cy="10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36" name="Line 342"/>
              <p:cNvSpPr>
                <a:spLocks noChangeShapeType="1"/>
              </p:cNvSpPr>
              <p:nvPr/>
            </p:nvSpPr>
            <p:spPr bwMode="auto">
              <a:xfrm>
                <a:off x="7719" y="11317"/>
                <a:ext cx="1"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37" name="Line 343"/>
              <p:cNvSpPr>
                <a:spLocks noChangeShapeType="1"/>
              </p:cNvSpPr>
              <p:nvPr/>
            </p:nvSpPr>
            <p:spPr bwMode="auto">
              <a:xfrm>
                <a:off x="3137" y="11230"/>
                <a:ext cx="102"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38" name="Oval 344"/>
              <p:cNvSpPr>
                <a:spLocks noChangeArrowheads="1"/>
              </p:cNvSpPr>
              <p:nvPr/>
            </p:nvSpPr>
            <p:spPr bwMode="auto">
              <a:xfrm>
                <a:off x="3033" y="11177"/>
                <a:ext cx="87" cy="87"/>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29839" name="Line 345"/>
              <p:cNvSpPr>
                <a:spLocks noChangeShapeType="1"/>
              </p:cNvSpPr>
              <p:nvPr/>
            </p:nvSpPr>
            <p:spPr bwMode="auto">
              <a:xfrm>
                <a:off x="3172" y="10280"/>
                <a:ext cx="104"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40" name="Oval 346"/>
              <p:cNvSpPr>
                <a:spLocks noChangeArrowheads="1"/>
              </p:cNvSpPr>
              <p:nvPr/>
            </p:nvSpPr>
            <p:spPr bwMode="auto">
              <a:xfrm>
                <a:off x="3070" y="10226"/>
                <a:ext cx="83" cy="88"/>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29841" name="Arc 347"/>
              <p:cNvSpPr>
                <a:spLocks/>
              </p:cNvSpPr>
              <p:nvPr/>
            </p:nvSpPr>
            <p:spPr bwMode="auto">
              <a:xfrm>
                <a:off x="3724" y="10895"/>
                <a:ext cx="104" cy="159"/>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2" name="Arc 348"/>
              <p:cNvSpPr>
                <a:spLocks/>
              </p:cNvSpPr>
              <p:nvPr/>
            </p:nvSpPr>
            <p:spPr bwMode="auto">
              <a:xfrm>
                <a:off x="3820" y="10895"/>
                <a:ext cx="59" cy="53"/>
              </a:xfrm>
              <a:custGeom>
                <a:avLst/>
                <a:gdLst>
                  <a:gd name="T0" fmla="*/ 0 w 21600"/>
                  <a:gd name="T1" fmla="*/ 0 h 43081"/>
                  <a:gd name="T2" fmla="*/ 0 w 21600"/>
                  <a:gd name="T3" fmla="*/ 0 h 43081"/>
                  <a:gd name="T4" fmla="*/ 0 w 21600"/>
                  <a:gd name="T5" fmla="*/ 0 h 43081"/>
                  <a:gd name="T6" fmla="*/ 0 60000 65536"/>
                  <a:gd name="T7" fmla="*/ 0 60000 65536"/>
                  <a:gd name="T8" fmla="*/ 0 60000 65536"/>
                  <a:gd name="T9" fmla="*/ 0 w 21600"/>
                  <a:gd name="T10" fmla="*/ 0 h 43081"/>
                  <a:gd name="T11" fmla="*/ 21600 w 21600"/>
                  <a:gd name="T12" fmla="*/ 43081 h 43081"/>
                </a:gdLst>
                <a:ahLst/>
                <a:cxnLst>
                  <a:cxn ang="T6">
                    <a:pos x="T0" y="T1"/>
                  </a:cxn>
                  <a:cxn ang="T7">
                    <a:pos x="T2" y="T3"/>
                  </a:cxn>
                  <a:cxn ang="T8">
                    <a:pos x="T4" y="T5"/>
                  </a:cxn>
                </a:cxnLst>
                <a:rect l="T9" t="T10" r="T11" b="T12"/>
                <a:pathLst>
                  <a:path w="21600" h="43081" fill="none" extrusionOk="0">
                    <a:moveTo>
                      <a:pt x="1319" y="0"/>
                    </a:moveTo>
                    <a:cubicBezTo>
                      <a:pt x="12715" y="698"/>
                      <a:pt x="21600" y="10143"/>
                      <a:pt x="21600" y="21560"/>
                    </a:cubicBezTo>
                    <a:cubicBezTo>
                      <a:pt x="21600" y="32774"/>
                      <a:pt x="13018" y="42123"/>
                      <a:pt x="1845" y="43081"/>
                    </a:cubicBezTo>
                  </a:path>
                  <a:path w="21600" h="43081" stroke="0" extrusionOk="0">
                    <a:moveTo>
                      <a:pt x="1319" y="0"/>
                    </a:moveTo>
                    <a:cubicBezTo>
                      <a:pt x="12715" y="698"/>
                      <a:pt x="21600" y="10143"/>
                      <a:pt x="21600" y="21560"/>
                    </a:cubicBezTo>
                    <a:cubicBezTo>
                      <a:pt x="21600" y="32774"/>
                      <a:pt x="13018" y="42123"/>
                      <a:pt x="1845" y="43081"/>
                    </a:cubicBezTo>
                    <a:lnTo>
                      <a:pt x="0" y="21560"/>
                    </a:lnTo>
                    <a:lnTo>
                      <a:pt x="1319"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3" name="Arc 349"/>
              <p:cNvSpPr>
                <a:spLocks/>
              </p:cNvSpPr>
              <p:nvPr/>
            </p:nvSpPr>
            <p:spPr bwMode="auto">
              <a:xfrm>
                <a:off x="3724" y="10789"/>
                <a:ext cx="104" cy="159"/>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4" name="Arc 350"/>
              <p:cNvSpPr>
                <a:spLocks/>
              </p:cNvSpPr>
              <p:nvPr/>
            </p:nvSpPr>
            <p:spPr bwMode="auto">
              <a:xfrm>
                <a:off x="3820" y="10789"/>
                <a:ext cx="59" cy="54"/>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5" name="Arc 351"/>
              <p:cNvSpPr>
                <a:spLocks/>
              </p:cNvSpPr>
              <p:nvPr/>
            </p:nvSpPr>
            <p:spPr bwMode="auto">
              <a:xfrm>
                <a:off x="3724" y="10684"/>
                <a:ext cx="104" cy="159"/>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6" name="Arc 352"/>
              <p:cNvSpPr>
                <a:spLocks/>
              </p:cNvSpPr>
              <p:nvPr/>
            </p:nvSpPr>
            <p:spPr bwMode="auto">
              <a:xfrm>
                <a:off x="3820" y="10684"/>
                <a:ext cx="59" cy="52"/>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7" name="Arc 353"/>
              <p:cNvSpPr>
                <a:spLocks/>
              </p:cNvSpPr>
              <p:nvPr/>
            </p:nvSpPr>
            <p:spPr bwMode="auto">
              <a:xfrm>
                <a:off x="3724" y="10577"/>
                <a:ext cx="104" cy="159"/>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8" name="Arc 354"/>
              <p:cNvSpPr>
                <a:spLocks/>
              </p:cNvSpPr>
              <p:nvPr/>
            </p:nvSpPr>
            <p:spPr bwMode="auto">
              <a:xfrm>
                <a:off x="3820" y="10577"/>
                <a:ext cx="59" cy="54"/>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49" name="Arc 355"/>
              <p:cNvSpPr>
                <a:spLocks/>
              </p:cNvSpPr>
              <p:nvPr/>
            </p:nvSpPr>
            <p:spPr bwMode="auto">
              <a:xfrm>
                <a:off x="3724" y="10472"/>
                <a:ext cx="104" cy="159"/>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50" name="Arc 356"/>
              <p:cNvSpPr>
                <a:spLocks/>
              </p:cNvSpPr>
              <p:nvPr/>
            </p:nvSpPr>
            <p:spPr bwMode="auto">
              <a:xfrm>
                <a:off x="3820" y="10472"/>
                <a:ext cx="59" cy="52"/>
              </a:xfrm>
              <a:custGeom>
                <a:avLst/>
                <a:gdLst>
                  <a:gd name="T0" fmla="*/ 0 w 21600"/>
                  <a:gd name="T1" fmla="*/ 0 h 42904"/>
                  <a:gd name="T2" fmla="*/ 0 w 21600"/>
                  <a:gd name="T3" fmla="*/ 0 h 42904"/>
                  <a:gd name="T4" fmla="*/ 0 w 21600"/>
                  <a:gd name="T5" fmla="*/ 0 h 42904"/>
                  <a:gd name="T6" fmla="*/ 0 60000 65536"/>
                  <a:gd name="T7" fmla="*/ 0 60000 65536"/>
                  <a:gd name="T8" fmla="*/ 0 60000 65536"/>
                  <a:gd name="T9" fmla="*/ 0 w 21600"/>
                  <a:gd name="T10" fmla="*/ 0 h 42904"/>
                  <a:gd name="T11" fmla="*/ 21600 w 21600"/>
                  <a:gd name="T12" fmla="*/ 42904 h 42904"/>
                </a:gdLst>
                <a:ahLst/>
                <a:cxnLst>
                  <a:cxn ang="T6">
                    <a:pos x="T0" y="T1"/>
                  </a:cxn>
                  <a:cxn ang="T7">
                    <a:pos x="T2" y="T3"/>
                  </a:cxn>
                  <a:cxn ang="T8">
                    <a:pos x="T4" y="T5"/>
                  </a:cxn>
                </a:cxnLst>
                <a:rect l="T9" t="T10" r="T11" b="T12"/>
                <a:pathLst>
                  <a:path w="21600" h="42904" fill="none" extrusionOk="0">
                    <a:moveTo>
                      <a:pt x="3054" y="0"/>
                    </a:moveTo>
                    <a:cubicBezTo>
                      <a:pt x="13696" y="1520"/>
                      <a:pt x="21600" y="10633"/>
                      <a:pt x="21600" y="21383"/>
                    </a:cubicBezTo>
                    <a:cubicBezTo>
                      <a:pt x="21600" y="32597"/>
                      <a:pt x="13018" y="41946"/>
                      <a:pt x="1845" y="42904"/>
                    </a:cubicBezTo>
                  </a:path>
                  <a:path w="21600" h="42904" stroke="0" extrusionOk="0">
                    <a:moveTo>
                      <a:pt x="3054" y="0"/>
                    </a:moveTo>
                    <a:cubicBezTo>
                      <a:pt x="13696" y="1520"/>
                      <a:pt x="21600" y="10633"/>
                      <a:pt x="21600" y="21383"/>
                    </a:cubicBezTo>
                    <a:cubicBezTo>
                      <a:pt x="21600" y="32597"/>
                      <a:pt x="13018" y="41946"/>
                      <a:pt x="1845" y="42904"/>
                    </a:cubicBezTo>
                    <a:lnTo>
                      <a:pt x="0" y="21383"/>
                    </a:lnTo>
                    <a:lnTo>
                      <a:pt x="3054"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51" name="Arc 357"/>
              <p:cNvSpPr>
                <a:spLocks/>
              </p:cNvSpPr>
              <p:nvPr/>
            </p:nvSpPr>
            <p:spPr bwMode="auto">
              <a:xfrm>
                <a:off x="3724" y="10366"/>
                <a:ext cx="104" cy="158"/>
              </a:xfrm>
              <a:custGeom>
                <a:avLst/>
                <a:gdLst>
                  <a:gd name="T0" fmla="*/ 0 w 23556"/>
                  <a:gd name="T1" fmla="*/ 0 h 43200"/>
                  <a:gd name="T2" fmla="*/ 0 w 23556"/>
                  <a:gd name="T3" fmla="*/ 0 h 43200"/>
                  <a:gd name="T4" fmla="*/ 0 w 23556"/>
                  <a:gd name="T5" fmla="*/ 0 h 43200"/>
                  <a:gd name="T6" fmla="*/ 0 60000 65536"/>
                  <a:gd name="T7" fmla="*/ 0 60000 65536"/>
                  <a:gd name="T8" fmla="*/ 0 60000 65536"/>
                  <a:gd name="T9" fmla="*/ 0 w 23556"/>
                  <a:gd name="T10" fmla="*/ 0 h 43200"/>
                  <a:gd name="T11" fmla="*/ 23556 w 23556"/>
                  <a:gd name="T12" fmla="*/ 43200 h 43200"/>
                </a:gdLst>
                <a:ahLst/>
                <a:cxnLst>
                  <a:cxn ang="T6">
                    <a:pos x="T0" y="T1"/>
                  </a:cxn>
                  <a:cxn ang="T7">
                    <a:pos x="T2" y="T3"/>
                  </a:cxn>
                  <a:cxn ang="T8">
                    <a:pos x="T4" y="T5"/>
                  </a:cxn>
                </a:cxnLst>
                <a:rect l="T9" t="T10" r="T11" b="T12"/>
                <a:pathLst>
                  <a:path w="23556" h="43200" fill="none"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path>
                  <a:path w="23556" h="43200" stroke="0" extrusionOk="0">
                    <a:moveTo>
                      <a:pt x="23202" y="43140"/>
                    </a:moveTo>
                    <a:cubicBezTo>
                      <a:pt x="22668" y="43180"/>
                      <a:pt x="22134" y="43199"/>
                      <a:pt x="21600" y="43200"/>
                    </a:cubicBezTo>
                    <a:cubicBezTo>
                      <a:pt x="9670" y="43200"/>
                      <a:pt x="0" y="33529"/>
                      <a:pt x="0" y="21600"/>
                    </a:cubicBezTo>
                    <a:cubicBezTo>
                      <a:pt x="0" y="9670"/>
                      <a:pt x="9670" y="0"/>
                      <a:pt x="21600" y="0"/>
                    </a:cubicBezTo>
                    <a:cubicBezTo>
                      <a:pt x="22253" y="-1"/>
                      <a:pt x="22905" y="29"/>
                      <a:pt x="23556" y="88"/>
                    </a:cubicBezTo>
                    <a:lnTo>
                      <a:pt x="21600" y="21600"/>
                    </a:lnTo>
                    <a:lnTo>
                      <a:pt x="23202" y="4314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52" name="Line 358"/>
              <p:cNvSpPr>
                <a:spLocks noChangeShapeType="1"/>
              </p:cNvSpPr>
              <p:nvPr/>
            </p:nvSpPr>
            <p:spPr bwMode="auto">
              <a:xfrm>
                <a:off x="3828" y="11070"/>
                <a:ext cx="2" cy="10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53" name="Line 359"/>
              <p:cNvSpPr>
                <a:spLocks noChangeShapeType="1"/>
              </p:cNvSpPr>
              <p:nvPr/>
            </p:nvSpPr>
            <p:spPr bwMode="auto">
              <a:xfrm flipV="1">
                <a:off x="3828" y="10262"/>
                <a:ext cx="2" cy="10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54" name="Oval 360"/>
              <p:cNvSpPr>
                <a:spLocks noChangeArrowheads="1"/>
              </p:cNvSpPr>
              <p:nvPr/>
            </p:nvSpPr>
            <p:spPr bwMode="auto">
              <a:xfrm>
                <a:off x="5747" y="11704"/>
                <a:ext cx="70" cy="6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855" name="Oval 361"/>
              <p:cNvSpPr>
                <a:spLocks noChangeArrowheads="1"/>
              </p:cNvSpPr>
              <p:nvPr/>
            </p:nvSpPr>
            <p:spPr bwMode="auto">
              <a:xfrm>
                <a:off x="6094" y="11704"/>
                <a:ext cx="68" cy="6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856" name="Line 362"/>
              <p:cNvSpPr>
                <a:spLocks noChangeShapeType="1"/>
              </p:cNvSpPr>
              <p:nvPr/>
            </p:nvSpPr>
            <p:spPr bwMode="auto">
              <a:xfrm>
                <a:off x="6025" y="11599"/>
                <a:ext cx="1" cy="28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57" name="Freeform 363"/>
              <p:cNvSpPr>
                <a:spLocks/>
              </p:cNvSpPr>
              <p:nvPr/>
            </p:nvSpPr>
            <p:spPr bwMode="auto">
              <a:xfrm>
                <a:off x="5885" y="11599"/>
                <a:ext cx="140" cy="281"/>
              </a:xfrm>
              <a:custGeom>
                <a:avLst/>
                <a:gdLst>
                  <a:gd name="T0" fmla="*/ 4162 w 96"/>
                  <a:gd name="T1" fmla="*/ 4334 h 192"/>
                  <a:gd name="T2" fmla="*/ 0 w 96"/>
                  <a:gd name="T3" fmla="*/ 8658 h 192"/>
                  <a:gd name="T4" fmla="*/ 0 w 96"/>
                  <a:gd name="T5" fmla="*/ 0 h 192"/>
                  <a:gd name="T6" fmla="*/ 4162 w 96"/>
                  <a:gd name="T7" fmla="*/ 4334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96" y="96"/>
                    </a:moveTo>
                    <a:lnTo>
                      <a:pt x="0" y="192"/>
                    </a:lnTo>
                    <a:lnTo>
                      <a:pt x="0" y="0"/>
                    </a:lnTo>
                    <a:lnTo>
                      <a:pt x="96" y="96"/>
                    </a:lnTo>
                    <a:close/>
                  </a:path>
                </a:pathLst>
              </a:custGeom>
              <a:solidFill>
                <a:srgbClr val="000000"/>
              </a:solidFill>
              <a:ln w="7620">
                <a:solidFill>
                  <a:srgbClr val="000000"/>
                </a:solidFill>
                <a:prstDash val="solid"/>
                <a:round/>
                <a:headEnd/>
                <a:tailEnd/>
              </a:ln>
            </p:spPr>
            <p:txBody>
              <a:bodyPr/>
              <a:lstStyle/>
              <a:p>
                <a:endParaRPr lang="en-US"/>
              </a:p>
            </p:txBody>
          </p:sp>
          <p:sp>
            <p:nvSpPr>
              <p:cNvPr id="29858" name="Line 364"/>
              <p:cNvSpPr>
                <a:spLocks noChangeShapeType="1"/>
              </p:cNvSpPr>
              <p:nvPr/>
            </p:nvSpPr>
            <p:spPr bwMode="auto">
              <a:xfrm flipH="1">
                <a:off x="5782" y="11739"/>
                <a:ext cx="10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59" name="Line 365"/>
              <p:cNvSpPr>
                <a:spLocks noChangeShapeType="1"/>
              </p:cNvSpPr>
              <p:nvPr/>
            </p:nvSpPr>
            <p:spPr bwMode="auto">
              <a:xfrm>
                <a:off x="6025" y="11739"/>
                <a:ext cx="10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60" name="Rectangle 366"/>
              <p:cNvSpPr>
                <a:spLocks noChangeArrowheads="1"/>
              </p:cNvSpPr>
              <p:nvPr/>
            </p:nvSpPr>
            <p:spPr bwMode="auto">
              <a:xfrm>
                <a:off x="5885" y="11880"/>
                <a:ext cx="243"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800">
                    <a:solidFill>
                      <a:srgbClr val="000000"/>
                    </a:solidFill>
                    <a:latin typeface="Courier New" pitchFamily="49" charset="0"/>
                  </a:rPr>
                  <a:t>D2</a:t>
                </a:r>
                <a:endParaRPr lang="en-US" altLang="en-US">
                  <a:latin typeface="Arial" pitchFamily="34" charset="0"/>
                </a:endParaRPr>
              </a:p>
            </p:txBody>
          </p:sp>
          <p:sp>
            <p:nvSpPr>
              <p:cNvPr id="29861" name="Line 367"/>
              <p:cNvSpPr>
                <a:spLocks noChangeShapeType="1"/>
              </p:cNvSpPr>
              <p:nvPr/>
            </p:nvSpPr>
            <p:spPr bwMode="auto">
              <a:xfrm>
                <a:off x="6094" y="9540"/>
                <a:ext cx="1" cy="28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62" name="Freeform 368"/>
              <p:cNvSpPr>
                <a:spLocks/>
              </p:cNvSpPr>
              <p:nvPr/>
            </p:nvSpPr>
            <p:spPr bwMode="auto">
              <a:xfrm>
                <a:off x="5955" y="9540"/>
                <a:ext cx="139" cy="282"/>
              </a:xfrm>
              <a:custGeom>
                <a:avLst/>
                <a:gdLst>
                  <a:gd name="T0" fmla="*/ 3883 w 96"/>
                  <a:gd name="T1" fmla="*/ 4489 h 192"/>
                  <a:gd name="T2" fmla="*/ 0 w 96"/>
                  <a:gd name="T3" fmla="*/ 8968 h 192"/>
                  <a:gd name="T4" fmla="*/ 0 w 96"/>
                  <a:gd name="T5" fmla="*/ 0 h 192"/>
                  <a:gd name="T6" fmla="*/ 3883 w 96"/>
                  <a:gd name="T7" fmla="*/ 4489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96" y="96"/>
                    </a:moveTo>
                    <a:lnTo>
                      <a:pt x="0" y="192"/>
                    </a:lnTo>
                    <a:lnTo>
                      <a:pt x="0" y="0"/>
                    </a:lnTo>
                    <a:lnTo>
                      <a:pt x="96" y="96"/>
                    </a:lnTo>
                    <a:close/>
                  </a:path>
                </a:pathLst>
              </a:custGeom>
              <a:solidFill>
                <a:srgbClr val="000000"/>
              </a:solidFill>
              <a:ln w="7620">
                <a:solidFill>
                  <a:srgbClr val="000000"/>
                </a:solidFill>
                <a:prstDash val="solid"/>
                <a:round/>
                <a:headEnd/>
                <a:tailEnd/>
              </a:ln>
            </p:spPr>
            <p:txBody>
              <a:bodyPr/>
              <a:lstStyle/>
              <a:p>
                <a:endParaRPr lang="en-US"/>
              </a:p>
            </p:txBody>
          </p:sp>
          <p:sp>
            <p:nvSpPr>
              <p:cNvPr id="29863" name="Line 369"/>
              <p:cNvSpPr>
                <a:spLocks noChangeShapeType="1"/>
              </p:cNvSpPr>
              <p:nvPr/>
            </p:nvSpPr>
            <p:spPr bwMode="auto">
              <a:xfrm flipH="1">
                <a:off x="5851" y="9680"/>
                <a:ext cx="104" cy="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64" name="Line 370"/>
              <p:cNvSpPr>
                <a:spLocks noChangeShapeType="1"/>
              </p:cNvSpPr>
              <p:nvPr/>
            </p:nvSpPr>
            <p:spPr bwMode="auto">
              <a:xfrm>
                <a:off x="6094" y="9680"/>
                <a:ext cx="103" cy="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65" name="Rectangle 371"/>
              <p:cNvSpPr>
                <a:spLocks noChangeArrowheads="1"/>
              </p:cNvSpPr>
              <p:nvPr/>
            </p:nvSpPr>
            <p:spPr bwMode="auto">
              <a:xfrm>
                <a:off x="5917" y="9180"/>
                <a:ext cx="244"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800">
                    <a:solidFill>
                      <a:srgbClr val="000000"/>
                    </a:solidFill>
                    <a:latin typeface="Courier New" pitchFamily="49" charset="0"/>
                  </a:rPr>
                  <a:t>D1</a:t>
                </a:r>
                <a:endParaRPr lang="en-US" altLang="en-US">
                  <a:latin typeface="Arial" pitchFamily="34" charset="0"/>
                </a:endParaRPr>
              </a:p>
            </p:txBody>
          </p:sp>
          <p:sp>
            <p:nvSpPr>
              <p:cNvPr id="29866" name="Line 372"/>
              <p:cNvSpPr>
                <a:spLocks noChangeShapeType="1"/>
              </p:cNvSpPr>
              <p:nvPr/>
            </p:nvSpPr>
            <p:spPr bwMode="auto">
              <a:xfrm flipH="1">
                <a:off x="4831" y="11141"/>
                <a:ext cx="277" cy="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67" name="Line 373"/>
              <p:cNvSpPr>
                <a:spLocks noChangeShapeType="1"/>
              </p:cNvSpPr>
              <p:nvPr/>
            </p:nvSpPr>
            <p:spPr bwMode="auto">
              <a:xfrm flipH="1">
                <a:off x="4831" y="11247"/>
                <a:ext cx="277" cy="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68" name="Line 374"/>
              <p:cNvSpPr>
                <a:spLocks noChangeShapeType="1"/>
              </p:cNvSpPr>
              <p:nvPr/>
            </p:nvSpPr>
            <p:spPr bwMode="auto">
              <a:xfrm flipV="1">
                <a:off x="4970" y="11036"/>
                <a:ext cx="1"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69" name="Line 375"/>
              <p:cNvSpPr>
                <a:spLocks noChangeShapeType="1"/>
              </p:cNvSpPr>
              <p:nvPr/>
            </p:nvSpPr>
            <p:spPr bwMode="auto">
              <a:xfrm>
                <a:off x="4970" y="11247"/>
                <a:ext cx="1" cy="10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70" name="Rectangle 376"/>
              <p:cNvSpPr>
                <a:spLocks noChangeArrowheads="1"/>
              </p:cNvSpPr>
              <p:nvPr/>
            </p:nvSpPr>
            <p:spPr bwMode="auto">
              <a:xfrm>
                <a:off x="4588" y="11098"/>
                <a:ext cx="243"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800">
                    <a:solidFill>
                      <a:srgbClr val="000000"/>
                    </a:solidFill>
                    <a:latin typeface="Courier New" pitchFamily="49" charset="0"/>
                  </a:rPr>
                  <a:t>C2</a:t>
                </a:r>
                <a:endParaRPr lang="en-US" altLang="en-US">
                  <a:latin typeface="Arial" pitchFamily="34" charset="0"/>
                </a:endParaRPr>
              </a:p>
            </p:txBody>
          </p:sp>
          <p:sp>
            <p:nvSpPr>
              <p:cNvPr id="29871" name="Line 377"/>
              <p:cNvSpPr>
                <a:spLocks noChangeShapeType="1"/>
              </p:cNvSpPr>
              <p:nvPr/>
            </p:nvSpPr>
            <p:spPr bwMode="auto">
              <a:xfrm>
                <a:off x="4831" y="10490"/>
                <a:ext cx="277"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72" name="Line 378"/>
              <p:cNvSpPr>
                <a:spLocks noChangeShapeType="1"/>
              </p:cNvSpPr>
              <p:nvPr/>
            </p:nvSpPr>
            <p:spPr bwMode="auto">
              <a:xfrm>
                <a:off x="4831" y="10385"/>
                <a:ext cx="277"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73" name="Line 379"/>
              <p:cNvSpPr>
                <a:spLocks noChangeShapeType="1"/>
              </p:cNvSpPr>
              <p:nvPr/>
            </p:nvSpPr>
            <p:spPr bwMode="auto">
              <a:xfrm>
                <a:off x="4970" y="10490"/>
                <a:ext cx="1"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74" name="Line 380"/>
              <p:cNvSpPr>
                <a:spLocks noChangeShapeType="1"/>
              </p:cNvSpPr>
              <p:nvPr/>
            </p:nvSpPr>
            <p:spPr bwMode="auto">
              <a:xfrm flipV="1">
                <a:off x="4970" y="10280"/>
                <a:ext cx="1" cy="10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75" name="Rectangle 381"/>
              <p:cNvSpPr>
                <a:spLocks noChangeArrowheads="1"/>
              </p:cNvSpPr>
              <p:nvPr/>
            </p:nvSpPr>
            <p:spPr bwMode="auto">
              <a:xfrm>
                <a:off x="4637" y="10054"/>
                <a:ext cx="243"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800">
                    <a:solidFill>
                      <a:srgbClr val="000000"/>
                    </a:solidFill>
                    <a:latin typeface="Courier New" pitchFamily="49" charset="0"/>
                  </a:rPr>
                  <a:t>C1</a:t>
                </a:r>
                <a:endParaRPr lang="en-US" altLang="en-US">
                  <a:latin typeface="Arial" pitchFamily="34" charset="0"/>
                </a:endParaRPr>
              </a:p>
            </p:txBody>
          </p:sp>
          <p:sp>
            <p:nvSpPr>
              <p:cNvPr id="29876" name="Arc 382"/>
              <p:cNvSpPr>
                <a:spLocks/>
              </p:cNvSpPr>
              <p:nvPr/>
            </p:nvSpPr>
            <p:spPr bwMode="auto">
              <a:xfrm>
                <a:off x="4005" y="10662"/>
                <a:ext cx="89" cy="146"/>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77" name="Arc 383"/>
              <p:cNvSpPr>
                <a:spLocks/>
              </p:cNvSpPr>
              <p:nvPr/>
            </p:nvSpPr>
            <p:spPr bwMode="auto">
              <a:xfrm>
                <a:off x="3947" y="10759"/>
                <a:ext cx="65" cy="49"/>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78" name="Arc 384"/>
              <p:cNvSpPr>
                <a:spLocks/>
              </p:cNvSpPr>
              <p:nvPr/>
            </p:nvSpPr>
            <p:spPr bwMode="auto">
              <a:xfrm>
                <a:off x="4005" y="10759"/>
                <a:ext cx="89" cy="146"/>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79" name="Arc 385"/>
              <p:cNvSpPr>
                <a:spLocks/>
              </p:cNvSpPr>
              <p:nvPr/>
            </p:nvSpPr>
            <p:spPr bwMode="auto">
              <a:xfrm>
                <a:off x="3947" y="10857"/>
                <a:ext cx="65" cy="48"/>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0" name="Arc 386"/>
              <p:cNvSpPr>
                <a:spLocks/>
              </p:cNvSpPr>
              <p:nvPr/>
            </p:nvSpPr>
            <p:spPr bwMode="auto">
              <a:xfrm>
                <a:off x="4005" y="10857"/>
                <a:ext cx="89" cy="146"/>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1" name="Arc 387"/>
              <p:cNvSpPr>
                <a:spLocks/>
              </p:cNvSpPr>
              <p:nvPr/>
            </p:nvSpPr>
            <p:spPr bwMode="auto">
              <a:xfrm>
                <a:off x="3947" y="10954"/>
                <a:ext cx="65" cy="49"/>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2" name="Arc 388"/>
              <p:cNvSpPr>
                <a:spLocks/>
              </p:cNvSpPr>
              <p:nvPr/>
            </p:nvSpPr>
            <p:spPr bwMode="auto">
              <a:xfrm>
                <a:off x="4005" y="10954"/>
                <a:ext cx="89" cy="144"/>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3" name="Line 389"/>
              <p:cNvSpPr>
                <a:spLocks noChangeShapeType="1"/>
              </p:cNvSpPr>
              <p:nvPr/>
            </p:nvSpPr>
            <p:spPr bwMode="auto">
              <a:xfrm flipV="1">
                <a:off x="4012" y="10564"/>
                <a:ext cx="1" cy="9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84" name="Line 390"/>
              <p:cNvSpPr>
                <a:spLocks noChangeShapeType="1"/>
              </p:cNvSpPr>
              <p:nvPr/>
            </p:nvSpPr>
            <p:spPr bwMode="auto">
              <a:xfrm>
                <a:off x="4012" y="11116"/>
                <a:ext cx="1" cy="9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85" name="Arc 391"/>
              <p:cNvSpPr>
                <a:spLocks/>
              </p:cNvSpPr>
              <p:nvPr/>
            </p:nvSpPr>
            <p:spPr bwMode="auto">
              <a:xfrm>
                <a:off x="4005" y="10142"/>
                <a:ext cx="89" cy="146"/>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6" name="Arc 392"/>
              <p:cNvSpPr>
                <a:spLocks/>
              </p:cNvSpPr>
              <p:nvPr/>
            </p:nvSpPr>
            <p:spPr bwMode="auto">
              <a:xfrm>
                <a:off x="3947" y="10240"/>
                <a:ext cx="65" cy="48"/>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7" name="Arc 393"/>
              <p:cNvSpPr>
                <a:spLocks/>
              </p:cNvSpPr>
              <p:nvPr/>
            </p:nvSpPr>
            <p:spPr bwMode="auto">
              <a:xfrm>
                <a:off x="4005" y="10240"/>
                <a:ext cx="89" cy="146"/>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8" name="Arc 394"/>
              <p:cNvSpPr>
                <a:spLocks/>
              </p:cNvSpPr>
              <p:nvPr/>
            </p:nvSpPr>
            <p:spPr bwMode="auto">
              <a:xfrm>
                <a:off x="3947" y="10337"/>
                <a:ext cx="65" cy="49"/>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89" name="Arc 395"/>
              <p:cNvSpPr>
                <a:spLocks/>
              </p:cNvSpPr>
              <p:nvPr/>
            </p:nvSpPr>
            <p:spPr bwMode="auto">
              <a:xfrm>
                <a:off x="4005" y="10337"/>
                <a:ext cx="89" cy="146"/>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90" name="Arc 396"/>
              <p:cNvSpPr>
                <a:spLocks/>
              </p:cNvSpPr>
              <p:nvPr/>
            </p:nvSpPr>
            <p:spPr bwMode="auto">
              <a:xfrm>
                <a:off x="3947" y="10435"/>
                <a:ext cx="65" cy="48"/>
              </a:xfrm>
              <a:custGeom>
                <a:avLst/>
                <a:gdLst>
                  <a:gd name="T0" fmla="*/ 0 w 24655"/>
                  <a:gd name="T1" fmla="*/ 0 h 43200"/>
                  <a:gd name="T2" fmla="*/ 0 w 24655"/>
                  <a:gd name="T3" fmla="*/ 0 h 43200"/>
                  <a:gd name="T4" fmla="*/ 0 w 24655"/>
                  <a:gd name="T5" fmla="*/ 0 h 43200"/>
                  <a:gd name="T6" fmla="*/ 0 60000 65536"/>
                  <a:gd name="T7" fmla="*/ 0 60000 65536"/>
                  <a:gd name="T8" fmla="*/ 0 60000 65536"/>
                  <a:gd name="T9" fmla="*/ 0 w 24655"/>
                  <a:gd name="T10" fmla="*/ 0 h 43200"/>
                  <a:gd name="T11" fmla="*/ 24655 w 24655"/>
                  <a:gd name="T12" fmla="*/ 43200 h 43200"/>
                </a:gdLst>
                <a:ahLst/>
                <a:cxnLst>
                  <a:cxn ang="T6">
                    <a:pos x="T0" y="T1"/>
                  </a:cxn>
                  <a:cxn ang="T7">
                    <a:pos x="T2" y="T3"/>
                  </a:cxn>
                  <a:cxn ang="T8">
                    <a:pos x="T4" y="T5"/>
                  </a:cxn>
                </a:cxnLst>
                <a:rect l="T9" t="T10" r="T11" b="T12"/>
                <a:pathLst>
                  <a:path w="24655" h="43200" fill="none"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path>
                  <a:path w="24655" h="43200" stroke="0" extrusionOk="0">
                    <a:moveTo>
                      <a:pt x="23445" y="43121"/>
                    </a:moveTo>
                    <a:cubicBezTo>
                      <a:pt x="22831" y="43173"/>
                      <a:pt x="22215" y="43199"/>
                      <a:pt x="21600" y="43200"/>
                    </a:cubicBezTo>
                    <a:cubicBezTo>
                      <a:pt x="9670" y="43200"/>
                      <a:pt x="0" y="33529"/>
                      <a:pt x="0" y="21600"/>
                    </a:cubicBezTo>
                    <a:cubicBezTo>
                      <a:pt x="0" y="9670"/>
                      <a:pt x="9670" y="0"/>
                      <a:pt x="21600" y="0"/>
                    </a:cubicBezTo>
                    <a:cubicBezTo>
                      <a:pt x="22622" y="-1"/>
                      <a:pt x="23643" y="72"/>
                      <a:pt x="24654" y="217"/>
                    </a:cubicBezTo>
                    <a:lnTo>
                      <a:pt x="21600" y="21600"/>
                    </a:lnTo>
                    <a:lnTo>
                      <a:pt x="23445" y="4312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91" name="Arc 397"/>
              <p:cNvSpPr>
                <a:spLocks/>
              </p:cNvSpPr>
              <p:nvPr/>
            </p:nvSpPr>
            <p:spPr bwMode="auto">
              <a:xfrm>
                <a:off x="4005" y="10435"/>
                <a:ext cx="89" cy="146"/>
              </a:xfrm>
              <a:custGeom>
                <a:avLst/>
                <a:gdLst>
                  <a:gd name="T0" fmla="*/ 0 w 21600"/>
                  <a:gd name="T1" fmla="*/ 0 h 43051"/>
                  <a:gd name="T2" fmla="*/ 0 w 21600"/>
                  <a:gd name="T3" fmla="*/ 0 h 43051"/>
                  <a:gd name="T4" fmla="*/ 0 w 21600"/>
                  <a:gd name="T5" fmla="*/ 0 h 43051"/>
                  <a:gd name="T6" fmla="*/ 0 60000 65536"/>
                  <a:gd name="T7" fmla="*/ 0 60000 65536"/>
                  <a:gd name="T8" fmla="*/ 0 60000 65536"/>
                  <a:gd name="T9" fmla="*/ 0 w 21600"/>
                  <a:gd name="T10" fmla="*/ 0 h 43051"/>
                  <a:gd name="T11" fmla="*/ 21600 w 21600"/>
                  <a:gd name="T12" fmla="*/ 43051 h 43051"/>
                </a:gdLst>
                <a:ahLst/>
                <a:cxnLst>
                  <a:cxn ang="T6">
                    <a:pos x="T0" y="T1"/>
                  </a:cxn>
                  <a:cxn ang="T7">
                    <a:pos x="T2" y="T3"/>
                  </a:cxn>
                  <a:cxn ang="T8">
                    <a:pos x="T4" y="T5"/>
                  </a:cxn>
                </a:cxnLst>
                <a:rect l="T9" t="T10" r="T11" b="T12"/>
                <a:pathLst>
                  <a:path w="21600" h="43051" fill="none" extrusionOk="0">
                    <a:moveTo>
                      <a:pt x="1956" y="-1"/>
                    </a:moveTo>
                    <a:cubicBezTo>
                      <a:pt x="13081" y="1011"/>
                      <a:pt x="21600" y="10339"/>
                      <a:pt x="21600" y="21511"/>
                    </a:cubicBezTo>
                    <a:cubicBezTo>
                      <a:pt x="21600" y="32818"/>
                      <a:pt x="12878" y="42212"/>
                      <a:pt x="1602" y="43051"/>
                    </a:cubicBezTo>
                  </a:path>
                  <a:path w="21600" h="43051" stroke="0" extrusionOk="0">
                    <a:moveTo>
                      <a:pt x="1956" y="-1"/>
                    </a:moveTo>
                    <a:cubicBezTo>
                      <a:pt x="13081" y="1011"/>
                      <a:pt x="21600" y="10339"/>
                      <a:pt x="21600" y="21511"/>
                    </a:cubicBezTo>
                    <a:cubicBezTo>
                      <a:pt x="21600" y="32818"/>
                      <a:pt x="12878" y="42212"/>
                      <a:pt x="1602" y="43051"/>
                    </a:cubicBezTo>
                    <a:lnTo>
                      <a:pt x="0" y="21511"/>
                    </a:lnTo>
                    <a:lnTo>
                      <a:pt x="1956"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92" name="Line 398"/>
              <p:cNvSpPr>
                <a:spLocks noChangeShapeType="1"/>
              </p:cNvSpPr>
              <p:nvPr/>
            </p:nvSpPr>
            <p:spPr bwMode="auto">
              <a:xfrm>
                <a:off x="4012" y="10595"/>
                <a:ext cx="1" cy="99"/>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93" name="Line 399"/>
              <p:cNvSpPr>
                <a:spLocks noChangeShapeType="1"/>
              </p:cNvSpPr>
              <p:nvPr/>
            </p:nvSpPr>
            <p:spPr bwMode="auto">
              <a:xfrm>
                <a:off x="4020" y="11409"/>
                <a:ext cx="0" cy="35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94" name="Rectangle 400"/>
              <p:cNvSpPr>
                <a:spLocks noChangeArrowheads="1"/>
              </p:cNvSpPr>
              <p:nvPr/>
            </p:nvSpPr>
            <p:spPr bwMode="auto">
              <a:xfrm>
                <a:off x="2927" y="10519"/>
                <a:ext cx="312"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200">
                    <a:solidFill>
                      <a:srgbClr val="000000"/>
                    </a:solidFill>
                    <a:latin typeface="Courier New" pitchFamily="49" charset="0"/>
                  </a:rPr>
                  <a:t>U</a:t>
                </a:r>
                <a:r>
                  <a:rPr lang="en-US" altLang="en-US" sz="1200" baseline="-25000">
                    <a:solidFill>
                      <a:srgbClr val="000000"/>
                    </a:solidFill>
                    <a:latin typeface="Courier New" pitchFamily="49" charset="0"/>
                  </a:rPr>
                  <a:t>S</a:t>
                </a:r>
                <a:endParaRPr lang="en-US" altLang="en-US" sz="1200">
                  <a:latin typeface="Arial" pitchFamily="34" charset="0"/>
                </a:endParaRPr>
              </a:p>
            </p:txBody>
          </p:sp>
          <p:sp>
            <p:nvSpPr>
              <p:cNvPr id="29895" name="Rectangle 401"/>
              <p:cNvSpPr>
                <a:spLocks noChangeArrowheads="1"/>
              </p:cNvSpPr>
              <p:nvPr/>
            </p:nvSpPr>
            <p:spPr bwMode="auto">
              <a:xfrm>
                <a:off x="5675" y="13481"/>
                <a:ext cx="485"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200">
                    <a:solidFill>
                      <a:srgbClr val="000000"/>
                    </a:solidFill>
                    <a:latin typeface="Courier New" pitchFamily="49" charset="0"/>
                  </a:rPr>
                  <a:t>U</a:t>
                </a:r>
                <a:r>
                  <a:rPr lang="en-US" altLang="en-US" sz="1200" baseline="-25000">
                    <a:solidFill>
                      <a:srgbClr val="000000"/>
                    </a:solidFill>
                    <a:latin typeface="Courier New" pitchFamily="49" charset="0"/>
                  </a:rPr>
                  <a:t>t</a:t>
                </a:r>
                <a:endParaRPr lang="en-US" altLang="en-US" sz="1200">
                  <a:latin typeface="Arial" pitchFamily="34" charset="0"/>
                </a:endParaRPr>
              </a:p>
            </p:txBody>
          </p:sp>
          <p:sp>
            <p:nvSpPr>
              <p:cNvPr id="29896" name="Rectangle 402"/>
              <p:cNvSpPr>
                <a:spLocks noChangeArrowheads="1"/>
              </p:cNvSpPr>
              <p:nvPr/>
            </p:nvSpPr>
            <p:spPr bwMode="auto">
              <a:xfrm>
                <a:off x="8754" y="10588"/>
                <a:ext cx="399" cy="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200">
                    <a:solidFill>
                      <a:srgbClr val="000000"/>
                    </a:solidFill>
                  </a:rPr>
                  <a:t>U</a:t>
                </a:r>
                <a:r>
                  <a:rPr lang="vi-VN" altLang="en-US" sz="1200" baseline="-25000">
                    <a:solidFill>
                      <a:srgbClr val="000000"/>
                    </a:solidFill>
                  </a:rPr>
                  <a:t>đ</a:t>
                </a:r>
                <a:r>
                  <a:rPr lang="en-US" altLang="en-US" sz="1200" baseline="-25000">
                    <a:solidFill>
                      <a:srgbClr val="000000"/>
                    </a:solidFill>
                  </a:rPr>
                  <a:t>b</a:t>
                </a:r>
                <a:endParaRPr lang="en-US" altLang="en-US" sz="1200"/>
              </a:p>
            </p:txBody>
          </p:sp>
          <p:sp>
            <p:nvSpPr>
              <p:cNvPr id="29897" name="Line 403"/>
              <p:cNvSpPr>
                <a:spLocks noChangeShapeType="1"/>
              </p:cNvSpPr>
              <p:nvPr/>
            </p:nvSpPr>
            <p:spPr bwMode="auto">
              <a:xfrm>
                <a:off x="6754" y="9540"/>
                <a:ext cx="35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898" name="Line 404"/>
              <p:cNvSpPr>
                <a:spLocks noChangeShapeType="1"/>
              </p:cNvSpPr>
              <p:nvPr/>
            </p:nvSpPr>
            <p:spPr bwMode="auto">
              <a:xfrm>
                <a:off x="6754" y="11880"/>
                <a:ext cx="358"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899" name="Text Box 405"/>
              <p:cNvSpPr txBox="1">
                <a:spLocks noChangeArrowheads="1"/>
              </p:cNvSpPr>
              <p:nvPr/>
            </p:nvSpPr>
            <p:spPr bwMode="auto">
              <a:xfrm>
                <a:off x="4088" y="13948"/>
                <a:ext cx="4143"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5156" tIns="52578" rIns="105156" bIns="52578"/>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algn="ctr" eaLnBrk="1" hangingPunct="1"/>
                <a:endParaRPr lang="en-US" altLang="en-US" sz="1800"/>
              </a:p>
            </p:txBody>
          </p:sp>
          <p:grpSp>
            <p:nvGrpSpPr>
              <p:cNvPr id="29900" name="Group 406"/>
              <p:cNvGrpSpPr>
                <a:grpSpLocks/>
              </p:cNvGrpSpPr>
              <p:nvPr/>
            </p:nvGrpSpPr>
            <p:grpSpPr bwMode="auto">
              <a:xfrm rot="-8670192">
                <a:off x="5485" y="10131"/>
                <a:ext cx="415" cy="668"/>
                <a:chOff x="4600" y="9649"/>
                <a:chExt cx="334" cy="556"/>
              </a:xfrm>
            </p:grpSpPr>
            <p:sp>
              <p:nvSpPr>
                <p:cNvPr id="29915" name="Oval 407"/>
                <p:cNvSpPr>
                  <a:spLocks noChangeArrowheads="1"/>
                </p:cNvSpPr>
                <p:nvPr/>
              </p:nvSpPr>
              <p:spPr bwMode="auto">
                <a:xfrm>
                  <a:off x="4600" y="10058"/>
                  <a:ext cx="56" cy="5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916" name="Oval 408"/>
                <p:cNvSpPr>
                  <a:spLocks noChangeArrowheads="1"/>
                </p:cNvSpPr>
                <p:nvPr/>
              </p:nvSpPr>
              <p:spPr bwMode="auto">
                <a:xfrm>
                  <a:off x="4879" y="10058"/>
                  <a:ext cx="55" cy="5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917" name="Line 409"/>
                <p:cNvSpPr>
                  <a:spLocks noChangeShapeType="1"/>
                </p:cNvSpPr>
                <p:nvPr/>
              </p:nvSpPr>
              <p:spPr bwMode="auto">
                <a:xfrm>
                  <a:off x="4823" y="9971"/>
                  <a:ext cx="1" cy="23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18" name="Freeform 410"/>
                <p:cNvSpPr>
                  <a:spLocks/>
                </p:cNvSpPr>
                <p:nvPr/>
              </p:nvSpPr>
              <p:spPr bwMode="auto">
                <a:xfrm>
                  <a:off x="4711" y="9971"/>
                  <a:ext cx="112" cy="234"/>
                </a:xfrm>
                <a:custGeom>
                  <a:avLst/>
                  <a:gdLst>
                    <a:gd name="T0" fmla="*/ 454 w 96"/>
                    <a:gd name="T1" fmla="*/ 693 h 192"/>
                    <a:gd name="T2" fmla="*/ 0 w 96"/>
                    <a:gd name="T3" fmla="*/ 1389 h 192"/>
                    <a:gd name="T4" fmla="*/ 0 w 96"/>
                    <a:gd name="T5" fmla="*/ 0 h 192"/>
                    <a:gd name="T6" fmla="*/ 454 w 96"/>
                    <a:gd name="T7" fmla="*/ 693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96" y="96"/>
                      </a:moveTo>
                      <a:lnTo>
                        <a:pt x="0" y="192"/>
                      </a:lnTo>
                      <a:lnTo>
                        <a:pt x="0" y="0"/>
                      </a:lnTo>
                      <a:lnTo>
                        <a:pt x="96" y="96"/>
                      </a:lnTo>
                      <a:close/>
                    </a:path>
                  </a:pathLst>
                </a:custGeom>
                <a:solidFill>
                  <a:srgbClr val="000000"/>
                </a:solidFill>
                <a:ln w="7620">
                  <a:solidFill>
                    <a:srgbClr val="000000"/>
                  </a:solidFill>
                  <a:prstDash val="solid"/>
                  <a:round/>
                  <a:headEnd/>
                  <a:tailEnd/>
                </a:ln>
              </p:spPr>
              <p:txBody>
                <a:bodyPr/>
                <a:lstStyle/>
                <a:p>
                  <a:endParaRPr lang="en-US"/>
                </a:p>
              </p:txBody>
            </p:sp>
            <p:sp>
              <p:nvSpPr>
                <p:cNvPr id="29919" name="Line 411"/>
                <p:cNvSpPr>
                  <a:spLocks noChangeShapeType="1"/>
                </p:cNvSpPr>
                <p:nvPr/>
              </p:nvSpPr>
              <p:spPr bwMode="auto">
                <a:xfrm flipH="1">
                  <a:off x="4628" y="10088"/>
                  <a:ext cx="8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20" name="Line 412"/>
                <p:cNvSpPr>
                  <a:spLocks noChangeShapeType="1"/>
                </p:cNvSpPr>
                <p:nvPr/>
              </p:nvSpPr>
              <p:spPr bwMode="auto">
                <a:xfrm>
                  <a:off x="4823" y="10088"/>
                  <a:ext cx="8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21" name="Rectangle 413"/>
                <p:cNvSpPr>
                  <a:spLocks noChangeArrowheads="1"/>
                </p:cNvSpPr>
                <p:nvPr/>
              </p:nvSpPr>
              <p:spPr bwMode="auto">
                <a:xfrm>
                  <a:off x="4669" y="9649"/>
                  <a:ext cx="19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800">
                      <a:solidFill>
                        <a:srgbClr val="000000"/>
                      </a:solidFill>
                      <a:latin typeface="Courier New" pitchFamily="49" charset="0"/>
                    </a:rPr>
                    <a:t>D3</a:t>
                  </a:r>
                  <a:endParaRPr lang="en-US" altLang="en-US">
                    <a:latin typeface="Arial" pitchFamily="34" charset="0"/>
                  </a:endParaRPr>
                </a:p>
              </p:txBody>
            </p:sp>
          </p:grpSp>
          <p:sp>
            <p:nvSpPr>
              <p:cNvPr id="29901" name="Oval 414"/>
              <p:cNvSpPr>
                <a:spLocks noChangeArrowheads="1"/>
              </p:cNvSpPr>
              <p:nvPr/>
            </p:nvSpPr>
            <p:spPr bwMode="auto">
              <a:xfrm rot="8438769">
                <a:off x="6026" y="10914"/>
                <a:ext cx="69" cy="69"/>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902" name="Oval 415"/>
              <p:cNvSpPr>
                <a:spLocks noChangeArrowheads="1"/>
              </p:cNvSpPr>
              <p:nvPr/>
            </p:nvSpPr>
            <p:spPr bwMode="auto">
              <a:xfrm rot="8438769">
                <a:off x="5759" y="11125"/>
                <a:ext cx="68" cy="6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29903" name="Line 416"/>
              <p:cNvSpPr>
                <a:spLocks noChangeShapeType="1"/>
              </p:cNvSpPr>
              <p:nvPr/>
            </p:nvSpPr>
            <p:spPr bwMode="auto">
              <a:xfrm rot="8438769">
                <a:off x="5871" y="10955"/>
                <a:ext cx="1" cy="28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04" name="Freeform 417"/>
              <p:cNvSpPr>
                <a:spLocks/>
              </p:cNvSpPr>
              <p:nvPr/>
            </p:nvSpPr>
            <p:spPr bwMode="auto">
              <a:xfrm rot="8438769">
                <a:off x="5857" y="10912"/>
                <a:ext cx="138" cy="281"/>
              </a:xfrm>
              <a:custGeom>
                <a:avLst/>
                <a:gdLst>
                  <a:gd name="T0" fmla="*/ 3618 w 96"/>
                  <a:gd name="T1" fmla="*/ 4334 h 192"/>
                  <a:gd name="T2" fmla="*/ 0 w 96"/>
                  <a:gd name="T3" fmla="*/ 8658 h 192"/>
                  <a:gd name="T4" fmla="*/ 0 w 96"/>
                  <a:gd name="T5" fmla="*/ 0 h 192"/>
                  <a:gd name="T6" fmla="*/ 3618 w 96"/>
                  <a:gd name="T7" fmla="*/ 4334 h 192"/>
                  <a:gd name="T8" fmla="*/ 0 60000 65536"/>
                  <a:gd name="T9" fmla="*/ 0 60000 65536"/>
                  <a:gd name="T10" fmla="*/ 0 60000 65536"/>
                  <a:gd name="T11" fmla="*/ 0 60000 65536"/>
                  <a:gd name="T12" fmla="*/ 0 w 96"/>
                  <a:gd name="T13" fmla="*/ 0 h 192"/>
                  <a:gd name="T14" fmla="*/ 96 w 96"/>
                  <a:gd name="T15" fmla="*/ 192 h 192"/>
                </a:gdLst>
                <a:ahLst/>
                <a:cxnLst>
                  <a:cxn ang="T8">
                    <a:pos x="T0" y="T1"/>
                  </a:cxn>
                  <a:cxn ang="T9">
                    <a:pos x="T2" y="T3"/>
                  </a:cxn>
                  <a:cxn ang="T10">
                    <a:pos x="T4" y="T5"/>
                  </a:cxn>
                  <a:cxn ang="T11">
                    <a:pos x="T6" y="T7"/>
                  </a:cxn>
                </a:cxnLst>
                <a:rect l="T12" t="T13" r="T14" b="T15"/>
                <a:pathLst>
                  <a:path w="96" h="192">
                    <a:moveTo>
                      <a:pt x="96" y="96"/>
                    </a:moveTo>
                    <a:lnTo>
                      <a:pt x="0" y="192"/>
                    </a:lnTo>
                    <a:lnTo>
                      <a:pt x="0" y="0"/>
                    </a:lnTo>
                    <a:lnTo>
                      <a:pt x="96" y="96"/>
                    </a:lnTo>
                    <a:close/>
                  </a:path>
                </a:pathLst>
              </a:custGeom>
              <a:solidFill>
                <a:srgbClr val="000000"/>
              </a:solidFill>
              <a:ln w="7620">
                <a:solidFill>
                  <a:srgbClr val="000000"/>
                </a:solidFill>
                <a:prstDash val="solid"/>
                <a:round/>
                <a:headEnd/>
                <a:tailEnd/>
              </a:ln>
            </p:spPr>
            <p:txBody>
              <a:bodyPr/>
              <a:lstStyle/>
              <a:p>
                <a:endParaRPr lang="en-US"/>
              </a:p>
            </p:txBody>
          </p:sp>
          <p:sp>
            <p:nvSpPr>
              <p:cNvPr id="29905" name="Line 418"/>
              <p:cNvSpPr>
                <a:spLocks noChangeShapeType="1"/>
              </p:cNvSpPr>
              <p:nvPr/>
            </p:nvSpPr>
            <p:spPr bwMode="auto">
              <a:xfrm rot="8438769" flipH="1">
                <a:off x="5968" y="10977"/>
                <a:ext cx="10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06" name="Line 419"/>
              <p:cNvSpPr>
                <a:spLocks noChangeShapeType="1"/>
              </p:cNvSpPr>
              <p:nvPr/>
            </p:nvSpPr>
            <p:spPr bwMode="auto">
              <a:xfrm rot="8438769">
                <a:off x="5781" y="11125"/>
                <a:ext cx="10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07" name="Rectangle 420"/>
              <p:cNvSpPr>
                <a:spLocks noChangeArrowheads="1"/>
              </p:cNvSpPr>
              <p:nvPr/>
            </p:nvSpPr>
            <p:spPr bwMode="auto">
              <a:xfrm rot="8438769">
                <a:off x="6128" y="11054"/>
                <a:ext cx="243"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800">
                    <a:solidFill>
                      <a:srgbClr val="000000"/>
                    </a:solidFill>
                    <a:latin typeface="Courier New" pitchFamily="49" charset="0"/>
                  </a:rPr>
                  <a:t>D4</a:t>
                </a:r>
                <a:endParaRPr lang="en-US" altLang="en-US">
                  <a:latin typeface="Arial" pitchFamily="34" charset="0"/>
                </a:endParaRPr>
              </a:p>
            </p:txBody>
          </p:sp>
          <p:sp>
            <p:nvSpPr>
              <p:cNvPr id="29908" name="Line 421"/>
              <p:cNvSpPr>
                <a:spLocks noChangeShapeType="1"/>
              </p:cNvSpPr>
              <p:nvPr/>
            </p:nvSpPr>
            <p:spPr bwMode="auto">
              <a:xfrm>
                <a:off x="5958" y="10409"/>
                <a:ext cx="1751" cy="1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09" name="Line 422"/>
              <p:cNvSpPr>
                <a:spLocks noChangeShapeType="1"/>
              </p:cNvSpPr>
              <p:nvPr/>
            </p:nvSpPr>
            <p:spPr bwMode="auto">
              <a:xfrm>
                <a:off x="4970" y="9683"/>
                <a:ext cx="690" cy="5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10" name="Line 423"/>
              <p:cNvSpPr>
                <a:spLocks noChangeShapeType="1"/>
              </p:cNvSpPr>
              <p:nvPr/>
            </p:nvSpPr>
            <p:spPr bwMode="auto">
              <a:xfrm flipH="1">
                <a:off x="6095" y="9683"/>
                <a:ext cx="1614" cy="1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11" name="Line 424"/>
              <p:cNvSpPr>
                <a:spLocks noChangeShapeType="1"/>
              </p:cNvSpPr>
              <p:nvPr/>
            </p:nvSpPr>
            <p:spPr bwMode="auto">
              <a:xfrm flipH="1">
                <a:off x="4971" y="11177"/>
                <a:ext cx="810" cy="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12" name="Line 425"/>
              <p:cNvSpPr>
                <a:spLocks noChangeShapeType="1"/>
              </p:cNvSpPr>
              <p:nvPr/>
            </p:nvSpPr>
            <p:spPr bwMode="auto">
              <a:xfrm>
                <a:off x="4014" y="11739"/>
                <a:ext cx="10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913" name="Line 426"/>
              <p:cNvSpPr>
                <a:spLocks noChangeShapeType="1"/>
              </p:cNvSpPr>
              <p:nvPr/>
            </p:nvSpPr>
            <p:spPr bwMode="auto">
              <a:xfrm>
                <a:off x="5347" y="12777"/>
                <a:ext cx="935" cy="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9914" name="Line 427"/>
              <p:cNvSpPr>
                <a:spLocks noChangeShapeType="1"/>
              </p:cNvSpPr>
              <p:nvPr/>
            </p:nvSpPr>
            <p:spPr bwMode="auto">
              <a:xfrm>
                <a:off x="3906" y="10246"/>
                <a:ext cx="2" cy="84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9710" name="Line 428"/>
            <p:cNvSpPr>
              <a:spLocks noChangeShapeType="1"/>
            </p:cNvSpPr>
            <p:nvPr/>
          </p:nvSpPr>
          <p:spPr bwMode="auto">
            <a:xfrm flipH="1" flipV="1">
              <a:off x="6554" y="3399"/>
              <a:ext cx="271" cy="17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1" name="Line 429"/>
            <p:cNvSpPr>
              <a:spLocks noChangeShapeType="1"/>
            </p:cNvSpPr>
            <p:nvPr/>
          </p:nvSpPr>
          <p:spPr bwMode="auto">
            <a:xfrm flipH="1">
              <a:off x="6427" y="3876"/>
              <a:ext cx="160" cy="12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9703" name="Rectangle 43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9704" name="Object 430"/>
          <p:cNvGraphicFramePr>
            <a:graphicFrameLocks noChangeAspect="1"/>
          </p:cNvGraphicFramePr>
          <p:nvPr/>
        </p:nvGraphicFramePr>
        <p:xfrm>
          <a:off x="5257800" y="3962400"/>
          <a:ext cx="3597275" cy="274638"/>
        </p:xfrm>
        <a:graphic>
          <a:graphicData uri="http://schemas.openxmlformats.org/presentationml/2006/ole">
            <mc:AlternateContent xmlns:mc="http://schemas.openxmlformats.org/markup-compatibility/2006">
              <mc:Choice xmlns:v="urn:schemas-microsoft-com:vml" Requires="v">
                <p:oleObj spid="_x0000_s29991" name="Equation" r:id="rId3" imgW="2997200" imgH="228600" progId="Equation.3">
                  <p:embed/>
                </p:oleObj>
              </mc:Choice>
              <mc:Fallback>
                <p:oleObj name="Equation" r:id="rId3" imgW="2997200" imgH="228600" progId="Equation.3">
                  <p:embed/>
                  <p:pic>
                    <p:nvPicPr>
                      <p:cNvPr id="0" name="Object 4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3962400"/>
                        <a:ext cx="3597275" cy="274638"/>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9705" name="Rectangle 43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9706" name="Object 432"/>
          <p:cNvGraphicFramePr>
            <a:graphicFrameLocks noChangeAspect="1"/>
          </p:cNvGraphicFramePr>
          <p:nvPr/>
        </p:nvGraphicFramePr>
        <p:xfrm>
          <a:off x="4267200" y="5638800"/>
          <a:ext cx="4525963" cy="274638"/>
        </p:xfrm>
        <a:graphic>
          <a:graphicData uri="http://schemas.openxmlformats.org/presentationml/2006/ole">
            <mc:AlternateContent xmlns:mc="http://schemas.openxmlformats.org/markup-compatibility/2006">
              <mc:Choice xmlns:v="urn:schemas-microsoft-com:vml" Requires="v">
                <p:oleObj spid="_x0000_s29992" name="Equation" r:id="rId5" imgW="3771900" imgH="228600" progId="Equation.3">
                  <p:embed/>
                </p:oleObj>
              </mc:Choice>
              <mc:Fallback>
                <p:oleObj name="Equation" r:id="rId5" imgW="3771900" imgH="228600" progId="Equation.3">
                  <p:embed/>
                  <p:pic>
                    <p:nvPicPr>
                      <p:cNvPr id="0" name="Object 4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5638800"/>
                        <a:ext cx="4525963" cy="27463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7" name="Rectangle 43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9708" name="Object 434"/>
          <p:cNvGraphicFramePr>
            <a:graphicFrameLocks noChangeAspect="1"/>
          </p:cNvGraphicFramePr>
          <p:nvPr/>
        </p:nvGraphicFramePr>
        <p:xfrm>
          <a:off x="4267200" y="6400800"/>
          <a:ext cx="4706938" cy="365125"/>
        </p:xfrm>
        <a:graphic>
          <a:graphicData uri="http://schemas.openxmlformats.org/presentationml/2006/ole">
            <mc:AlternateContent xmlns:mc="http://schemas.openxmlformats.org/markup-compatibility/2006">
              <mc:Choice xmlns:v="urn:schemas-microsoft-com:vml" Requires="v">
                <p:oleObj spid="_x0000_s29993" name="Equation" r:id="rId7" imgW="2946400" imgH="228600" progId="Equation.3">
                  <p:embed/>
                </p:oleObj>
              </mc:Choice>
              <mc:Fallback>
                <p:oleObj name="Equation" r:id="rId7" imgW="2946400" imgH="228600" progId="Equation.3">
                  <p:embed/>
                  <p:pic>
                    <p:nvPicPr>
                      <p:cNvPr id="0" name="Object 4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6400800"/>
                        <a:ext cx="4706938" cy="3651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BB1A82EB-92D9-4B95-9102-BA2B01C31316}" type="datetime1">
              <a:rPr lang="en-US">
                <a:latin typeface="Arial" pitchFamily="34" charset="0"/>
              </a:rPr>
              <a:pPr/>
              <a:t>23/12/2019</a:t>
            </a:fld>
            <a:endParaRPr lang="en-US" altLang="en-US">
              <a:latin typeface="Arial" pitchFamily="34" charset="0"/>
            </a:endParaRPr>
          </a:p>
        </p:txBody>
      </p:sp>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E10381AC-B659-404D-8479-B9EB0342B608}" type="slidenum">
              <a:rPr lang="en-US" altLang="en-US" sz="1000"/>
              <a:pPr/>
              <a:t>21</a:t>
            </a:fld>
            <a:endParaRPr lang="en-US" altLang="en-US" sz="1000"/>
          </a:p>
        </p:txBody>
      </p:sp>
      <p:sp>
        <p:nvSpPr>
          <p:cNvPr id="30723" name="Rectangle 3"/>
          <p:cNvSpPr>
            <a:spLocks noGrp="1" noChangeArrowheads="1"/>
          </p:cNvSpPr>
          <p:nvPr>
            <p:ph type="body" idx="1"/>
          </p:nvPr>
        </p:nvSpPr>
        <p:spPr>
          <a:xfrm>
            <a:off x="381000" y="1447800"/>
            <a:ext cx="8458200" cy="4411663"/>
          </a:xfrm>
        </p:spPr>
        <p:txBody>
          <a:bodyPr/>
          <a:lstStyle/>
          <a:p>
            <a:pPr eaLnBrk="1" hangingPunct="1">
              <a:lnSpc>
                <a:spcPct val="90000"/>
              </a:lnSpc>
            </a:pPr>
            <a:r>
              <a:rPr lang="sv-SE" altLang="ja-JP" sz="2100" smtClean="0">
                <a:latin typeface="Constantia" pitchFamily="18" charset="0"/>
                <a:ea typeface="ＭＳ Ｐゴシック" pitchFamily="34" charset="-128"/>
              </a:rPr>
              <a:t>Phổ tín hiệu </a:t>
            </a:r>
            <a:r>
              <a:rPr lang="vi-VN" altLang="ja-JP" sz="2100" smtClean="0">
                <a:latin typeface="Times New Roman" pitchFamily="18" charset="0"/>
                <a:ea typeface="ＭＳ Ｐゴシック" pitchFamily="34" charset="-128"/>
              </a:rPr>
              <a:t>đ</a:t>
            </a:r>
            <a:r>
              <a:rPr lang="sv-SE" altLang="ja-JP" sz="2100" smtClean="0">
                <a:latin typeface="Constantia" pitchFamily="18" charset="0"/>
                <a:ea typeface="ＭＳ Ｐゴシック" pitchFamily="34" charset="-128"/>
              </a:rPr>
              <a:t>iều biên vòng</a:t>
            </a:r>
          </a:p>
          <a:p>
            <a:pPr eaLnBrk="1" hangingPunct="1">
              <a:lnSpc>
                <a:spcPct val="90000"/>
              </a:lnSpc>
            </a:pPr>
            <a:endParaRPr lang="sv-SE" altLang="ja-JP" sz="2100" smtClean="0">
              <a:latin typeface="Constantia" pitchFamily="18" charset="0"/>
              <a:ea typeface="ＭＳ Ｐゴシック" pitchFamily="34" charset="-128"/>
            </a:endParaRPr>
          </a:p>
          <a:p>
            <a:pPr eaLnBrk="1" hangingPunct="1">
              <a:lnSpc>
                <a:spcPct val="90000"/>
              </a:lnSpc>
            </a:pPr>
            <a:endParaRPr lang="sv-SE" altLang="ja-JP" sz="2100" smtClean="0">
              <a:latin typeface="Constantia" pitchFamily="18" charset="0"/>
              <a:ea typeface="ＭＳ Ｐゴシック" pitchFamily="34" charset="-128"/>
            </a:endParaRPr>
          </a:p>
          <a:p>
            <a:pPr eaLnBrk="1" hangingPunct="1">
              <a:lnSpc>
                <a:spcPct val="90000"/>
              </a:lnSpc>
            </a:pPr>
            <a:endParaRPr lang="sv-SE" altLang="ja-JP" sz="2100" smtClean="0">
              <a:latin typeface="Constantia" pitchFamily="18" charset="0"/>
              <a:ea typeface="ＭＳ Ｐゴシック" pitchFamily="34" charset="-128"/>
            </a:endParaRPr>
          </a:p>
          <a:p>
            <a:pPr eaLnBrk="1" hangingPunct="1">
              <a:lnSpc>
                <a:spcPct val="90000"/>
              </a:lnSpc>
            </a:pPr>
            <a:endParaRPr lang="sv-SE" altLang="ja-JP" sz="2100" smtClean="0">
              <a:latin typeface="Constantia" pitchFamily="18" charset="0"/>
              <a:ea typeface="ＭＳ Ｐゴシック" pitchFamily="34" charset="-128"/>
            </a:endParaRPr>
          </a:p>
          <a:p>
            <a:pPr eaLnBrk="1" hangingPunct="1">
              <a:lnSpc>
                <a:spcPct val="90000"/>
              </a:lnSpc>
            </a:pPr>
            <a:r>
              <a:rPr lang="sv-SE" altLang="ja-JP" sz="2100" smtClean="0">
                <a:latin typeface="Constantia" pitchFamily="18" charset="0"/>
                <a:ea typeface="ＭＳ Ｐゴシック" pitchFamily="34" charset="-128"/>
              </a:rPr>
              <a:t>Nhận xét:</a:t>
            </a:r>
          </a:p>
          <a:p>
            <a:pPr lvl="1" eaLnBrk="1" hangingPunct="1">
              <a:lnSpc>
                <a:spcPct val="90000"/>
              </a:lnSpc>
            </a:pPr>
            <a:r>
              <a:rPr lang="sv-SE" altLang="ja-JP" sz="2000" smtClean="0">
                <a:latin typeface="Constantia" pitchFamily="18" charset="0"/>
                <a:ea typeface="ＭＳ Ｐゴシック" pitchFamily="34" charset="-128"/>
              </a:rPr>
              <a:t>Thành phần tín hiệu ra chỉ có 2 biên tần của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a:t>
            </a:r>
            <a:r>
              <a:rPr lang="sv-SE" altLang="ja-JP" sz="2000" smtClean="0">
                <a:latin typeface="Constantia" pitchFamily="18" charset="0"/>
                <a:ea typeface="ＭＳ Ｐゴシック" pitchFamily="34" charset="-128"/>
                <a:sym typeface="Wingdings" pitchFamily="2" charset="2"/>
              </a:rPr>
              <a:t></a:t>
            </a:r>
            <a:r>
              <a:rPr lang="sv-SE" altLang="ja-JP" sz="2000" smtClean="0">
                <a:latin typeface="Constantia" pitchFamily="18" charset="0"/>
                <a:ea typeface="ＭＳ Ｐゴシック" pitchFamily="34" charset="-128"/>
              </a:rPr>
              <a:t> không cần dùng bộ lọc</a:t>
            </a:r>
          </a:p>
          <a:p>
            <a:pPr lvl="1" eaLnBrk="1" hangingPunct="1">
              <a:lnSpc>
                <a:spcPct val="90000"/>
              </a:lnSpc>
            </a:pPr>
            <a:r>
              <a:rPr lang="sv-SE" altLang="ja-JP" sz="2000" smtClean="0">
                <a:latin typeface="Constantia" pitchFamily="18" charset="0"/>
                <a:ea typeface="ＭＳ Ｐゴシック" pitchFamily="34" charset="-128"/>
              </a:rPr>
              <a:t>So với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cân bằng thì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vòng có biên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ộ tăng gấp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ôi</a:t>
            </a:r>
          </a:p>
          <a:p>
            <a:pPr lvl="1" eaLnBrk="1" hangingPunct="1">
              <a:lnSpc>
                <a:spcPct val="90000"/>
              </a:lnSpc>
            </a:pPr>
            <a:r>
              <a:rPr lang="sv-SE" altLang="ja-JP" sz="2000" smtClean="0">
                <a:latin typeface="Constantia" pitchFamily="18" charset="0"/>
                <a:ea typeface="ＭＳ Ｐゴシック" pitchFamily="34" charset="-128"/>
              </a:rPr>
              <a:t>Giống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biên cân bằng, tín hiệu ra không có thành phần sóng mang</a:t>
            </a:r>
            <a:r>
              <a:rPr lang="sv-SE" altLang="ja-JP" sz="2000" smtClean="0">
                <a:latin typeface="Constantia" pitchFamily="18" charset="0"/>
                <a:ea typeface="ＭＳ Ｐゴシック" pitchFamily="34" charset="-128"/>
                <a:sym typeface="Wingdings" pitchFamily="2" charset="2"/>
              </a:rPr>
              <a:t></a:t>
            </a:r>
            <a:r>
              <a:rPr lang="sv-SE" altLang="ja-JP" sz="2000" smtClean="0">
                <a:latin typeface="Constantia" pitchFamily="18" charset="0"/>
                <a:ea typeface="ＭＳ Ｐゴシック" pitchFamily="34" charset="-128"/>
              </a:rPr>
              <a:t> muốn có thì phải cộng thêm sau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chế.</a:t>
            </a:r>
          </a:p>
          <a:p>
            <a:pPr lvl="1" eaLnBrk="1" hangingPunct="1">
              <a:lnSpc>
                <a:spcPct val="90000"/>
              </a:lnSpc>
            </a:pPr>
            <a:r>
              <a:rPr lang="sv-SE" altLang="ja-JP" sz="2000" smtClean="0">
                <a:latin typeface="Constantia" pitchFamily="18" charset="0"/>
                <a:ea typeface="ＭＳ Ｐゴシック" pitchFamily="34" charset="-128"/>
              </a:rPr>
              <a:t>Điều biên vòng thực chất cũng là mạch nhân 2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ại l</a:t>
            </a:r>
            <a:r>
              <a:rPr lang="vi-VN" altLang="ja-JP" sz="2000" smtClean="0">
                <a:latin typeface="Times New Roman" pitchFamily="18" charset="0"/>
                <a:ea typeface="ＭＳ Ｐゴシック" pitchFamily="34" charset="-128"/>
              </a:rPr>
              <a:t>ư</a:t>
            </a:r>
            <a:r>
              <a:rPr lang="sv-SE" altLang="ja-JP" sz="2000" smtClean="0">
                <a:latin typeface="Constantia" pitchFamily="18" charset="0"/>
                <a:ea typeface="ＭＳ Ｐゴシック" pitchFamily="34" charset="-128"/>
              </a:rPr>
              <a:t>ợng</a:t>
            </a:r>
            <a:endParaRPr lang="en-US" altLang="en-US" sz="2000" smtClean="0">
              <a:latin typeface="Constantia" pitchFamily="18" charset="0"/>
            </a:endParaRPr>
          </a:p>
        </p:txBody>
      </p:sp>
      <p:grpSp>
        <p:nvGrpSpPr>
          <p:cNvPr id="30724" name="Group 5"/>
          <p:cNvGrpSpPr>
            <a:grpSpLocks/>
          </p:cNvGrpSpPr>
          <p:nvPr/>
        </p:nvGrpSpPr>
        <p:grpSpPr bwMode="auto">
          <a:xfrm>
            <a:off x="2133600" y="2057400"/>
            <a:ext cx="4445000" cy="1120775"/>
            <a:chOff x="3165" y="12321"/>
            <a:chExt cx="7000" cy="1764"/>
          </a:xfrm>
        </p:grpSpPr>
        <p:sp>
          <p:nvSpPr>
            <p:cNvPr id="30726" name="Line 6"/>
            <p:cNvSpPr>
              <a:spLocks noChangeShapeType="1"/>
            </p:cNvSpPr>
            <p:nvPr/>
          </p:nvSpPr>
          <p:spPr bwMode="auto">
            <a:xfrm>
              <a:off x="3165" y="14085"/>
              <a:ext cx="700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30727" name="Line 7"/>
            <p:cNvSpPr>
              <a:spLocks noChangeShapeType="1"/>
            </p:cNvSpPr>
            <p:nvPr/>
          </p:nvSpPr>
          <p:spPr bwMode="auto">
            <a:xfrm flipV="1">
              <a:off x="4931" y="12964"/>
              <a:ext cx="0" cy="1116"/>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8" name="Text Box 8"/>
            <p:cNvSpPr txBox="1">
              <a:spLocks noChangeArrowheads="1"/>
            </p:cNvSpPr>
            <p:nvPr/>
          </p:nvSpPr>
          <p:spPr bwMode="auto">
            <a:xfrm>
              <a:off x="4234" y="12321"/>
              <a:ext cx="1128"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en-US" altLang="en-US" sz="1000">
                  <a:sym typeface="Symbol" pitchFamily="18" charset="2"/>
                </a:rPr>
                <a:t></a:t>
              </a:r>
              <a:r>
                <a:rPr lang="en-US" altLang="en-US" sz="1000" baseline="-25000"/>
                <a:t>t</a:t>
              </a:r>
              <a:r>
                <a:rPr lang="en-US" altLang="en-US" sz="1000"/>
                <a:t>- </a:t>
              </a:r>
              <a:r>
                <a:rPr lang="en-US" altLang="en-US" sz="1000">
                  <a:sym typeface="Symbol" pitchFamily="18" charset="2"/>
                </a:rPr>
                <a:t></a:t>
              </a:r>
              <a:r>
                <a:rPr lang="en-US" altLang="en-US" sz="1000" baseline="-25000"/>
                <a:t> s</a:t>
              </a:r>
              <a:endParaRPr lang="en-US" altLang="en-US" sz="1200" baseline="-25000"/>
            </a:p>
            <a:p>
              <a:pPr eaLnBrk="1" hangingPunct="1"/>
              <a:endParaRPr lang="en-US" altLang="en-US" sz="1800"/>
            </a:p>
          </p:txBody>
        </p:sp>
        <p:sp>
          <p:nvSpPr>
            <p:cNvPr id="30729" name="Text Box 9"/>
            <p:cNvSpPr txBox="1">
              <a:spLocks noChangeArrowheads="1"/>
            </p:cNvSpPr>
            <p:nvPr/>
          </p:nvSpPr>
          <p:spPr bwMode="auto">
            <a:xfrm>
              <a:off x="6034" y="12321"/>
              <a:ext cx="1128" cy="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en-US" altLang="en-US" sz="1000">
                  <a:sym typeface="Symbol" pitchFamily="18" charset="2"/>
                </a:rPr>
                <a:t></a:t>
              </a:r>
              <a:r>
                <a:rPr lang="en-US" altLang="en-US" sz="1000" baseline="-25000"/>
                <a:t>t</a:t>
              </a:r>
              <a:r>
                <a:rPr lang="en-US" altLang="en-US" sz="1000"/>
                <a:t>+</a:t>
              </a:r>
              <a:r>
                <a:rPr lang="en-US" altLang="en-US" sz="1000">
                  <a:sym typeface="Symbol" pitchFamily="18" charset="2"/>
                </a:rPr>
                <a:t></a:t>
              </a:r>
              <a:r>
                <a:rPr lang="en-US" altLang="en-US" sz="1000" baseline="-25000"/>
                <a:t> s</a:t>
              </a:r>
            </a:p>
            <a:p>
              <a:pPr eaLnBrk="1" hangingPunct="1"/>
              <a:endParaRPr lang="en-US" altLang="en-US" sz="1800"/>
            </a:p>
          </p:txBody>
        </p:sp>
        <p:sp>
          <p:nvSpPr>
            <p:cNvPr id="30730" name="Line 10"/>
            <p:cNvSpPr>
              <a:spLocks noChangeShapeType="1"/>
            </p:cNvSpPr>
            <p:nvPr/>
          </p:nvSpPr>
          <p:spPr bwMode="auto">
            <a:xfrm flipV="1">
              <a:off x="6700" y="12969"/>
              <a:ext cx="0" cy="1116"/>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4" name="Rectangle 2"/>
          <p:cNvSpPr>
            <a:spLocks noGrp="1" noChangeArrowheads="1"/>
          </p:cNvSpPr>
          <p:nvPr>
            <p:ph type="title"/>
          </p:nvPr>
        </p:nvSpPr>
        <p:spPr>
          <a:xfrm>
            <a:off x="457200" y="381000"/>
            <a:ext cx="7543800" cy="762000"/>
          </a:xfrm>
          <a:solidFill>
            <a:schemeClr val="tx2">
              <a:lumMod val="20000"/>
              <a:lumOff val="80000"/>
            </a:schemeClr>
          </a:solidFill>
        </p:spPr>
        <p:txBody>
          <a:bodyPr/>
          <a:lstStyle/>
          <a:p>
            <a:pPr marL="742950" indent="-742950" algn="ctr"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biên vòng</a:t>
            </a:r>
            <a:endParaRPr lang="en-US" sz="4000" b="0" smtClean="0">
              <a:latin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90E8DD6-ECA1-4E29-B113-7756F38937D6}" type="datetime1">
              <a:rPr lang="en-US" smtClean="0"/>
              <a:pPr/>
              <a:t>23/12/2019</a:t>
            </a:fld>
            <a:endParaRPr lang="en-US" altLang="en-US"/>
          </a:p>
        </p:txBody>
      </p:sp>
      <p:sp>
        <p:nvSpPr>
          <p:cNvPr id="5" name="Slide Number Placeholder 4"/>
          <p:cNvSpPr>
            <a:spLocks noGrp="1"/>
          </p:cNvSpPr>
          <p:nvPr>
            <p:ph type="sldNum" sz="quarter" idx="12"/>
          </p:nvPr>
        </p:nvSpPr>
        <p:spPr/>
        <p:txBody>
          <a:bodyPr/>
          <a:lstStyle/>
          <a:p>
            <a:fld id="{CBB725D2-6C79-4374-99AE-CE27382E8696}" type="slidenum">
              <a:rPr lang="en-US" altLang="en-US" smtClean="0"/>
              <a:pPr/>
              <a:t>22</a:t>
            </a:fld>
            <a:endParaRPr lang="en-US" altLang="en-US"/>
          </a:p>
        </p:txBody>
      </p:sp>
      <p:sp>
        <p:nvSpPr>
          <p:cNvPr id="6" name="Rectangle 2"/>
          <p:cNvSpPr txBox="1">
            <a:spLocks noChangeArrowheads="1"/>
          </p:cNvSpPr>
          <p:nvPr/>
        </p:nvSpPr>
        <p:spPr bwMode="auto">
          <a:xfrm>
            <a:off x="381000" y="609600"/>
            <a:ext cx="7543800" cy="76200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itchFamily="34" charset="0"/>
              </a:defRPr>
            </a:lvl2pPr>
            <a:lvl3pPr algn="l" rtl="0" eaLnBrk="0" fontAlgn="base" hangingPunct="0">
              <a:spcBef>
                <a:spcPct val="0"/>
              </a:spcBef>
              <a:spcAft>
                <a:spcPct val="0"/>
              </a:spcAft>
              <a:defRPr sz="3900" b="1">
                <a:solidFill>
                  <a:schemeClr val="tx2"/>
                </a:solidFill>
                <a:latin typeface="Arial" pitchFamily="34" charset="0"/>
              </a:defRPr>
            </a:lvl3pPr>
            <a:lvl4pPr algn="l" rtl="0" eaLnBrk="0" fontAlgn="base" hangingPunct="0">
              <a:spcBef>
                <a:spcPct val="0"/>
              </a:spcBef>
              <a:spcAft>
                <a:spcPct val="0"/>
              </a:spcAft>
              <a:defRPr sz="3900" b="1">
                <a:solidFill>
                  <a:schemeClr val="tx2"/>
                </a:solidFill>
                <a:latin typeface="Arial" pitchFamily="34" charset="0"/>
              </a:defRPr>
            </a:lvl4pPr>
            <a:lvl5pPr algn="l" rtl="0" eaLnBrk="0" fontAlgn="base" hangingPunct="0">
              <a:spcBef>
                <a:spcPct val="0"/>
              </a:spcBef>
              <a:spcAft>
                <a:spcPct val="0"/>
              </a:spcAft>
              <a:defRPr sz="3900" b="1">
                <a:solidFill>
                  <a:schemeClr val="tx2"/>
                </a:solidFill>
                <a:latin typeface="Arial" pitchFamily="34" charset="0"/>
              </a:defRPr>
            </a:lvl5pPr>
            <a:lvl6pPr marL="457200" algn="l" rtl="0" fontAlgn="base">
              <a:spcBef>
                <a:spcPct val="0"/>
              </a:spcBef>
              <a:spcAft>
                <a:spcPct val="0"/>
              </a:spcAft>
              <a:defRPr sz="3900" b="1">
                <a:solidFill>
                  <a:schemeClr val="tx2"/>
                </a:solidFill>
                <a:latin typeface="Arial" pitchFamily="34" charset="0"/>
              </a:defRPr>
            </a:lvl6pPr>
            <a:lvl7pPr marL="914400" algn="l" rtl="0" fontAlgn="base">
              <a:spcBef>
                <a:spcPct val="0"/>
              </a:spcBef>
              <a:spcAft>
                <a:spcPct val="0"/>
              </a:spcAft>
              <a:defRPr sz="3900" b="1">
                <a:solidFill>
                  <a:schemeClr val="tx2"/>
                </a:solidFill>
                <a:latin typeface="Arial" pitchFamily="34" charset="0"/>
              </a:defRPr>
            </a:lvl7pPr>
            <a:lvl8pPr marL="1371600" algn="l" rtl="0" fontAlgn="base">
              <a:spcBef>
                <a:spcPct val="0"/>
              </a:spcBef>
              <a:spcAft>
                <a:spcPct val="0"/>
              </a:spcAft>
              <a:defRPr sz="3900" b="1">
                <a:solidFill>
                  <a:schemeClr val="tx2"/>
                </a:solidFill>
                <a:latin typeface="Arial" pitchFamily="34" charset="0"/>
              </a:defRPr>
            </a:lvl8pPr>
            <a:lvl9pPr marL="1828800" algn="l" rtl="0" fontAlgn="base">
              <a:spcBef>
                <a:spcPct val="0"/>
              </a:spcBef>
              <a:spcAft>
                <a:spcPct val="0"/>
              </a:spcAft>
              <a:defRPr sz="3900" b="1">
                <a:solidFill>
                  <a:schemeClr val="tx2"/>
                </a:solidFill>
                <a:latin typeface="Arial" pitchFamily="34" charset="0"/>
              </a:defRPr>
            </a:lvl9pPr>
          </a:lstStyle>
          <a:p>
            <a:pPr marL="742950" indent="-742950" algn="ctr"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biên vòng</a:t>
            </a:r>
            <a:endParaRPr lang="en-US" sz="4000" b="0" smtClean="0">
              <a:latin typeface="Times New Roman" pitchFamily="18" charset="0"/>
            </a:endParaRPr>
          </a:p>
        </p:txBody>
      </p:sp>
      <p:pic>
        <p:nvPicPr>
          <p:cNvPr id="583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500542"/>
            <a:ext cx="6591300" cy="474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5486400" y="4495800"/>
            <a:ext cx="3181350" cy="1200329"/>
          </a:xfrm>
          <a:prstGeom prst="rect">
            <a:avLst/>
          </a:prstGeom>
          <a:noFill/>
        </p:spPr>
        <p:txBody>
          <a:bodyPr wrap="square" rtlCol="0">
            <a:spAutoFit/>
          </a:bodyPr>
          <a:lstStyle/>
          <a:p>
            <a:pPr marL="285750" indent="-285750">
              <a:buFontTx/>
              <a:buChar char="-"/>
            </a:pPr>
            <a:r>
              <a:rPr lang="en-US" smtClean="0"/>
              <a:t>Triệt sóng mang tốt (&gt;50dB)</a:t>
            </a:r>
          </a:p>
          <a:p>
            <a:pPr marL="285750" indent="-285750">
              <a:buFontTx/>
              <a:buChar char="-"/>
            </a:pPr>
            <a:r>
              <a:rPr lang="en-US" smtClean="0"/>
              <a:t>f</a:t>
            </a:r>
            <a:r>
              <a:rPr lang="en-US" baseline="-25000" smtClean="0"/>
              <a:t>c</a:t>
            </a:r>
            <a:r>
              <a:rPr lang="en-US" smtClean="0"/>
              <a:t> </a:t>
            </a:r>
            <a:r>
              <a:rPr lang="en-US" smtClean="0">
                <a:sym typeface="Symbol"/>
              </a:rPr>
              <a:t> 200 MHz</a:t>
            </a:r>
          </a:p>
          <a:p>
            <a:pPr marL="285750" indent="-285750">
              <a:buFontTx/>
              <a:buChar char="-"/>
            </a:pPr>
            <a:r>
              <a:rPr lang="en-US" smtClean="0">
                <a:sym typeface="Symbol"/>
              </a:rPr>
              <a:t>Đổi tần cân bằng, giải điều chế SSB</a:t>
            </a:r>
            <a:endParaRPr lang="en-US"/>
          </a:p>
        </p:txBody>
      </p:sp>
    </p:spTree>
    <p:extLst>
      <p:ext uri="{BB962C8B-B14F-4D97-AF65-F5344CB8AC3E}">
        <p14:creationId xmlns:p14="http://schemas.microsoft.com/office/powerpoint/2010/main" val="33180755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E9A07CA0-8EDF-4005-8D49-01C4C19BE641}" type="datetime1">
              <a:rPr lang="en-US">
                <a:latin typeface="Arial" pitchFamily="34" charset="0"/>
              </a:rPr>
              <a:pPr/>
              <a:t>23/12/2019</a:t>
            </a:fld>
            <a:endParaRPr lang="en-US" altLang="en-US">
              <a:latin typeface="Arial" pitchFamily="34" charset="0"/>
            </a:endParaRPr>
          </a:p>
        </p:txBody>
      </p:sp>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073959F9-07AF-473B-B3C0-D0A1AE688A44}" type="slidenum">
              <a:rPr lang="en-US" altLang="en-US" sz="1000"/>
              <a:pPr/>
              <a:t>23</a:t>
            </a:fld>
            <a:endParaRPr lang="en-US" altLang="en-US" sz="1000"/>
          </a:p>
        </p:txBody>
      </p:sp>
      <p:sp>
        <p:nvSpPr>
          <p:cNvPr id="31747" name="Rectangle 3"/>
          <p:cNvSpPr>
            <a:spLocks noGrp="1" noChangeArrowheads="1"/>
          </p:cNvSpPr>
          <p:nvPr>
            <p:ph type="body" idx="1"/>
          </p:nvPr>
        </p:nvSpPr>
        <p:spPr>
          <a:xfrm>
            <a:off x="609600" y="1219200"/>
            <a:ext cx="8229600" cy="5638800"/>
          </a:xfrm>
        </p:spPr>
        <p:txBody>
          <a:bodyPr/>
          <a:lstStyle/>
          <a:p>
            <a:pPr eaLnBrk="1" hangingPunct="1"/>
            <a:r>
              <a:rPr lang="sv-SE" altLang="ja-JP" sz="2400" smtClean="0">
                <a:latin typeface="Constantia" pitchFamily="18" charset="0"/>
                <a:ea typeface="ＭＳ Ｐゴシック" pitchFamily="34" charset="-128"/>
              </a:rPr>
              <a:t>Điều chế </a:t>
            </a:r>
            <a:r>
              <a:rPr lang="vi-VN" altLang="ja-JP" sz="2400" smtClean="0">
                <a:latin typeface="Times New Roman" pitchFamily="18" charset="0"/>
                <a:ea typeface="ＭＳ Ｐゴシック" pitchFamily="34" charset="-128"/>
              </a:rPr>
              <a:t>đơ</a:t>
            </a:r>
            <a:r>
              <a:rPr lang="sv-SE" altLang="ja-JP" sz="2400" smtClean="0">
                <a:latin typeface="Constantia" pitchFamily="18" charset="0"/>
                <a:ea typeface="ＭＳ Ｐゴシック" pitchFamily="34" charset="-128"/>
              </a:rPr>
              <a:t>n biên là quá trình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iều chế nhằm tạo ra một dải biên tần</a:t>
            </a:r>
          </a:p>
          <a:p>
            <a:pPr eaLnBrk="1" hangingPunct="1"/>
            <a:r>
              <a:rPr lang="vi-VN" altLang="ja-JP" sz="2400" i="1" smtClean="0">
                <a:solidFill>
                  <a:srgbClr val="FF0000"/>
                </a:solidFill>
                <a:latin typeface="Times New Roman" pitchFamily="18" charset="0"/>
                <a:ea typeface="ＭＳ Ｐゴシック" pitchFamily="34" charset="-128"/>
              </a:rPr>
              <a:t>Ư</a:t>
            </a:r>
            <a:r>
              <a:rPr lang="sv-SE" altLang="ja-JP" sz="2400" i="1" smtClean="0">
                <a:solidFill>
                  <a:srgbClr val="FF0000"/>
                </a:solidFill>
                <a:latin typeface="Constantia" pitchFamily="18" charset="0"/>
                <a:ea typeface="ＭＳ Ｐゴシック" pitchFamily="34" charset="-128"/>
              </a:rPr>
              <a:t>u </a:t>
            </a:r>
            <a:r>
              <a:rPr lang="vi-VN" altLang="ja-JP" sz="2400" i="1" smtClean="0">
                <a:solidFill>
                  <a:srgbClr val="FF0000"/>
                </a:solidFill>
                <a:latin typeface="Times New Roman" pitchFamily="18" charset="0"/>
                <a:ea typeface="ＭＳ Ｐゴシック" pitchFamily="34" charset="-128"/>
              </a:rPr>
              <a:t>đ</a:t>
            </a:r>
            <a:r>
              <a:rPr lang="sv-SE" altLang="ja-JP" sz="2400" i="1" smtClean="0">
                <a:solidFill>
                  <a:srgbClr val="FF0000"/>
                </a:solidFill>
                <a:latin typeface="Constantia" pitchFamily="18" charset="0"/>
                <a:ea typeface="ＭＳ Ｐゴシック" pitchFamily="34" charset="-128"/>
              </a:rPr>
              <a:t>iểm của </a:t>
            </a:r>
            <a:r>
              <a:rPr lang="vi-VN" altLang="ja-JP" sz="2400" i="1" smtClean="0">
                <a:solidFill>
                  <a:srgbClr val="FF0000"/>
                </a:solidFill>
                <a:latin typeface="Times New Roman" pitchFamily="18" charset="0"/>
                <a:ea typeface="ＭＳ Ｐゴシック" pitchFamily="34" charset="-128"/>
              </a:rPr>
              <a:t>đ</a:t>
            </a:r>
            <a:r>
              <a:rPr lang="sv-SE" altLang="ja-JP" sz="2400" i="1" smtClean="0">
                <a:solidFill>
                  <a:srgbClr val="FF0000"/>
                </a:solidFill>
                <a:latin typeface="Constantia" pitchFamily="18" charset="0"/>
                <a:ea typeface="ＭＳ Ｐゴシック" pitchFamily="34" charset="-128"/>
              </a:rPr>
              <a:t>iều chế </a:t>
            </a:r>
            <a:r>
              <a:rPr lang="vi-VN" altLang="ja-JP" sz="2400" i="1" smtClean="0">
                <a:solidFill>
                  <a:srgbClr val="FF0000"/>
                </a:solidFill>
                <a:latin typeface="Times New Roman" pitchFamily="18" charset="0"/>
                <a:ea typeface="ＭＳ Ｐゴシック" pitchFamily="34" charset="-128"/>
              </a:rPr>
              <a:t>đơ</a:t>
            </a:r>
            <a:r>
              <a:rPr lang="sv-SE" altLang="ja-JP" sz="2400" i="1" smtClean="0">
                <a:solidFill>
                  <a:srgbClr val="FF0000"/>
                </a:solidFill>
                <a:latin typeface="Constantia" pitchFamily="18" charset="0"/>
                <a:ea typeface="ＭＳ Ｐゴシック" pitchFamily="34" charset="-128"/>
              </a:rPr>
              <a:t>n biên:</a:t>
            </a:r>
          </a:p>
          <a:p>
            <a:pPr lvl="1" eaLnBrk="1" hangingPunct="1"/>
            <a:r>
              <a:rPr lang="sv-SE" altLang="ja-JP" sz="2200" smtClean="0">
                <a:latin typeface="Constantia" pitchFamily="18" charset="0"/>
                <a:ea typeface="ＭＳ Ｐゴシック" pitchFamily="34" charset="-128"/>
              </a:rPr>
              <a:t>Độ rộng dải tần giảm một nửa</a:t>
            </a:r>
          </a:p>
          <a:p>
            <a:pPr lvl="1" eaLnBrk="1" hangingPunct="1"/>
            <a:r>
              <a:rPr lang="sv-SE" altLang="ja-JP" sz="2200" smtClean="0">
                <a:latin typeface="Constantia" pitchFamily="18" charset="0"/>
                <a:ea typeface="ＭＳ Ｐゴシック" pitchFamily="34" charset="-128"/>
              </a:rPr>
              <a:t> Công suất bức xạ yêu cầu thấp h</a:t>
            </a:r>
            <a:r>
              <a:rPr lang="vi-VN" altLang="ja-JP" sz="2200" smtClean="0">
                <a:latin typeface="Times New Roman" pitchFamily="18" charset="0"/>
                <a:ea typeface="ＭＳ Ｐゴシック" pitchFamily="34" charset="-128"/>
              </a:rPr>
              <a:t>ơ</a:t>
            </a:r>
            <a:r>
              <a:rPr lang="sv-SE" altLang="ja-JP" sz="2200" smtClean="0">
                <a:latin typeface="Constantia" pitchFamily="18" charset="0"/>
                <a:ea typeface="ＭＳ Ｐゴシック" pitchFamily="34" charset="-128"/>
              </a:rPr>
              <a:t>n vì không cần tải tin</a:t>
            </a:r>
          </a:p>
          <a:p>
            <a:pPr lvl="1" eaLnBrk="1" hangingPunct="1"/>
            <a:r>
              <a:rPr lang="sv-SE" altLang="ja-JP" sz="2200" smtClean="0">
                <a:latin typeface="Constantia" pitchFamily="18" charset="0"/>
                <a:ea typeface="ＭＳ Ｐゴシック" pitchFamily="34" charset="-128"/>
              </a:rPr>
              <a:t> Tạp âm phía thu giảm do dải tần giảm một nửa.</a:t>
            </a:r>
          </a:p>
          <a:p>
            <a:pPr eaLnBrk="1" hangingPunct="1"/>
            <a:r>
              <a:rPr lang="sv-SE" altLang="ja-JP" sz="2400" smtClean="0">
                <a:latin typeface="Constantia" pitchFamily="18" charset="0"/>
                <a:ea typeface="ＭＳ Ｐゴシック" pitchFamily="34" charset="-128"/>
              </a:rPr>
              <a:t>Tuy nhiên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iều chế </a:t>
            </a:r>
            <a:r>
              <a:rPr lang="vi-VN" altLang="ja-JP" sz="2400" smtClean="0">
                <a:latin typeface="Times New Roman" pitchFamily="18" charset="0"/>
                <a:ea typeface="ＭＳ Ｐゴシック" pitchFamily="34" charset="-128"/>
              </a:rPr>
              <a:t>đơ</a:t>
            </a:r>
            <a:r>
              <a:rPr lang="sv-SE" altLang="ja-JP" sz="2400" smtClean="0">
                <a:latin typeface="Constantia" pitchFamily="18" charset="0"/>
                <a:ea typeface="ＭＳ Ｐゴシック" pitchFamily="34" charset="-128"/>
              </a:rPr>
              <a:t>n biên sẽ phức tạp và tốn kém h</a:t>
            </a:r>
            <a:r>
              <a:rPr lang="vi-VN" altLang="ja-JP" sz="2400" smtClean="0">
                <a:latin typeface="Times New Roman" pitchFamily="18" charset="0"/>
                <a:ea typeface="ＭＳ Ｐゴシック" pitchFamily="34" charset="-128"/>
              </a:rPr>
              <a:t>ơ</a:t>
            </a:r>
            <a:r>
              <a:rPr lang="sv-SE" altLang="ja-JP" sz="2400" smtClean="0">
                <a:latin typeface="Constantia" pitchFamily="18" charset="0"/>
                <a:ea typeface="ＭＳ Ｐゴシック" pitchFamily="34" charset="-128"/>
              </a:rPr>
              <a:t>n.</a:t>
            </a:r>
          </a:p>
          <a:p>
            <a:pPr eaLnBrk="1" hangingPunct="1"/>
            <a:r>
              <a:rPr lang="sv-SE" altLang="ja-JP" sz="2400" smtClean="0">
                <a:latin typeface="Constantia" pitchFamily="18" charset="0"/>
                <a:ea typeface="ＭＳ Ｐゴシック" pitchFamily="34" charset="-128"/>
              </a:rPr>
              <a:t>Biểu thức của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iều chế </a:t>
            </a:r>
            <a:r>
              <a:rPr lang="vi-VN" altLang="ja-JP" sz="2400" smtClean="0">
                <a:latin typeface="Times New Roman" pitchFamily="18" charset="0"/>
                <a:ea typeface="ＭＳ Ｐゴシック" pitchFamily="34" charset="-128"/>
              </a:rPr>
              <a:t>đơ</a:t>
            </a:r>
            <a:r>
              <a:rPr lang="sv-SE" altLang="ja-JP" sz="2400" smtClean="0">
                <a:latin typeface="Constantia" pitchFamily="18" charset="0"/>
                <a:ea typeface="ＭＳ Ｐゴシック" pitchFamily="34" charset="-128"/>
              </a:rPr>
              <a:t>n biên</a:t>
            </a:r>
          </a:p>
          <a:p>
            <a:pPr eaLnBrk="1" hangingPunct="1"/>
            <a:endParaRPr lang="sv-SE" altLang="ja-JP" sz="2600" smtClean="0">
              <a:latin typeface="Constantia" pitchFamily="18" charset="0"/>
              <a:ea typeface="ＭＳ Ｐゴシック" pitchFamily="34" charset="-128"/>
            </a:endParaRPr>
          </a:p>
          <a:p>
            <a:pPr eaLnBrk="1" hangingPunct="1"/>
            <a:endParaRPr lang="sv-SE" altLang="ja-JP" sz="2600" smtClean="0">
              <a:latin typeface="Constantia" pitchFamily="18" charset="0"/>
              <a:ea typeface="ＭＳ Ｐゴシック" pitchFamily="34" charset="-128"/>
            </a:endParaRPr>
          </a:p>
          <a:p>
            <a:pPr lvl="1" eaLnBrk="1" hangingPunct="1"/>
            <a:r>
              <a:rPr lang="sv-SE" altLang="ja-JP" sz="2000" smtClean="0">
                <a:latin typeface="Constantia" pitchFamily="18" charset="0"/>
                <a:ea typeface="ＭＳ Ｐゴシック" pitchFamily="34" charset="-128"/>
              </a:rPr>
              <a:t>(m = U</a:t>
            </a:r>
            <a:r>
              <a:rPr lang="sv-SE" altLang="ja-JP" sz="2000" baseline="-25000" smtClean="0">
                <a:latin typeface="Constantia" pitchFamily="18" charset="0"/>
                <a:ea typeface="ＭＳ Ｐゴシック" pitchFamily="34" charset="-128"/>
              </a:rPr>
              <a:t>mS</a:t>
            </a:r>
            <a:r>
              <a:rPr lang="sv-SE" altLang="ja-JP" sz="2000" smtClean="0">
                <a:latin typeface="Constantia" pitchFamily="18" charset="0"/>
                <a:ea typeface="ＭＳ Ｐゴシック" pitchFamily="34" charset="-128"/>
              </a:rPr>
              <a:t>/U</a:t>
            </a:r>
            <a:r>
              <a:rPr lang="sv-SE" altLang="ja-JP" sz="2000" baseline="-25000" smtClean="0">
                <a:latin typeface="Constantia" pitchFamily="18" charset="0"/>
                <a:ea typeface="ＭＳ Ｐゴシック" pitchFamily="34" charset="-128"/>
              </a:rPr>
              <a:t>mt</a:t>
            </a:r>
            <a:r>
              <a:rPr lang="sv-SE" altLang="ja-JP" sz="2000" smtClean="0">
                <a:latin typeface="Constantia" pitchFamily="18" charset="0"/>
                <a:ea typeface="ＭＳ Ｐゴシック" pitchFamily="34" charset="-128"/>
              </a:rPr>
              <a:t>) : h</a:t>
            </a:r>
            <a:r>
              <a:rPr lang="en-US" altLang="en-US" sz="2000" smtClean="0">
                <a:latin typeface="Constantia" pitchFamily="18" charset="0"/>
              </a:rPr>
              <a:t>ệ số lộn tải tin</a:t>
            </a:r>
          </a:p>
          <a:p>
            <a:pPr lvl="1" eaLnBrk="1" hangingPunct="1"/>
            <a:r>
              <a:rPr lang="sv-SE" altLang="ja-JP" sz="2000" smtClean="0">
                <a:latin typeface="Constantia" pitchFamily="18" charset="0"/>
                <a:ea typeface="ＭＳ Ｐゴシック" pitchFamily="34" charset="-128"/>
              </a:rPr>
              <a:t>Ta thấy tín hiệu </a:t>
            </a:r>
            <a:r>
              <a:rPr lang="vi-VN" altLang="ja-JP" sz="2000" smtClean="0">
                <a:latin typeface="Times New Roman" pitchFamily="18" charset="0"/>
                <a:ea typeface="ＭＳ Ｐゴシック" pitchFamily="34" charset="-128"/>
              </a:rPr>
              <a:t>đơ</a:t>
            </a:r>
            <a:r>
              <a:rPr lang="sv-SE" altLang="ja-JP" sz="2000" smtClean="0">
                <a:latin typeface="Constantia" pitchFamily="18" charset="0"/>
                <a:ea typeface="ＭＳ Ｐゴシック" pitchFamily="34" charset="-128"/>
              </a:rPr>
              <a:t>n biên vừa biến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ối về biên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ộ, vừa biến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ổi về góc pha</a:t>
            </a:r>
            <a:r>
              <a:rPr lang="en-US" altLang="ja-JP" sz="2000" smtClean="0">
                <a:latin typeface="Constantia" pitchFamily="18" charset="0"/>
                <a:ea typeface="ＭＳ Ｐゴシック" pitchFamily="34" charset="-128"/>
              </a:rPr>
              <a:t> </a:t>
            </a:r>
            <a:endParaRPr lang="en-US" altLang="en-US" sz="2000" smtClean="0">
              <a:latin typeface="Constantia" pitchFamily="18" charset="0"/>
            </a:endParaRPr>
          </a:p>
          <a:p>
            <a:pPr lvl="1" eaLnBrk="1" hangingPunct="1">
              <a:buFont typeface="Wingdings" pitchFamily="2" charset="2"/>
              <a:buNone/>
            </a:pPr>
            <a:endParaRPr lang="en-US" altLang="en-US" sz="2200" smtClean="0">
              <a:latin typeface="Constantia" pitchFamily="18" charset="0"/>
            </a:endParaRPr>
          </a:p>
        </p:txBody>
      </p:sp>
      <p:sp>
        <p:nvSpPr>
          <p:cNvPr id="31748" name="Rectangle 5"/>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31749" name="Object 4"/>
          <p:cNvGraphicFramePr>
            <a:graphicFrameLocks noChangeAspect="1"/>
          </p:cNvGraphicFramePr>
          <p:nvPr/>
        </p:nvGraphicFramePr>
        <p:xfrm>
          <a:off x="2362200" y="4648200"/>
          <a:ext cx="4649788" cy="639763"/>
        </p:xfrm>
        <a:graphic>
          <a:graphicData uri="http://schemas.openxmlformats.org/presentationml/2006/ole">
            <mc:AlternateContent xmlns:mc="http://schemas.openxmlformats.org/markup-compatibility/2006">
              <mc:Choice xmlns:v="urn:schemas-microsoft-com:vml" Requires="v">
                <p:oleObj spid="_x0000_s31774" name="Equation" r:id="rId3" imgW="2971800" imgH="406400" progId="Equation.3">
                  <p:embed/>
                </p:oleObj>
              </mc:Choice>
              <mc:Fallback>
                <p:oleObj name="Equation" r:id="rId3" imgW="2971800" imgH="406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648200"/>
                        <a:ext cx="4649788" cy="639763"/>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2"/>
          <p:cNvSpPr>
            <a:spLocks noGrp="1" noChangeArrowheads="1"/>
          </p:cNvSpPr>
          <p:nvPr>
            <p:ph type="title"/>
          </p:nvPr>
        </p:nvSpPr>
        <p:spPr>
          <a:xfrm>
            <a:off x="457200" y="228600"/>
            <a:ext cx="7543800" cy="762000"/>
          </a:xfrm>
          <a:solidFill>
            <a:schemeClr val="tx2">
              <a:lumMod val="20000"/>
              <a:lumOff val="80000"/>
            </a:schemeClr>
          </a:solidFill>
        </p:spPr>
        <p:txBody>
          <a:bodyPr/>
          <a:lstStyle/>
          <a:p>
            <a:pPr marL="742950" indent="-742950" algn="ctr"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chế đơn biên</a:t>
            </a:r>
            <a:endParaRPr lang="en-US" sz="4000" b="0" smtClean="0">
              <a:latin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892A683E-A191-4AAF-BE61-F6C4B8770391}" type="datetime1">
              <a:rPr lang="en-US">
                <a:latin typeface="Arial" pitchFamily="34" charset="0"/>
              </a:rPr>
              <a:pPr/>
              <a:t>23/12/2019</a:t>
            </a:fld>
            <a:endParaRPr lang="en-US" altLang="en-US">
              <a:latin typeface="Arial" pitchFamily="34" charset="0"/>
            </a:endParaRPr>
          </a:p>
        </p:txBody>
      </p:sp>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35DE5B17-46D2-46DF-BFE2-D9130CBFA0FA}" type="slidenum">
              <a:rPr lang="en-US" altLang="en-US" sz="1000"/>
              <a:pPr/>
              <a:t>24</a:t>
            </a:fld>
            <a:endParaRPr lang="en-US" altLang="en-US" sz="1000"/>
          </a:p>
        </p:txBody>
      </p:sp>
      <p:sp>
        <p:nvSpPr>
          <p:cNvPr id="32772" name="Rectangle 2"/>
          <p:cNvSpPr>
            <a:spLocks noGrp="1" noChangeArrowheads="1"/>
          </p:cNvSpPr>
          <p:nvPr>
            <p:ph type="title"/>
          </p:nvPr>
        </p:nvSpPr>
        <p:spPr>
          <a:xfrm>
            <a:off x="152400" y="609600"/>
            <a:ext cx="8458200" cy="609600"/>
          </a:xfrm>
          <a:solidFill>
            <a:schemeClr val="tx2">
              <a:lumMod val="20000"/>
              <a:lumOff val="80000"/>
            </a:schemeClr>
          </a:solidFill>
        </p:spPr>
        <p:txBody>
          <a:bodyPr/>
          <a:lstStyle/>
          <a:p>
            <a:pPr marL="742950" indent="-742950" algn="ctr" eaLnBrk="1" hangingPunct="1"/>
            <a:r>
              <a:rPr lang="sv-SE" altLang="ja-JP" sz="4000" smtClean="0">
                <a:latin typeface="Constantia" pitchFamily="18" charset="0"/>
                <a:ea typeface="ＭＳ Ｐゴシック" pitchFamily="34" charset="-128"/>
              </a:rPr>
              <a:t>C</a:t>
            </a:r>
            <a:r>
              <a:rPr lang="sv-SE" altLang="ja-JP" sz="4000" b="0" smtClean="0">
                <a:latin typeface="Constantia" pitchFamily="18" charset="0"/>
                <a:ea typeface="ＭＳ Ｐゴシック" pitchFamily="34" charset="-128"/>
              </a:rPr>
              <a:t>ác ph</a:t>
            </a:r>
            <a:r>
              <a:rPr lang="vi-VN" altLang="ja-JP" sz="4000" b="0" smtClean="0">
                <a:latin typeface="Times New Roman" pitchFamily="18" charset="0"/>
                <a:ea typeface="ＭＳ Ｐゴシック" pitchFamily="34" charset="-128"/>
              </a:rPr>
              <a:t>ươ</a:t>
            </a:r>
            <a:r>
              <a:rPr lang="sv-SE" altLang="ja-JP" sz="4000" b="0" smtClean="0">
                <a:latin typeface="Constantia" pitchFamily="18" charset="0"/>
                <a:ea typeface="ＭＳ Ｐゴシック" pitchFamily="34" charset="-128"/>
              </a:rPr>
              <a:t>ng pháp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iều chế </a:t>
            </a:r>
            <a:r>
              <a:rPr lang="vi-VN" altLang="ja-JP" sz="4000" b="0" smtClean="0">
                <a:latin typeface="Times New Roman" pitchFamily="18" charset="0"/>
                <a:ea typeface="ＭＳ Ｐゴシック" pitchFamily="34" charset="-128"/>
              </a:rPr>
              <a:t>đơ</a:t>
            </a:r>
            <a:r>
              <a:rPr lang="sv-SE" altLang="ja-JP" sz="4000" b="0" smtClean="0">
                <a:latin typeface="Constantia" pitchFamily="18" charset="0"/>
                <a:ea typeface="ＭＳ Ｐゴシック" pitchFamily="34" charset="-128"/>
              </a:rPr>
              <a:t>n biên</a:t>
            </a:r>
            <a:endParaRPr lang="en-US" sz="4000" smtClean="0">
              <a:latin typeface="Constantia" pitchFamily="18" charset="0"/>
            </a:endParaRPr>
          </a:p>
        </p:txBody>
      </p:sp>
      <p:sp>
        <p:nvSpPr>
          <p:cNvPr id="2" name="Rectangle 3"/>
          <p:cNvSpPr>
            <a:spLocks noGrp="1" noChangeArrowheads="1"/>
          </p:cNvSpPr>
          <p:nvPr>
            <p:ph type="body" idx="1"/>
          </p:nvPr>
        </p:nvSpPr>
        <p:spPr/>
        <p:txBody>
          <a:bodyPr/>
          <a:lstStyle/>
          <a:p>
            <a:pPr marL="571500" indent="-571500" eaLnBrk="1" hangingPunct="1">
              <a:buFont typeface="Wingdings" pitchFamily="2" charset="2"/>
              <a:buChar char="Ø"/>
            </a:pPr>
            <a:r>
              <a:rPr lang="sv-SE" altLang="ja-JP" smtClean="0">
                <a:latin typeface="Constantia" pitchFamily="18" charset="0"/>
                <a:ea typeface="ＭＳ Ｐゴシック" pitchFamily="34" charset="-128"/>
              </a:rPr>
              <a:t>Ph</a:t>
            </a:r>
            <a:r>
              <a:rPr lang="vi-VN" altLang="ja-JP" smtClean="0">
                <a:latin typeface="Times New Roman" pitchFamily="18" charset="0"/>
                <a:ea typeface="ＭＳ Ｐゴシック" pitchFamily="34" charset="-128"/>
              </a:rPr>
              <a:t>ươ</a:t>
            </a:r>
            <a:r>
              <a:rPr lang="sv-SE" altLang="ja-JP" smtClean="0">
                <a:latin typeface="Constantia" pitchFamily="18" charset="0"/>
                <a:ea typeface="ＭＳ Ｐゴシック" pitchFamily="34" charset="-128"/>
              </a:rPr>
              <a:t>ng pháp lọc</a:t>
            </a:r>
          </a:p>
          <a:p>
            <a:pPr marL="571500" indent="-571500" eaLnBrk="1" hangingPunct="1">
              <a:buFont typeface="Wingdings" pitchFamily="2" charset="2"/>
              <a:buChar char="Ø"/>
            </a:pPr>
            <a:r>
              <a:rPr lang="sv-SE" altLang="ja-JP" smtClean="0">
                <a:latin typeface="Constantia" pitchFamily="18" charset="0"/>
                <a:ea typeface="ＭＳ Ｐゴシック" pitchFamily="34" charset="-128"/>
              </a:rPr>
              <a:t>Ph</a:t>
            </a:r>
            <a:r>
              <a:rPr lang="vi-VN" altLang="ja-JP" smtClean="0">
                <a:latin typeface="Times New Roman" pitchFamily="18" charset="0"/>
                <a:ea typeface="ＭＳ Ｐゴシック" pitchFamily="34" charset="-128"/>
              </a:rPr>
              <a:t>ươ</a:t>
            </a:r>
            <a:r>
              <a:rPr lang="sv-SE" altLang="ja-JP" smtClean="0">
                <a:latin typeface="Constantia" pitchFamily="18" charset="0"/>
                <a:ea typeface="ＭＳ Ｐゴシック" pitchFamily="34" charset="-128"/>
              </a:rPr>
              <a:t>ng pháp quay pha</a:t>
            </a:r>
          </a:p>
          <a:p>
            <a:pPr marL="571500" indent="-571500" eaLnBrk="1" hangingPunct="1">
              <a:buFont typeface="Wingdings" pitchFamily="2" charset="2"/>
              <a:buChar char="Ø"/>
            </a:pPr>
            <a:r>
              <a:rPr lang="sv-SE" altLang="ja-JP" smtClean="0">
                <a:latin typeface="Constantia" pitchFamily="18" charset="0"/>
                <a:ea typeface="ＭＳ Ｐゴシック" pitchFamily="34" charset="-128"/>
              </a:rPr>
              <a:t>Ph</a:t>
            </a:r>
            <a:r>
              <a:rPr lang="vi-VN" altLang="ja-JP" smtClean="0">
                <a:latin typeface="Times New Roman" pitchFamily="18" charset="0"/>
                <a:ea typeface="ＭＳ Ｐゴシック" pitchFamily="34" charset="-128"/>
              </a:rPr>
              <a:t>ươ</a:t>
            </a:r>
            <a:r>
              <a:rPr lang="sv-SE" altLang="ja-JP" smtClean="0">
                <a:latin typeface="Constantia" pitchFamily="18" charset="0"/>
                <a:ea typeface="ＭＳ Ｐゴシック" pitchFamily="34" charset="-128"/>
              </a:rPr>
              <a:t>ng pháp lọc và quay pha kết hợp</a:t>
            </a:r>
            <a:endParaRPr lang="en-US" altLang="ja-JP" smtClean="0">
              <a:latin typeface="Constantia" pitchFamily="18" charset="0"/>
              <a:ea typeface="ＭＳ Ｐゴシック" pitchFamily="34" charset="-128"/>
            </a:endParaRPr>
          </a:p>
          <a:p>
            <a:pPr marL="571500" indent="-571500" eaLnBrk="1" hangingPunct="1"/>
            <a:endParaRPr lang="en-US" altLang="en-US" smtClean="0">
              <a:latin typeface="Constantia"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Content Placeholder 2"/>
          <p:cNvSpPr>
            <a:spLocks noGrp="1"/>
          </p:cNvSpPr>
          <p:nvPr>
            <p:ph idx="1"/>
          </p:nvPr>
        </p:nvSpPr>
        <p:spPr/>
        <p:txBody>
          <a:bodyPr/>
          <a:lstStyle/>
          <a:p>
            <a:endParaRPr lang="en-US" altLang="en-US" smtClean="0"/>
          </a:p>
        </p:txBody>
      </p:sp>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C36B5B04-77A3-42A2-8779-A454C4C2B65F}" type="datetime1">
              <a:rPr lang="en-US">
                <a:latin typeface="Arial" pitchFamily="34" charset="0"/>
              </a:rPr>
              <a:pPr/>
              <a:t>23/12/2019</a:t>
            </a:fld>
            <a:endParaRPr lang="en-US" altLang="en-US">
              <a:latin typeface="Arial" pitchFamily="34" charset="0"/>
            </a:endParaRPr>
          </a:p>
        </p:txBody>
      </p:sp>
      <p:sp>
        <p:nvSpPr>
          <p:cNvPr id="3379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649CA6FB-FB7C-4BCF-9CED-4E7166721048}" type="slidenum">
              <a:rPr lang="en-US" altLang="en-US" sz="1000"/>
              <a:pPr/>
              <a:t>25</a:t>
            </a:fld>
            <a:endParaRPr lang="en-US" altLang="en-US" sz="1000"/>
          </a:p>
        </p:txBody>
      </p:sp>
      <p:pic>
        <p:nvPicPr>
          <p:cNvPr id="33796" name="Picture 2" descr="http://4.bp.blogspot.com/_WKZmdAYSDdM/TT_Fsr4jV2I/AAAAAAAAABE/sURM_k8EezA/s1600/SSB%2BTransmitter%2Bgraphi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 y="1676400"/>
            <a:ext cx="9048750"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a:spLocks noGrp="1" noChangeArrowheads="1"/>
          </p:cNvSpPr>
          <p:nvPr>
            <p:ph type="title"/>
          </p:nvPr>
        </p:nvSpPr>
        <p:spPr>
          <a:xfrm>
            <a:off x="152400" y="609600"/>
            <a:ext cx="8077200" cy="609600"/>
          </a:xfrm>
          <a:solidFill>
            <a:schemeClr val="tx2">
              <a:lumMod val="20000"/>
              <a:lumOff val="80000"/>
            </a:schemeClr>
          </a:solidFill>
        </p:spPr>
        <p:txBody>
          <a:bodyPr/>
          <a:lstStyle/>
          <a:p>
            <a:pPr marL="742950" indent="-742950" algn="ctr" eaLnBrk="1" hangingPunct="1"/>
            <a:r>
              <a:rPr lang="sv-SE" altLang="ja-JP" sz="4000" smtClean="0">
                <a:latin typeface="Constantia" pitchFamily="18" charset="0"/>
                <a:ea typeface="ＭＳ Ｐゴシック" pitchFamily="34" charset="-128"/>
              </a:rPr>
              <a:t>C</a:t>
            </a:r>
            <a:r>
              <a:rPr lang="sv-SE" altLang="ja-JP" sz="4000" b="0" smtClean="0">
                <a:latin typeface="Constantia" pitchFamily="18" charset="0"/>
                <a:ea typeface="ＭＳ Ｐゴシック" pitchFamily="34" charset="-128"/>
              </a:rPr>
              <a:t>ác ph</a:t>
            </a:r>
            <a:r>
              <a:rPr lang="vi-VN" altLang="ja-JP" sz="4000" b="0" smtClean="0">
                <a:latin typeface="Times New Roman" pitchFamily="18" charset="0"/>
                <a:ea typeface="ＭＳ Ｐゴシック" pitchFamily="34" charset="-128"/>
              </a:rPr>
              <a:t>ươ</a:t>
            </a:r>
            <a:r>
              <a:rPr lang="sv-SE" altLang="ja-JP" sz="4000" b="0" smtClean="0">
                <a:latin typeface="Constantia" pitchFamily="18" charset="0"/>
                <a:ea typeface="ＭＳ Ｐゴシック" pitchFamily="34" charset="-128"/>
              </a:rPr>
              <a:t>ng pháp </a:t>
            </a:r>
            <a:r>
              <a:rPr lang="vi-VN" altLang="ja-JP" sz="4000" b="0" smtClean="0">
                <a:latin typeface="Times New Roman" pitchFamily="18" charset="0"/>
                <a:ea typeface="ＭＳ Ｐゴシック" pitchFamily="34" charset="-128"/>
              </a:rPr>
              <a:t>đ</a:t>
            </a:r>
            <a:r>
              <a:rPr lang="sv-SE" altLang="ja-JP" sz="4000" b="0" smtClean="0">
                <a:latin typeface="Constantia" pitchFamily="18" charset="0"/>
                <a:ea typeface="ＭＳ Ｐゴシック" pitchFamily="34" charset="-128"/>
              </a:rPr>
              <a:t>iều chế </a:t>
            </a:r>
            <a:r>
              <a:rPr lang="vi-VN" altLang="ja-JP" sz="4000" b="0" smtClean="0">
                <a:latin typeface="Times New Roman" pitchFamily="18" charset="0"/>
                <a:ea typeface="ＭＳ Ｐゴシック" pitchFamily="34" charset="-128"/>
              </a:rPr>
              <a:t>đơ</a:t>
            </a:r>
            <a:r>
              <a:rPr lang="sv-SE" altLang="ja-JP" sz="4000" b="0" smtClean="0">
                <a:latin typeface="Constantia" pitchFamily="18" charset="0"/>
                <a:ea typeface="ＭＳ Ｐゴシック" pitchFamily="34" charset="-128"/>
              </a:rPr>
              <a:t>n biên</a:t>
            </a:r>
            <a:endParaRPr lang="en-US" sz="4000" smtClean="0">
              <a:latin typeface="Constantia"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62611ADE-4A67-492D-9D3E-E8452E62552C}" type="datetime1">
              <a:rPr lang="en-US">
                <a:latin typeface="Arial" pitchFamily="34" charset="0"/>
              </a:rPr>
              <a:pPr/>
              <a:t>23/12/2019</a:t>
            </a:fld>
            <a:endParaRPr lang="en-US" altLang="en-US">
              <a:latin typeface="Arial" pitchFamily="34" charset="0"/>
            </a:endParaRPr>
          </a:p>
        </p:txBody>
      </p:sp>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15E322BB-4C00-4629-9851-5D017E998256}" type="slidenum">
              <a:rPr lang="en-US" altLang="en-US" sz="1000"/>
              <a:pPr/>
              <a:t>26</a:t>
            </a:fld>
            <a:endParaRPr lang="en-US" altLang="en-US" sz="1000"/>
          </a:p>
        </p:txBody>
      </p:sp>
      <p:sp>
        <p:nvSpPr>
          <p:cNvPr id="9221" name="Rectangle 2"/>
          <p:cNvSpPr>
            <a:spLocks noGrp="1" noChangeArrowheads="1"/>
          </p:cNvSpPr>
          <p:nvPr>
            <p:ph type="title"/>
          </p:nvPr>
        </p:nvSpPr>
        <p:spPr>
          <a:xfrm>
            <a:off x="457200" y="122238"/>
            <a:ext cx="7543800" cy="792162"/>
          </a:xfrm>
          <a:solidFill>
            <a:schemeClr val="tx2">
              <a:lumMod val="20000"/>
              <a:lumOff val="80000"/>
            </a:schemeClr>
          </a:solidFill>
        </p:spPr>
        <p:txBody>
          <a:bodyPr/>
          <a:lstStyle/>
          <a:p>
            <a:pPr marL="742950" indent="-742950" algn="ctr" eaLnBrk="1" hangingPunct="1"/>
            <a:r>
              <a:rPr lang="sv-SE" altLang="ja-JP" sz="4000" b="0" smtClean="0">
                <a:latin typeface="Times New Roman" pitchFamily="18" charset="0"/>
                <a:ea typeface="ＭＳ Ｐゴシック" pitchFamily="34" charset="-128"/>
              </a:rPr>
              <a:t>Ph</a:t>
            </a:r>
            <a:r>
              <a:rPr lang="vi-VN" altLang="ja-JP" sz="4000" b="0" smtClean="0">
                <a:latin typeface="Times New Roman" pitchFamily="18" charset="0"/>
                <a:ea typeface="ＭＳ Ｐゴシック" pitchFamily="34" charset="-128"/>
              </a:rPr>
              <a:t>ươ</a:t>
            </a:r>
            <a:r>
              <a:rPr lang="sv-SE" altLang="ja-JP" sz="4000" b="0" smtClean="0">
                <a:latin typeface="Times New Roman" pitchFamily="18" charset="0"/>
                <a:ea typeface="ＭＳ Ｐゴシック" pitchFamily="34" charset="-128"/>
              </a:rPr>
              <a:t>ng pháp lọc</a:t>
            </a:r>
            <a:endParaRPr lang="en-US" sz="4000" b="0" smtClean="0">
              <a:latin typeface="Times New Roman" pitchFamily="18" charset="0"/>
            </a:endParaRPr>
          </a:p>
        </p:txBody>
      </p:sp>
      <p:sp>
        <p:nvSpPr>
          <p:cNvPr id="34820" name="Rectangle 3"/>
          <p:cNvSpPr>
            <a:spLocks noGrp="1" noChangeArrowheads="1"/>
          </p:cNvSpPr>
          <p:nvPr>
            <p:ph type="body" idx="1"/>
          </p:nvPr>
        </p:nvSpPr>
        <p:spPr>
          <a:xfrm>
            <a:off x="304800" y="1143000"/>
            <a:ext cx="8686800" cy="5410200"/>
          </a:xfrm>
        </p:spPr>
        <p:txBody>
          <a:bodyPr/>
          <a:lstStyle/>
          <a:p>
            <a:pPr eaLnBrk="1" hangingPunct="1"/>
            <a:r>
              <a:rPr lang="en-US" altLang="en-US" sz="2400" smtClean="0">
                <a:latin typeface="Constantia" pitchFamily="18" charset="0"/>
                <a:cs typeface="Times New Roman" pitchFamily="18" charset="0"/>
              </a:rPr>
              <a:t>Phổ của tín hiệu điều biên</a:t>
            </a:r>
          </a:p>
          <a:p>
            <a:pPr eaLnBrk="1" hangingPunct="1"/>
            <a:endParaRPr lang="en-US" altLang="en-US" sz="2400" smtClean="0"/>
          </a:p>
          <a:p>
            <a:pPr eaLnBrk="1" hangingPunct="1"/>
            <a:endParaRPr lang="en-US" altLang="en-US" sz="2400" smtClean="0"/>
          </a:p>
          <a:p>
            <a:pPr eaLnBrk="1" hangingPunct="1"/>
            <a:endParaRPr lang="en-US" altLang="en-US" sz="2400" smtClean="0"/>
          </a:p>
          <a:p>
            <a:pPr eaLnBrk="1" hangingPunct="1"/>
            <a:endParaRPr lang="en-AU" altLang="ja-JP" sz="2400" smtClean="0">
              <a:latin typeface=".VnTime" pitchFamily="34" charset="0"/>
              <a:ea typeface="ＭＳ Ｐゴシック" pitchFamily="34" charset="-128"/>
            </a:endParaRPr>
          </a:p>
          <a:p>
            <a:pPr eaLnBrk="1" hangingPunct="1"/>
            <a:r>
              <a:rPr lang="en-AU" altLang="ja-JP" sz="2400" smtClean="0">
                <a:latin typeface=".VnTime" pitchFamily="34" charset="0"/>
                <a:ea typeface="ＭＳ Ｐゴシック" pitchFamily="34" charset="-128"/>
              </a:rPr>
              <a:t> </a:t>
            </a:r>
            <a:r>
              <a:rPr lang="en-AU" altLang="ja-JP" sz="2400" smtClean="0">
                <a:latin typeface="Constantia" pitchFamily="18" charset="0"/>
                <a:ea typeface="ＭＳ Ｐゴシック" pitchFamily="34" charset="-128"/>
              </a:rPr>
              <a:t>Việc tạo bộ lọc như trên rất khó thực hiện do: </a:t>
            </a:r>
            <a:r>
              <a:rPr lang="el-GR" altLang="ja-JP" sz="2400" smtClean="0">
                <a:latin typeface="Times New Roman" pitchFamily="18" charset="0"/>
                <a:ea typeface="ＭＳ Ｐゴシック" pitchFamily="34" charset="-128"/>
                <a:cs typeface="Times New Roman" pitchFamily="18" charset="0"/>
              </a:rPr>
              <a:t>ω</a:t>
            </a:r>
            <a:r>
              <a:rPr lang="en-US" altLang="ja-JP" sz="2400" baseline="-25000" smtClean="0">
                <a:latin typeface="Times New Roman" pitchFamily="18" charset="0"/>
                <a:ea typeface="ＭＳ Ｐゴシック" pitchFamily="34" charset="-128"/>
                <a:cs typeface="Times New Roman" pitchFamily="18" charset="0"/>
              </a:rPr>
              <a:t>t</a:t>
            </a:r>
            <a:r>
              <a:rPr lang="en-US" altLang="ja-JP" sz="2400" smtClean="0">
                <a:latin typeface="Times New Roman" pitchFamily="18" charset="0"/>
                <a:ea typeface="ＭＳ Ｐゴシック" pitchFamily="34" charset="-128"/>
                <a:cs typeface="Times New Roman" pitchFamily="18" charset="0"/>
              </a:rPr>
              <a:t> và (</a:t>
            </a:r>
            <a:r>
              <a:rPr lang="el-GR" altLang="ja-JP" sz="2400" smtClean="0">
                <a:latin typeface="Times New Roman" pitchFamily="18" charset="0"/>
                <a:ea typeface="ＭＳ Ｐゴシック" pitchFamily="34" charset="-128"/>
                <a:cs typeface="Times New Roman" pitchFamily="18" charset="0"/>
              </a:rPr>
              <a:t>ω</a:t>
            </a:r>
            <a:r>
              <a:rPr lang="en-US" altLang="ja-JP" sz="2400" baseline="-25000" smtClean="0">
                <a:latin typeface="Times New Roman" pitchFamily="18" charset="0"/>
                <a:ea typeface="ＭＳ Ｐゴシック" pitchFamily="34" charset="-128"/>
                <a:cs typeface="Times New Roman" pitchFamily="18" charset="0"/>
              </a:rPr>
              <a:t>t</a:t>
            </a:r>
            <a:r>
              <a:rPr lang="en-US" altLang="ja-JP" sz="2400" smtClean="0">
                <a:latin typeface="Times New Roman" pitchFamily="18" charset="0"/>
                <a:ea typeface="ＭＳ Ｐゴシック" pitchFamily="34" charset="-128"/>
                <a:cs typeface="Times New Roman" pitchFamily="18" charset="0"/>
              </a:rPr>
              <a:t> +</a:t>
            </a:r>
            <a:r>
              <a:rPr lang="el-GR" altLang="ja-JP" sz="2400" smtClean="0">
                <a:latin typeface="Times New Roman" pitchFamily="18" charset="0"/>
                <a:ea typeface="ＭＳ Ｐゴシック" pitchFamily="34" charset="-128"/>
                <a:cs typeface="Times New Roman" pitchFamily="18" charset="0"/>
              </a:rPr>
              <a:t> ω</a:t>
            </a:r>
            <a:r>
              <a:rPr lang="en-US" altLang="ja-JP" sz="2400" baseline="-25000" smtClean="0">
                <a:latin typeface="Times New Roman" pitchFamily="18" charset="0"/>
                <a:ea typeface="ＭＳ Ｐゴシック" pitchFamily="34" charset="-128"/>
                <a:cs typeface="Times New Roman" pitchFamily="18" charset="0"/>
              </a:rPr>
              <a:t>s</a:t>
            </a:r>
            <a:r>
              <a:rPr lang="en-US" altLang="ja-JP" sz="2400" smtClean="0">
                <a:latin typeface="Times New Roman" pitchFamily="18" charset="0"/>
                <a:ea typeface="ＭＳ Ｐゴシック" pitchFamily="34" charset="-128"/>
                <a:cs typeface="Times New Roman" pitchFamily="18" charset="0"/>
              </a:rPr>
              <a:t>) rất lớn→ dải thông rất rộng</a:t>
            </a:r>
          </a:p>
          <a:p>
            <a:pPr eaLnBrk="1" hangingPunct="1"/>
            <a:r>
              <a:rPr lang="en-US" altLang="ja-JP" sz="2400" smtClean="0">
                <a:latin typeface="Times New Roman" pitchFamily="18" charset="0"/>
                <a:ea typeface="ＭＳ Ｐゴシック" pitchFamily="34" charset="-128"/>
                <a:cs typeface="Times New Roman" pitchFamily="18" charset="0"/>
              </a:rPr>
              <a:t> </a:t>
            </a:r>
            <a:r>
              <a:rPr lang="en-US" altLang="ja-JP" sz="2400" smtClean="0">
                <a:latin typeface="Constantia" pitchFamily="18" charset="0"/>
                <a:ea typeface="ＭＳ Ｐゴシック" pitchFamily="34" charset="-128"/>
                <a:cs typeface="Times New Roman" pitchFamily="18" charset="0"/>
              </a:rPr>
              <a:t>Khắc phục bằng cách dùng điều biên cân bằng hoặc điều biên vòng. Khi đó không có thành phần tải tin</a:t>
            </a:r>
            <a:r>
              <a:rPr lang="en-US" altLang="ja-JP" sz="2400" smtClean="0">
                <a:latin typeface="Times New Roman" pitchFamily="18" charset="0"/>
                <a:ea typeface="ＭＳ Ｐゴシック" pitchFamily="34" charset="-128"/>
                <a:cs typeface="Times New Roman" pitchFamily="18" charset="0"/>
              </a:rPr>
              <a:t>→việc lọc dễ dàng hơn, tuy nhiên cũng không thể loại bỏ được biên tần dưới (</a:t>
            </a:r>
            <a:r>
              <a:rPr lang="el-GR" altLang="ja-JP" sz="2400" smtClean="0">
                <a:latin typeface="Times New Roman" pitchFamily="18" charset="0"/>
                <a:ea typeface="ＭＳ Ｐゴシック" pitchFamily="34" charset="-128"/>
                <a:cs typeface="Times New Roman" pitchFamily="18" charset="0"/>
              </a:rPr>
              <a:t>ω</a:t>
            </a:r>
            <a:r>
              <a:rPr lang="en-US" altLang="ja-JP" sz="2400" baseline="-25000" smtClean="0">
                <a:latin typeface="Times New Roman" pitchFamily="18" charset="0"/>
                <a:ea typeface="ＭＳ Ｐゴシック" pitchFamily="34" charset="-128"/>
                <a:cs typeface="Times New Roman" pitchFamily="18" charset="0"/>
              </a:rPr>
              <a:t>t</a:t>
            </a:r>
            <a:r>
              <a:rPr lang="en-US" altLang="ja-JP" sz="2400" smtClean="0">
                <a:latin typeface="Times New Roman" pitchFamily="18" charset="0"/>
                <a:ea typeface="ＭＳ Ｐゴシック" pitchFamily="34" charset="-128"/>
                <a:cs typeface="Times New Roman" pitchFamily="18" charset="0"/>
              </a:rPr>
              <a:t> - </a:t>
            </a:r>
            <a:r>
              <a:rPr lang="el-GR" altLang="ja-JP" sz="2400" smtClean="0">
                <a:latin typeface="Times New Roman" pitchFamily="18" charset="0"/>
                <a:ea typeface="ＭＳ Ｐゴシック" pitchFamily="34" charset="-128"/>
                <a:cs typeface="Times New Roman" pitchFamily="18" charset="0"/>
              </a:rPr>
              <a:t>ω</a:t>
            </a:r>
            <a:r>
              <a:rPr lang="en-US" altLang="ja-JP" sz="2400" baseline="-25000" smtClean="0">
                <a:latin typeface="Times New Roman" pitchFamily="18" charset="0"/>
                <a:ea typeface="ＭＳ Ｐゴシック" pitchFamily="34" charset="-128"/>
                <a:cs typeface="Times New Roman" pitchFamily="18" charset="0"/>
              </a:rPr>
              <a:t>s</a:t>
            </a:r>
            <a:r>
              <a:rPr lang="en-US" altLang="ja-JP" sz="2400" smtClean="0">
                <a:latin typeface="Times New Roman" pitchFamily="18" charset="0"/>
                <a:ea typeface="ＭＳ Ｐゴシック" pitchFamily="34" charset="-128"/>
                <a:cs typeface="Times New Roman" pitchFamily="18" charset="0"/>
              </a:rPr>
              <a:t>) → khắc phục dùng điều biên vòng cân bằng 2 lần.</a:t>
            </a:r>
            <a:r>
              <a:rPr lang="en-US" altLang="ja-JP" sz="2400" smtClean="0">
                <a:latin typeface=".VnTime" pitchFamily="34" charset="0"/>
                <a:ea typeface="ＭＳ Ｐゴシック" pitchFamily="34" charset="-128"/>
              </a:rPr>
              <a:t> </a:t>
            </a:r>
            <a:endParaRPr lang="en-US" altLang="en-US" sz="2400" smtClean="0">
              <a:latin typeface=".VnTime" pitchFamily="34" charset="0"/>
            </a:endParaRPr>
          </a:p>
        </p:txBody>
      </p:sp>
      <p:sp>
        <p:nvSpPr>
          <p:cNvPr id="34821"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34822" name="Object 4"/>
          <p:cNvGraphicFramePr>
            <a:graphicFrameLocks noChangeAspect="1"/>
          </p:cNvGraphicFramePr>
          <p:nvPr/>
        </p:nvGraphicFramePr>
        <p:xfrm>
          <a:off x="1447800" y="1447800"/>
          <a:ext cx="5867400" cy="1838325"/>
        </p:xfrm>
        <a:graphic>
          <a:graphicData uri="http://schemas.openxmlformats.org/presentationml/2006/ole">
            <mc:AlternateContent xmlns:mc="http://schemas.openxmlformats.org/markup-compatibility/2006">
              <mc:Choice xmlns:v="urn:schemas-microsoft-com:vml" Requires="v">
                <p:oleObj spid="_x0000_s34846" name="Visio" r:id="rId3" imgW="7188200" imgH="2260600" progId="Visio.Drawing.11">
                  <p:embed/>
                </p:oleObj>
              </mc:Choice>
              <mc:Fallback>
                <p:oleObj name="Visio" r:id="rId3" imgW="7188200" imgH="22606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447800"/>
                        <a:ext cx="5867400"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2D76ED42-F639-43ED-98AB-88655884BC64}" type="datetime1">
              <a:rPr lang="en-US">
                <a:latin typeface="Arial" pitchFamily="34" charset="0"/>
              </a:rPr>
              <a:pPr/>
              <a:t>23/12/2019</a:t>
            </a:fld>
            <a:endParaRPr lang="en-US" altLang="en-US">
              <a:latin typeface="Arial" pitchFamily="34" charset="0"/>
            </a:endParaRPr>
          </a:p>
        </p:txBody>
      </p:sp>
      <p:sp>
        <p:nvSpPr>
          <p:cNvPr id="358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2650BDC4-E59B-445F-B43F-1CE92D3DF507}" type="slidenum">
              <a:rPr lang="en-US" altLang="en-US" sz="1000"/>
              <a:pPr/>
              <a:t>27</a:t>
            </a:fld>
            <a:endParaRPr lang="en-US" altLang="en-US" sz="1000"/>
          </a:p>
        </p:txBody>
      </p:sp>
      <p:sp>
        <p:nvSpPr>
          <p:cNvPr id="10245" name="Rectangle 2"/>
          <p:cNvSpPr>
            <a:spLocks noGrp="1" noChangeArrowheads="1"/>
          </p:cNvSpPr>
          <p:nvPr>
            <p:ph type="title"/>
          </p:nvPr>
        </p:nvSpPr>
        <p:spPr>
          <a:xfrm>
            <a:off x="457200" y="122238"/>
            <a:ext cx="7543800" cy="792162"/>
          </a:xfrm>
          <a:solidFill>
            <a:schemeClr val="tx2">
              <a:lumMod val="20000"/>
              <a:lumOff val="80000"/>
            </a:schemeClr>
          </a:solidFill>
        </p:spPr>
        <p:txBody>
          <a:bodyPr/>
          <a:lstStyle/>
          <a:p>
            <a:pPr algn="ctr" eaLnBrk="1" hangingPunct="1"/>
            <a:r>
              <a:rPr lang="sv-SE" altLang="ja-JP" b="0" smtClean="0">
                <a:latin typeface="Times New Roman" pitchFamily="18" charset="0"/>
                <a:ea typeface="ＭＳ Ｐゴシック" pitchFamily="34" charset="-128"/>
              </a:rPr>
              <a:t>Ph</a:t>
            </a:r>
            <a:r>
              <a:rPr lang="vi-VN" altLang="ja-JP" b="0" smtClean="0">
                <a:latin typeface="Times New Roman" pitchFamily="18" charset="0"/>
                <a:ea typeface="ＭＳ Ｐゴシック" pitchFamily="34" charset="-128"/>
              </a:rPr>
              <a:t>ươ</a:t>
            </a:r>
            <a:r>
              <a:rPr lang="sv-SE" altLang="ja-JP" b="0" smtClean="0">
                <a:latin typeface="Times New Roman" pitchFamily="18" charset="0"/>
                <a:ea typeface="ＭＳ Ｐゴシック" pitchFamily="34" charset="-128"/>
              </a:rPr>
              <a:t>ng pháp lọc</a:t>
            </a:r>
            <a:endParaRPr lang="en-US" b="0" smtClean="0">
              <a:latin typeface="Times New Roman" pitchFamily="18" charset="0"/>
            </a:endParaRPr>
          </a:p>
        </p:txBody>
      </p:sp>
      <p:sp>
        <p:nvSpPr>
          <p:cNvPr id="35844" name="Rectangle 3"/>
          <p:cNvSpPr>
            <a:spLocks noGrp="1" noChangeArrowheads="1"/>
          </p:cNvSpPr>
          <p:nvPr>
            <p:ph type="body" idx="1"/>
          </p:nvPr>
        </p:nvSpPr>
        <p:spPr>
          <a:xfrm>
            <a:off x="304800" y="990600"/>
            <a:ext cx="8686800" cy="5410200"/>
          </a:xfrm>
        </p:spPr>
        <p:txBody>
          <a:bodyPr/>
          <a:lstStyle/>
          <a:p>
            <a:pPr eaLnBrk="1" hangingPunct="1"/>
            <a:r>
              <a:rPr lang="en-US" altLang="en-US" sz="2100" smtClean="0">
                <a:latin typeface="Constantia" pitchFamily="18" charset="0"/>
              </a:rPr>
              <a:t>S</a:t>
            </a:r>
            <a:r>
              <a:rPr lang="vi-VN" altLang="en-US" sz="2100" smtClean="0">
                <a:latin typeface="Times New Roman" pitchFamily="18" charset="0"/>
              </a:rPr>
              <a:t>ơ</a:t>
            </a:r>
            <a:r>
              <a:rPr lang="en-US" altLang="en-US" sz="2100" smtClean="0">
                <a:latin typeface="Constantia" pitchFamily="18" charset="0"/>
              </a:rPr>
              <a:t> </a:t>
            </a:r>
            <a:r>
              <a:rPr lang="vi-VN" altLang="en-US" sz="2100" smtClean="0">
                <a:latin typeface="Times New Roman" pitchFamily="18" charset="0"/>
              </a:rPr>
              <a:t>đ</a:t>
            </a:r>
            <a:r>
              <a:rPr lang="en-US" altLang="en-US" sz="2100" smtClean="0">
                <a:latin typeface="Constantia" pitchFamily="18" charset="0"/>
              </a:rPr>
              <a:t>ồ khối</a:t>
            </a:r>
          </a:p>
          <a:p>
            <a:pPr eaLnBrk="1" hangingPunct="1"/>
            <a:endParaRPr lang="en-US" altLang="en-US" sz="2100" smtClean="0">
              <a:latin typeface="Constantia" pitchFamily="18" charset="0"/>
            </a:endParaRPr>
          </a:p>
          <a:p>
            <a:pPr eaLnBrk="1" hangingPunct="1"/>
            <a:endParaRPr lang="en-US" altLang="en-US" sz="2100" smtClean="0">
              <a:latin typeface="Constantia" pitchFamily="18" charset="0"/>
            </a:endParaRPr>
          </a:p>
          <a:p>
            <a:pPr eaLnBrk="1" hangingPunct="1"/>
            <a:endParaRPr lang="en-US" altLang="en-US" sz="2100" smtClean="0">
              <a:latin typeface="Constantia" pitchFamily="18" charset="0"/>
            </a:endParaRPr>
          </a:p>
          <a:p>
            <a:pPr eaLnBrk="1" hangingPunct="1"/>
            <a:endParaRPr lang="en-US" altLang="en-US" sz="2100" smtClean="0">
              <a:latin typeface="Constantia" pitchFamily="18" charset="0"/>
            </a:endParaRPr>
          </a:p>
          <a:p>
            <a:pPr eaLnBrk="1" hangingPunct="1"/>
            <a:endParaRPr lang="en-AU" altLang="ja-JP" sz="2100" smtClean="0">
              <a:latin typeface="Constantia" pitchFamily="18" charset="0"/>
              <a:ea typeface="ＭＳ Ｐゴシック" pitchFamily="34" charset="-128"/>
            </a:endParaRPr>
          </a:p>
          <a:p>
            <a:pPr eaLnBrk="1" hangingPunct="1"/>
            <a:endParaRPr lang="en-AU" altLang="ja-JP" sz="2100" smtClean="0">
              <a:latin typeface="Constantia" pitchFamily="18" charset="0"/>
              <a:ea typeface="ＭＳ Ｐゴシック" pitchFamily="34" charset="-128"/>
            </a:endParaRPr>
          </a:p>
          <a:p>
            <a:pPr eaLnBrk="1" hangingPunct="1"/>
            <a:endParaRPr lang="en-AU" altLang="ja-JP" sz="2100" smtClean="0">
              <a:latin typeface="Constantia" pitchFamily="18" charset="0"/>
              <a:ea typeface="ＭＳ Ｐゴシック" pitchFamily="34" charset="-128"/>
            </a:endParaRPr>
          </a:p>
          <a:p>
            <a:pPr eaLnBrk="1" hangingPunct="1"/>
            <a:r>
              <a:rPr lang="en-AU" altLang="ja-JP" sz="2100" smtClean="0">
                <a:latin typeface="Constantia" pitchFamily="18" charset="0"/>
                <a:ea typeface="ＭＳ Ｐゴシック" pitchFamily="34" charset="-128"/>
              </a:rPr>
              <a:t>Điều biên vòng lần 1:Sau bộ lọc lấy biên tần trên </a:t>
            </a:r>
            <a:r>
              <a:rPr lang="en-AU" altLang="ja-JP" sz="2100" smtClean="0">
                <a:latin typeface="Constantia" pitchFamily="18" charset="0"/>
                <a:ea typeface="ＭＳ Ｐゴシック" pitchFamily="34" charset="-128"/>
                <a:sym typeface="Wingdings" pitchFamily="2" charset="2"/>
              </a:rPr>
              <a:t></a:t>
            </a:r>
            <a:r>
              <a:rPr lang="en-AU" altLang="ja-JP" sz="2100" smtClean="0">
                <a:latin typeface="Constantia" pitchFamily="18" charset="0"/>
                <a:ea typeface="ＭＳ Ｐゴシック" pitchFamily="34" charset="-128"/>
              </a:rPr>
              <a:t> </a:t>
            </a:r>
            <a:r>
              <a:rPr lang="vi-VN" altLang="ja-JP" sz="2100" smtClean="0">
                <a:latin typeface="Times New Roman" pitchFamily="18" charset="0"/>
                <a:ea typeface="ＭＳ Ｐゴシック" pitchFamily="34" charset="-128"/>
              </a:rPr>
              <a:t>đư</a:t>
            </a:r>
            <a:r>
              <a:rPr lang="en-AU" altLang="ja-JP" sz="2100" smtClean="0">
                <a:latin typeface="Constantia" pitchFamily="18" charset="0"/>
                <a:ea typeface="ＭＳ Ｐゴシック" pitchFamily="34" charset="-128"/>
              </a:rPr>
              <a:t>ợc biên tần (f</a:t>
            </a:r>
            <a:r>
              <a:rPr lang="en-AU" altLang="ja-JP" sz="2100" baseline="-25000" smtClean="0">
                <a:latin typeface="Constantia" pitchFamily="18" charset="0"/>
                <a:ea typeface="ＭＳ Ｐゴシック" pitchFamily="34" charset="-128"/>
              </a:rPr>
              <a:t>t1</a:t>
            </a:r>
            <a:r>
              <a:rPr lang="en-AU" altLang="ja-JP" sz="2100" smtClean="0">
                <a:latin typeface="Constantia" pitchFamily="18" charset="0"/>
                <a:ea typeface="ＭＳ Ｐゴシック" pitchFamily="34" charset="-128"/>
              </a:rPr>
              <a:t>+ f</a:t>
            </a:r>
            <a:r>
              <a:rPr lang="en-AU" altLang="ja-JP" sz="2100" baseline="-25000" smtClean="0">
                <a:latin typeface="Constantia" pitchFamily="18" charset="0"/>
                <a:ea typeface="ＭＳ Ｐゴシック" pitchFamily="34" charset="-128"/>
              </a:rPr>
              <a:t>S</a:t>
            </a:r>
            <a:r>
              <a:rPr lang="en-AU" altLang="ja-JP" sz="2100" smtClean="0">
                <a:latin typeface="Constantia" pitchFamily="18" charset="0"/>
                <a:ea typeface="ＭＳ Ｐゴシック" pitchFamily="34" charset="-128"/>
              </a:rPr>
              <a:t>)</a:t>
            </a:r>
          </a:p>
          <a:p>
            <a:pPr eaLnBrk="1" hangingPunct="1"/>
            <a:r>
              <a:rPr lang="en-AU" altLang="ja-JP" sz="2100" smtClean="0">
                <a:latin typeface="Constantia" pitchFamily="18" charset="0"/>
                <a:ea typeface="ＭＳ Ｐゴシック" pitchFamily="34" charset="-128"/>
              </a:rPr>
              <a:t>Điều biên vòng lần 2: Sau khi lọc lấy biên tần trên </a:t>
            </a:r>
            <a:r>
              <a:rPr lang="en-AU" altLang="ja-JP" sz="2100" smtClean="0">
                <a:latin typeface="Constantia" pitchFamily="18" charset="0"/>
                <a:ea typeface="ＭＳ Ｐゴシック" pitchFamily="34" charset="-128"/>
                <a:sym typeface="Wingdings" pitchFamily="2" charset="2"/>
              </a:rPr>
              <a:t></a:t>
            </a:r>
            <a:r>
              <a:rPr lang="en-AU" altLang="ja-JP" sz="2100" smtClean="0">
                <a:latin typeface="Constantia" pitchFamily="18" charset="0"/>
                <a:ea typeface="ＭＳ Ｐゴシック" pitchFamily="34" charset="-128"/>
              </a:rPr>
              <a:t> </a:t>
            </a:r>
            <a:r>
              <a:rPr lang="vi-VN" altLang="ja-JP" sz="2100" smtClean="0">
                <a:latin typeface="Times New Roman" pitchFamily="18" charset="0"/>
                <a:ea typeface="ＭＳ Ｐゴシック" pitchFamily="34" charset="-128"/>
              </a:rPr>
              <a:t>đư</a:t>
            </a:r>
            <a:r>
              <a:rPr lang="en-AU" altLang="ja-JP" sz="2100" smtClean="0">
                <a:latin typeface="Constantia" pitchFamily="18" charset="0"/>
                <a:ea typeface="ＭＳ Ｐゴシック" pitchFamily="34" charset="-128"/>
              </a:rPr>
              <a:t>ợc biên tần : (f</a:t>
            </a:r>
            <a:r>
              <a:rPr lang="en-AU" altLang="ja-JP" sz="2100" baseline="-25000" smtClean="0">
                <a:latin typeface="Constantia" pitchFamily="18" charset="0"/>
                <a:ea typeface="ＭＳ Ｐゴシック" pitchFamily="34" charset="-128"/>
              </a:rPr>
              <a:t>t1</a:t>
            </a:r>
            <a:r>
              <a:rPr lang="en-AU" altLang="ja-JP" sz="2100" smtClean="0">
                <a:latin typeface="Constantia" pitchFamily="18" charset="0"/>
                <a:ea typeface="ＭＳ Ｐゴシック" pitchFamily="34" charset="-128"/>
              </a:rPr>
              <a:t>+f</a:t>
            </a:r>
            <a:r>
              <a:rPr lang="en-AU" altLang="ja-JP" sz="2100" baseline="-25000" smtClean="0">
                <a:latin typeface="Constantia" pitchFamily="18" charset="0"/>
                <a:ea typeface="ＭＳ Ｐゴシック" pitchFamily="34" charset="-128"/>
              </a:rPr>
              <a:t>t2</a:t>
            </a:r>
            <a:r>
              <a:rPr lang="en-AU" altLang="ja-JP" sz="2100" smtClean="0">
                <a:latin typeface="Constantia" pitchFamily="18" charset="0"/>
                <a:ea typeface="ＭＳ Ｐゴシック" pitchFamily="34" charset="-128"/>
              </a:rPr>
              <a:t>+ f</a:t>
            </a:r>
            <a:r>
              <a:rPr lang="en-AU" altLang="ja-JP" sz="2100" baseline="-25000" smtClean="0">
                <a:latin typeface="Constantia" pitchFamily="18" charset="0"/>
                <a:ea typeface="ＭＳ Ｐゴシック" pitchFamily="34" charset="-128"/>
              </a:rPr>
              <a:t>S</a:t>
            </a:r>
            <a:r>
              <a:rPr lang="en-AU" altLang="ja-JP" sz="2100" smtClean="0">
                <a:latin typeface="Constantia" pitchFamily="18" charset="0"/>
                <a:ea typeface="ＭＳ Ｐゴシック" pitchFamily="34" charset="-128"/>
              </a:rPr>
              <a:t>) = f</a:t>
            </a:r>
            <a:r>
              <a:rPr lang="en-AU" altLang="ja-JP" sz="2100" baseline="-25000" smtClean="0">
                <a:latin typeface="Constantia" pitchFamily="18" charset="0"/>
                <a:ea typeface="ＭＳ Ｐゴシック" pitchFamily="34" charset="-128"/>
              </a:rPr>
              <a:t>t</a:t>
            </a:r>
            <a:r>
              <a:rPr lang="en-AU" altLang="ja-JP" sz="2100" smtClean="0">
                <a:latin typeface="Constantia" pitchFamily="18" charset="0"/>
                <a:ea typeface="ＭＳ Ｐゴシック" pitchFamily="34" charset="-128"/>
              </a:rPr>
              <a:t> + f</a:t>
            </a:r>
            <a:r>
              <a:rPr lang="en-AU" altLang="ja-JP" sz="2100" baseline="-25000" smtClean="0">
                <a:latin typeface="Constantia" pitchFamily="18" charset="0"/>
                <a:ea typeface="ＭＳ Ｐゴシック" pitchFamily="34" charset="-128"/>
              </a:rPr>
              <a:t>S</a:t>
            </a:r>
          </a:p>
          <a:p>
            <a:pPr eaLnBrk="1" hangingPunct="1"/>
            <a:r>
              <a:rPr lang="en-AU" altLang="ja-JP" sz="2100" smtClean="0">
                <a:latin typeface="Constantia" pitchFamily="18" charset="0"/>
                <a:ea typeface="ＭＳ Ｐゴシック" pitchFamily="34" charset="-128"/>
              </a:rPr>
              <a:t>Tần số tải tin của tín hiệu </a:t>
            </a:r>
            <a:r>
              <a:rPr lang="vi-VN" altLang="ja-JP" sz="2100" smtClean="0">
                <a:latin typeface="Times New Roman" pitchFamily="18" charset="0"/>
                <a:ea typeface="ＭＳ Ｐゴシック" pitchFamily="34" charset="-128"/>
              </a:rPr>
              <a:t>đ</a:t>
            </a:r>
            <a:r>
              <a:rPr lang="en-AU" altLang="ja-JP" sz="2100" smtClean="0">
                <a:latin typeface="Constantia" pitchFamily="18" charset="0"/>
                <a:ea typeface="ＭＳ Ｐゴシック" pitchFamily="34" charset="-128"/>
              </a:rPr>
              <a:t>iều chế </a:t>
            </a:r>
            <a:r>
              <a:rPr lang="vi-VN" altLang="ja-JP" sz="2100" smtClean="0">
                <a:latin typeface="Times New Roman" pitchFamily="18" charset="0"/>
                <a:ea typeface="ＭＳ Ｐゴシック" pitchFamily="34" charset="-128"/>
              </a:rPr>
              <a:t>đơ</a:t>
            </a:r>
            <a:r>
              <a:rPr lang="en-AU" altLang="ja-JP" sz="2100" smtClean="0">
                <a:latin typeface="Constantia" pitchFamily="18" charset="0"/>
                <a:ea typeface="ＭＳ Ｐゴシック" pitchFamily="34" charset="-128"/>
              </a:rPr>
              <a:t>n biên sẽ bằng tổng tần số tải tin 1 và tần số tải tin 2.</a:t>
            </a:r>
            <a:endParaRPr lang="en-US" altLang="en-US" sz="2100" smtClean="0">
              <a:latin typeface="Constantia" pitchFamily="18" charset="0"/>
            </a:endParaRPr>
          </a:p>
        </p:txBody>
      </p:sp>
      <p:sp>
        <p:nvSpPr>
          <p:cNvPr id="35845"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35846" name="Object 4"/>
          <p:cNvGraphicFramePr>
            <a:graphicFrameLocks noChangeAspect="1"/>
          </p:cNvGraphicFramePr>
          <p:nvPr/>
        </p:nvGraphicFramePr>
        <p:xfrm>
          <a:off x="1295400" y="1371600"/>
          <a:ext cx="6781800" cy="2667000"/>
        </p:xfrm>
        <a:graphic>
          <a:graphicData uri="http://schemas.openxmlformats.org/presentationml/2006/ole">
            <mc:AlternateContent xmlns:mc="http://schemas.openxmlformats.org/markup-compatibility/2006">
              <mc:Choice xmlns:v="urn:schemas-microsoft-com:vml" Requires="v">
                <p:oleObj spid="_x0000_s35871" name="Visio" r:id="rId3" imgW="7429500" imgH="2971800" progId="Visio.Drawing.11">
                  <p:embed/>
                </p:oleObj>
              </mc:Choice>
              <mc:Fallback>
                <p:oleObj name="Visio" r:id="rId3" imgW="7429500" imgH="29718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371600"/>
                        <a:ext cx="67818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7"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409DECEE-6700-4307-A46C-FB19E0596580}" type="datetime1">
              <a:rPr lang="en-US">
                <a:latin typeface="Arial" pitchFamily="34" charset="0"/>
              </a:rPr>
              <a:pPr/>
              <a:t>23/12/2019</a:t>
            </a:fld>
            <a:endParaRPr lang="en-US" altLang="en-US">
              <a:latin typeface="Arial" pitchFamily="34" charset="0"/>
            </a:endParaRPr>
          </a:p>
        </p:txBody>
      </p:sp>
      <p:sp>
        <p:nvSpPr>
          <p:cNvPr id="368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AAAEC286-27B2-4E08-9814-B1A432B21C1E}" type="slidenum">
              <a:rPr lang="en-US" altLang="en-US" sz="1000"/>
              <a:pPr/>
              <a:t>28</a:t>
            </a:fld>
            <a:endParaRPr lang="en-US" altLang="en-US" sz="1000"/>
          </a:p>
        </p:txBody>
      </p:sp>
      <p:sp>
        <p:nvSpPr>
          <p:cNvPr id="11269" name="Rectangle 2"/>
          <p:cNvSpPr>
            <a:spLocks noGrp="1" noChangeArrowheads="1"/>
          </p:cNvSpPr>
          <p:nvPr>
            <p:ph type="title"/>
          </p:nvPr>
        </p:nvSpPr>
        <p:spPr>
          <a:xfrm>
            <a:off x="457200" y="228600"/>
            <a:ext cx="7543800" cy="685800"/>
          </a:xfrm>
          <a:solidFill>
            <a:schemeClr val="tx2">
              <a:lumMod val="20000"/>
              <a:lumOff val="80000"/>
            </a:schemeClr>
          </a:solidFill>
        </p:spPr>
        <p:txBody>
          <a:bodyPr/>
          <a:lstStyle/>
          <a:p>
            <a:pPr algn="ctr" eaLnBrk="1" hangingPunct="1"/>
            <a:r>
              <a:rPr lang="sv-SE" altLang="ja-JP" sz="4000" b="0" smtClean="0">
                <a:latin typeface="Times New Roman" pitchFamily="18" charset="0"/>
                <a:ea typeface="ＭＳ Ｐゴシック" pitchFamily="34" charset="-128"/>
              </a:rPr>
              <a:t>Ph</a:t>
            </a:r>
            <a:r>
              <a:rPr lang="vi-VN" altLang="ja-JP" sz="4000" b="0" smtClean="0">
                <a:latin typeface="Times New Roman" pitchFamily="18" charset="0"/>
                <a:ea typeface="ＭＳ Ｐゴシック" pitchFamily="34" charset="-128"/>
              </a:rPr>
              <a:t>ươ</a:t>
            </a:r>
            <a:r>
              <a:rPr lang="sv-SE" altLang="ja-JP" sz="4000" b="0" smtClean="0">
                <a:latin typeface="Times New Roman" pitchFamily="18" charset="0"/>
                <a:ea typeface="ＭＳ Ｐゴシック" pitchFamily="34" charset="-128"/>
              </a:rPr>
              <a:t>ng pháp lọc</a:t>
            </a:r>
            <a:endParaRPr lang="en-US" sz="4000" b="0" smtClean="0">
              <a:latin typeface="Times New Roman" pitchFamily="18" charset="0"/>
            </a:endParaRPr>
          </a:p>
        </p:txBody>
      </p:sp>
      <p:sp>
        <p:nvSpPr>
          <p:cNvPr id="36868" name="Rectangle 3"/>
          <p:cNvSpPr>
            <a:spLocks noGrp="1" noChangeArrowheads="1"/>
          </p:cNvSpPr>
          <p:nvPr>
            <p:ph type="body" idx="1"/>
          </p:nvPr>
        </p:nvSpPr>
        <p:spPr>
          <a:xfrm>
            <a:off x="381000" y="1066800"/>
            <a:ext cx="7543800" cy="4411663"/>
          </a:xfrm>
        </p:spPr>
        <p:txBody>
          <a:bodyPr/>
          <a:lstStyle/>
          <a:p>
            <a:pPr eaLnBrk="1" hangingPunct="1"/>
            <a:r>
              <a:rPr lang="en-AU" altLang="ja-JP" sz="2400" smtClean="0">
                <a:latin typeface="Times New Roman" pitchFamily="18" charset="0"/>
                <a:ea typeface="ＭＳ Ｐゴシック" pitchFamily="34" charset="-128"/>
              </a:rPr>
              <a:t>Phổ tín hiệu tại các </a:t>
            </a:r>
            <a:r>
              <a:rPr lang="vi-VN" altLang="ja-JP" sz="2400" smtClean="0">
                <a:latin typeface="Times New Roman" pitchFamily="18" charset="0"/>
                <a:ea typeface="ＭＳ Ｐゴシック" pitchFamily="34" charset="-128"/>
              </a:rPr>
              <a:t>đ</a:t>
            </a:r>
            <a:r>
              <a:rPr lang="en-AU" altLang="ja-JP" sz="2400" smtClean="0">
                <a:latin typeface="Times New Roman" pitchFamily="18" charset="0"/>
                <a:ea typeface="ＭＳ Ｐゴシック" pitchFamily="34" charset="-128"/>
              </a:rPr>
              <a:t>iểm a, b, c, d trên s</a:t>
            </a:r>
            <a:r>
              <a:rPr lang="vi-VN" altLang="ja-JP" sz="2400" smtClean="0">
                <a:latin typeface="Times New Roman" pitchFamily="18" charset="0"/>
                <a:ea typeface="ＭＳ Ｐゴシック" pitchFamily="34" charset="-128"/>
              </a:rPr>
              <a:t>ơ</a:t>
            </a:r>
            <a:r>
              <a:rPr lang="en-AU" altLang="ja-JP" sz="2400" smtClean="0">
                <a:latin typeface="Times New Roman" pitchFamily="18" charset="0"/>
                <a:ea typeface="ＭＳ Ｐゴシック" pitchFamily="34" charset="-128"/>
              </a:rPr>
              <a:t> </a:t>
            </a:r>
            <a:r>
              <a:rPr lang="vi-VN" altLang="ja-JP" sz="2400" smtClean="0">
                <a:latin typeface="Times New Roman" pitchFamily="18" charset="0"/>
                <a:ea typeface="ＭＳ Ｐゴシック" pitchFamily="34" charset="-128"/>
              </a:rPr>
              <a:t>đ</a:t>
            </a:r>
            <a:r>
              <a:rPr lang="en-AU" altLang="ja-JP" sz="2400" smtClean="0">
                <a:latin typeface="Times New Roman" pitchFamily="18" charset="0"/>
                <a:ea typeface="ＭＳ Ｐゴシック" pitchFamily="34" charset="-128"/>
              </a:rPr>
              <a:t>ồ bộ </a:t>
            </a:r>
            <a:r>
              <a:rPr lang="vi-VN" altLang="ja-JP" sz="2400" smtClean="0">
                <a:latin typeface="Times New Roman" pitchFamily="18" charset="0"/>
                <a:ea typeface="ＭＳ Ｐゴシック" pitchFamily="34" charset="-128"/>
              </a:rPr>
              <a:t>đ</a:t>
            </a:r>
            <a:r>
              <a:rPr lang="en-AU" altLang="ja-JP" sz="2400" smtClean="0">
                <a:latin typeface="Times New Roman" pitchFamily="18" charset="0"/>
                <a:ea typeface="ＭＳ Ｐゴシック" pitchFamily="34" charset="-128"/>
              </a:rPr>
              <a:t>iều chế </a:t>
            </a:r>
            <a:r>
              <a:rPr lang="vi-VN" altLang="ja-JP" sz="2400" smtClean="0">
                <a:latin typeface="Times New Roman" pitchFamily="18" charset="0"/>
                <a:ea typeface="ＭＳ Ｐゴシック" pitchFamily="34" charset="-128"/>
              </a:rPr>
              <a:t>đơ</a:t>
            </a:r>
            <a:r>
              <a:rPr lang="en-AU" altLang="ja-JP" sz="2400" smtClean="0">
                <a:latin typeface="Times New Roman" pitchFamily="18" charset="0"/>
                <a:ea typeface="ＭＳ Ｐゴシック" pitchFamily="34" charset="-128"/>
              </a:rPr>
              <a:t>n biên dùng </a:t>
            </a:r>
            <a:r>
              <a:rPr lang="vi-VN" altLang="ja-JP" sz="2400" smtClean="0">
                <a:latin typeface="Times New Roman" pitchFamily="18" charset="0"/>
                <a:ea typeface="ＭＳ Ｐゴシック" pitchFamily="34" charset="-128"/>
              </a:rPr>
              <a:t>đ</a:t>
            </a:r>
            <a:r>
              <a:rPr lang="en-AU" altLang="ja-JP" sz="2400" smtClean="0">
                <a:latin typeface="Times New Roman" pitchFamily="18" charset="0"/>
                <a:ea typeface="ＭＳ Ｐゴシック" pitchFamily="34" charset="-128"/>
              </a:rPr>
              <a:t>iều biên vòng cân bằng 2 lần:</a:t>
            </a:r>
            <a:endParaRPr lang="en-US" altLang="en-US" sz="2400" smtClean="0">
              <a:latin typeface="Times New Roman" pitchFamily="18" charset="0"/>
            </a:endParaRPr>
          </a:p>
        </p:txBody>
      </p:sp>
      <p:sp>
        <p:nvSpPr>
          <p:cNvPr id="36869" name="Rectangle 5"/>
          <p:cNvSpPr>
            <a:spLocks noChangeArrowheads="1"/>
          </p:cNvSpPr>
          <p:nvPr/>
        </p:nvSpPr>
        <p:spPr bwMode="auto">
          <a:xfrm>
            <a:off x="0" y="1066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36870" name="Object 4"/>
          <p:cNvGraphicFramePr>
            <a:graphicFrameLocks noChangeAspect="1"/>
          </p:cNvGraphicFramePr>
          <p:nvPr/>
        </p:nvGraphicFramePr>
        <p:xfrm>
          <a:off x="1219200" y="1819275"/>
          <a:ext cx="6248400" cy="5038725"/>
        </p:xfrm>
        <a:graphic>
          <a:graphicData uri="http://schemas.openxmlformats.org/presentationml/2006/ole">
            <mc:AlternateContent xmlns:mc="http://schemas.openxmlformats.org/markup-compatibility/2006">
              <mc:Choice xmlns:v="urn:schemas-microsoft-com:vml" Requires="v">
                <p:oleObj spid="_x0000_s36894" name="Visio" r:id="rId3" imgW="8978900" imgH="7239000" progId="Visio.Drawing.11">
                  <p:embed/>
                </p:oleObj>
              </mc:Choice>
              <mc:Fallback>
                <p:oleObj name="Visio" r:id="rId3" imgW="8978900" imgH="72390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819275"/>
                        <a:ext cx="62484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58B1E950-A816-4831-B29A-1117335FC6B8}" type="datetime1">
              <a:rPr lang="en-US">
                <a:latin typeface="Arial" pitchFamily="34" charset="0"/>
              </a:rPr>
              <a:pPr/>
              <a:t>23/12/2019</a:t>
            </a:fld>
            <a:endParaRPr lang="en-US" altLang="en-US">
              <a:latin typeface="Arial" pitchFamily="34" charset="0"/>
            </a:endParaRPr>
          </a:p>
        </p:txBody>
      </p:sp>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7D14A40C-0772-4899-A136-8F4F9CEA2EB3}" type="slidenum">
              <a:rPr lang="en-US" altLang="en-US" sz="1000"/>
              <a:pPr/>
              <a:t>29</a:t>
            </a:fld>
            <a:endParaRPr lang="en-US" altLang="en-US" sz="1000"/>
          </a:p>
        </p:txBody>
      </p:sp>
      <p:sp>
        <p:nvSpPr>
          <p:cNvPr id="33796" name="Rectangle 2"/>
          <p:cNvSpPr>
            <a:spLocks noGrp="1" noChangeArrowheads="1"/>
          </p:cNvSpPr>
          <p:nvPr>
            <p:ph type="title"/>
          </p:nvPr>
        </p:nvSpPr>
        <p:spPr>
          <a:xfrm>
            <a:off x="457200" y="609600"/>
            <a:ext cx="7543800" cy="655638"/>
          </a:xfrm>
          <a:solidFill>
            <a:schemeClr val="tx2">
              <a:lumMod val="20000"/>
              <a:lumOff val="80000"/>
            </a:schemeClr>
          </a:solidFill>
        </p:spPr>
        <p:txBody>
          <a:bodyPr/>
          <a:lstStyle/>
          <a:p>
            <a:pPr algn="ctr" eaLnBrk="1" hangingPunct="1"/>
            <a:r>
              <a:rPr lang="sv-SE" altLang="ja-JP" sz="4000" b="0" smtClean="0">
                <a:latin typeface="Times New Roman" pitchFamily="18" charset="0"/>
                <a:ea typeface="ＭＳ Ｐゴシック" pitchFamily="34" charset="-128"/>
              </a:rPr>
              <a:t>Ph</a:t>
            </a:r>
            <a:r>
              <a:rPr lang="vi-VN" altLang="ja-JP" sz="4000" b="0" smtClean="0">
                <a:latin typeface="Times New Roman" pitchFamily="18" charset="0"/>
                <a:ea typeface="ＭＳ Ｐゴシック" pitchFamily="34" charset="-128"/>
              </a:rPr>
              <a:t>ươ</a:t>
            </a:r>
            <a:r>
              <a:rPr lang="sv-SE" altLang="ja-JP" sz="4000" b="0" smtClean="0">
                <a:latin typeface="Times New Roman" pitchFamily="18" charset="0"/>
                <a:ea typeface="ＭＳ Ｐゴシック" pitchFamily="34" charset="-128"/>
              </a:rPr>
              <a:t>ng pháp lọc</a:t>
            </a:r>
            <a:endParaRPr lang="en-US" sz="4000" b="0" smtClean="0">
              <a:latin typeface="Times New Roman" pitchFamily="18" charset="0"/>
            </a:endParaRPr>
          </a:p>
        </p:txBody>
      </p:sp>
      <p:sp>
        <p:nvSpPr>
          <p:cNvPr id="37892" name="Rectangle 3"/>
          <p:cNvSpPr>
            <a:spLocks noGrp="1" noChangeArrowheads="1"/>
          </p:cNvSpPr>
          <p:nvPr>
            <p:ph type="body" idx="1"/>
          </p:nvPr>
        </p:nvSpPr>
        <p:spPr/>
        <p:txBody>
          <a:bodyPr/>
          <a:lstStyle/>
          <a:p>
            <a:pPr eaLnBrk="1" hangingPunct="1"/>
            <a:r>
              <a:rPr lang="en-AU" altLang="ja-JP" smtClean="0">
                <a:latin typeface="Constantia" pitchFamily="18" charset="0"/>
                <a:ea typeface="ＭＳ Ｐゴシック" pitchFamily="34" charset="-128"/>
              </a:rPr>
              <a:t>Nhận xét:</a:t>
            </a:r>
          </a:p>
          <a:p>
            <a:pPr lvl="1" eaLnBrk="1" hangingPunct="1"/>
            <a:r>
              <a:rPr lang="en-AU" altLang="ja-JP" smtClean="0">
                <a:latin typeface="Constantia" pitchFamily="18" charset="0"/>
                <a:ea typeface="ＭＳ Ｐゴシック" pitchFamily="34" charset="-128"/>
              </a:rPr>
              <a:t> Do f</a:t>
            </a:r>
            <a:r>
              <a:rPr lang="en-AU" altLang="ja-JP" baseline="-25000" smtClean="0">
                <a:latin typeface="Constantia" pitchFamily="18" charset="0"/>
                <a:ea typeface="ＭＳ Ｐゴシック" pitchFamily="34" charset="-128"/>
              </a:rPr>
              <a:t>t1</a:t>
            </a:r>
            <a:r>
              <a:rPr lang="en-AU" altLang="ja-JP" smtClean="0">
                <a:latin typeface="Constantia" pitchFamily="18" charset="0"/>
                <a:ea typeface="ＭＳ Ｐゴシック" pitchFamily="34" charset="-128"/>
              </a:rPr>
              <a:t> nhỏ </a:t>
            </a:r>
            <a:r>
              <a:rPr lang="en-AU" altLang="ja-JP" smtClean="0">
                <a:latin typeface="Constantia" pitchFamily="18" charset="0"/>
                <a:ea typeface="ＭＳ Ｐゴシック" pitchFamily="34" charset="-128"/>
                <a:sym typeface="Wingdings" pitchFamily="2" charset="2"/>
              </a:rPr>
              <a:t></a:t>
            </a:r>
            <a:r>
              <a:rPr lang="en-AU" altLang="ja-JP" smtClean="0">
                <a:latin typeface="Constantia" pitchFamily="18" charset="0"/>
                <a:ea typeface="ＭＳ Ｐゴシック" pitchFamily="34" charset="-128"/>
              </a:rPr>
              <a:t> (f</a:t>
            </a:r>
            <a:r>
              <a:rPr lang="en-AU" altLang="ja-JP" baseline="-25000" smtClean="0">
                <a:latin typeface="Constantia" pitchFamily="18" charset="0"/>
                <a:ea typeface="ＭＳ Ｐゴシック" pitchFamily="34" charset="-128"/>
              </a:rPr>
              <a:t>t1</a:t>
            </a:r>
            <a:r>
              <a:rPr lang="en-AU" altLang="ja-JP" smtClean="0">
                <a:latin typeface="Constantia" pitchFamily="18" charset="0"/>
                <a:ea typeface="ＭＳ Ｐゴシック" pitchFamily="34" charset="-128"/>
              </a:rPr>
              <a:t>+ f</a:t>
            </a:r>
            <a:r>
              <a:rPr lang="en-AU" altLang="ja-JP" baseline="-25000" smtClean="0">
                <a:latin typeface="Constantia" pitchFamily="18" charset="0"/>
                <a:ea typeface="ＭＳ Ｐゴシック" pitchFamily="34" charset="-128"/>
              </a:rPr>
              <a:t>S</a:t>
            </a:r>
            <a:r>
              <a:rPr lang="en-AU" altLang="ja-JP" smtClean="0">
                <a:latin typeface="Constantia" pitchFamily="18" charset="0"/>
                <a:ea typeface="ＭＳ Ｐゴシック" pitchFamily="34" charset="-128"/>
              </a:rPr>
              <a:t>) cũng nhỏ </a:t>
            </a:r>
            <a:r>
              <a:rPr lang="en-AU" altLang="ja-JP" smtClean="0">
                <a:latin typeface="Constantia" pitchFamily="18" charset="0"/>
                <a:ea typeface="ＭＳ Ｐゴシック" pitchFamily="34" charset="-128"/>
                <a:sym typeface="Wingdings" pitchFamily="2" charset="2"/>
              </a:rPr>
              <a:t></a:t>
            </a:r>
            <a:r>
              <a:rPr lang="en-AU" altLang="ja-JP" smtClean="0">
                <a:latin typeface="Constantia" pitchFamily="18" charset="0"/>
                <a:ea typeface="ＭＳ Ｐゴシック" pitchFamily="34" charset="-128"/>
              </a:rPr>
              <a:t> dải thông của bộ lọc 1 sẽ nhỏ </a:t>
            </a:r>
            <a:r>
              <a:rPr lang="en-AU" altLang="ja-JP" smtClean="0">
                <a:latin typeface="Constantia" pitchFamily="18" charset="0"/>
                <a:ea typeface="ＭＳ Ｐゴシック" pitchFamily="34" charset="-128"/>
                <a:sym typeface="Wingdings" pitchFamily="2" charset="2"/>
              </a:rPr>
              <a:t></a:t>
            </a:r>
            <a:r>
              <a:rPr lang="en-AU" altLang="ja-JP" smtClean="0">
                <a:latin typeface="Constantia" pitchFamily="18" charset="0"/>
                <a:ea typeface="ＭＳ Ｐゴシック" pitchFamily="34" charset="-128"/>
              </a:rPr>
              <a:t> có thể loại </a:t>
            </a:r>
            <a:r>
              <a:rPr lang="vi-VN" altLang="ja-JP" smtClean="0">
                <a:latin typeface="Times New Roman" pitchFamily="18" charset="0"/>
                <a:ea typeface="ＭＳ Ｐゴシック" pitchFamily="34" charset="-128"/>
              </a:rPr>
              <a:t>đư</a:t>
            </a:r>
            <a:r>
              <a:rPr lang="en-AU" altLang="ja-JP" smtClean="0">
                <a:latin typeface="Constantia" pitchFamily="18" charset="0"/>
                <a:ea typeface="ＭＳ Ｐゴシック" pitchFamily="34" charset="-128"/>
              </a:rPr>
              <a:t>ợc biên tần d</a:t>
            </a:r>
            <a:r>
              <a:rPr lang="vi-VN" altLang="ja-JP" smtClean="0">
                <a:latin typeface="Times New Roman" pitchFamily="18" charset="0"/>
                <a:ea typeface="ＭＳ Ｐゴシック" pitchFamily="34" charset="-128"/>
              </a:rPr>
              <a:t>ư</a:t>
            </a:r>
            <a:r>
              <a:rPr lang="en-AU" altLang="ja-JP" smtClean="0">
                <a:latin typeface="Constantia" pitchFamily="18" charset="0"/>
                <a:ea typeface="ＭＳ Ｐゴシック" pitchFamily="34" charset="-128"/>
              </a:rPr>
              <a:t>ới (f</a:t>
            </a:r>
            <a:r>
              <a:rPr lang="en-AU" altLang="ja-JP" baseline="-25000" smtClean="0">
                <a:latin typeface="Constantia" pitchFamily="18" charset="0"/>
                <a:ea typeface="ＭＳ Ｐゴシック" pitchFamily="34" charset="-128"/>
              </a:rPr>
              <a:t>o</a:t>
            </a:r>
            <a:r>
              <a:rPr lang="en-AU" altLang="ja-JP" smtClean="0">
                <a:latin typeface="Constantia" pitchFamily="18" charset="0"/>
                <a:ea typeface="ＭＳ Ｐゴシック" pitchFamily="34" charset="-128"/>
              </a:rPr>
              <a:t> càng lớn thì dải thông của bộ lọc càng lớn)</a:t>
            </a:r>
          </a:p>
          <a:p>
            <a:pPr lvl="1" eaLnBrk="1" hangingPunct="1"/>
            <a:r>
              <a:rPr lang="en-AU" altLang="ja-JP" smtClean="0">
                <a:latin typeface="Constantia" pitchFamily="18" charset="0"/>
                <a:ea typeface="ＭＳ Ｐゴシック" pitchFamily="34" charset="-128"/>
              </a:rPr>
              <a:t> Khi </a:t>
            </a:r>
            <a:r>
              <a:rPr lang="vi-VN" altLang="ja-JP" smtClean="0">
                <a:latin typeface="Times New Roman" pitchFamily="18" charset="0"/>
                <a:ea typeface="ＭＳ Ｐゴシック" pitchFamily="34" charset="-128"/>
              </a:rPr>
              <a:t>đ</a:t>
            </a:r>
            <a:r>
              <a:rPr lang="en-AU" altLang="ja-JP" smtClean="0">
                <a:latin typeface="Constantia" pitchFamily="18" charset="0"/>
                <a:ea typeface="ＭＳ Ｐゴシック" pitchFamily="34" charset="-128"/>
              </a:rPr>
              <a:t>iều biên vòng lần 2 </a:t>
            </a:r>
            <a:r>
              <a:rPr lang="en-AU" altLang="ja-JP" smtClean="0">
                <a:latin typeface="Constantia" pitchFamily="18" charset="0"/>
                <a:ea typeface="ＭＳ Ｐゴシック" pitchFamily="34" charset="-128"/>
                <a:sym typeface="Wingdings" pitchFamily="2" charset="2"/>
              </a:rPr>
              <a:t></a:t>
            </a:r>
            <a:r>
              <a:rPr lang="en-AU" altLang="ja-JP" smtClean="0">
                <a:latin typeface="Constantia" pitchFamily="18" charset="0"/>
                <a:ea typeface="ＭＳ Ｐゴシック" pitchFamily="34" charset="-128"/>
              </a:rPr>
              <a:t> biên tần d</a:t>
            </a:r>
            <a:r>
              <a:rPr lang="vi-VN" altLang="ja-JP" smtClean="0">
                <a:latin typeface="Times New Roman" pitchFamily="18" charset="0"/>
                <a:ea typeface="ＭＳ Ｐゴシック" pitchFamily="34" charset="-128"/>
              </a:rPr>
              <a:t>ư</a:t>
            </a:r>
            <a:r>
              <a:rPr lang="en-AU" altLang="ja-JP" smtClean="0">
                <a:latin typeface="Constantia" pitchFamily="18" charset="0"/>
                <a:ea typeface="ＭＳ Ｐゴシック" pitchFamily="34" charset="-128"/>
              </a:rPr>
              <a:t>ới cách biên tần trên rất xa = 2(f</a:t>
            </a:r>
            <a:r>
              <a:rPr lang="en-AU" altLang="ja-JP" baseline="-25000" smtClean="0">
                <a:latin typeface="Constantia" pitchFamily="18" charset="0"/>
                <a:ea typeface="ＭＳ Ｐゴシック" pitchFamily="34" charset="-128"/>
              </a:rPr>
              <a:t>t1</a:t>
            </a:r>
            <a:r>
              <a:rPr lang="en-AU" altLang="ja-JP" smtClean="0">
                <a:latin typeface="Constantia" pitchFamily="18" charset="0"/>
                <a:ea typeface="ＭＳ Ｐゴシック" pitchFamily="34" charset="-128"/>
              </a:rPr>
              <a:t>+ f</a:t>
            </a:r>
            <a:r>
              <a:rPr lang="en-AU" altLang="ja-JP" baseline="-25000" smtClean="0">
                <a:latin typeface="Constantia" pitchFamily="18" charset="0"/>
                <a:ea typeface="ＭＳ Ｐゴシック" pitchFamily="34" charset="-128"/>
              </a:rPr>
              <a:t>S</a:t>
            </a:r>
            <a:r>
              <a:rPr lang="en-AU" altLang="ja-JP" smtClean="0">
                <a:latin typeface="Constantia" pitchFamily="18" charset="0"/>
                <a:ea typeface="ＭＳ Ｐゴシック" pitchFamily="34" charset="-128"/>
              </a:rPr>
              <a:t>) </a:t>
            </a:r>
            <a:r>
              <a:rPr lang="en-AU" altLang="ja-JP" smtClean="0">
                <a:latin typeface="Constantia" pitchFamily="18" charset="0"/>
                <a:ea typeface="ＭＳ Ｐゴシック" pitchFamily="34" charset="-128"/>
                <a:sym typeface="Wingdings" pitchFamily="2" charset="2"/>
              </a:rPr>
              <a:t></a:t>
            </a:r>
            <a:r>
              <a:rPr lang="en-AU" altLang="ja-JP" smtClean="0">
                <a:latin typeface="Constantia" pitchFamily="18" charset="0"/>
                <a:ea typeface="ＭＳ Ｐゴシック" pitchFamily="34" charset="-128"/>
              </a:rPr>
              <a:t> bộ lọc 2 dễ dàng tách </a:t>
            </a:r>
            <a:r>
              <a:rPr lang="vi-VN" altLang="ja-JP" smtClean="0">
                <a:latin typeface="Times New Roman" pitchFamily="18" charset="0"/>
                <a:ea typeface="ＭＳ Ｐゴシック" pitchFamily="34" charset="-128"/>
              </a:rPr>
              <a:t>đư</a:t>
            </a:r>
            <a:r>
              <a:rPr lang="en-AU" altLang="ja-JP" smtClean="0">
                <a:latin typeface="Constantia" pitchFamily="18" charset="0"/>
                <a:ea typeface="ＭＳ Ｐゴシック" pitchFamily="34" charset="-128"/>
              </a:rPr>
              <a:t>ợc biên tần d</a:t>
            </a:r>
            <a:r>
              <a:rPr lang="vi-VN" altLang="ja-JP" smtClean="0">
                <a:latin typeface="Times New Roman" pitchFamily="18" charset="0"/>
                <a:ea typeface="ＭＳ Ｐゴシック" pitchFamily="34" charset="-128"/>
              </a:rPr>
              <a:t>ư</a:t>
            </a:r>
            <a:r>
              <a:rPr lang="en-AU" altLang="ja-JP" smtClean="0">
                <a:latin typeface="Constantia" pitchFamily="18" charset="0"/>
                <a:ea typeface="ＭＳ Ｐゴシック" pitchFamily="34" charset="-128"/>
              </a:rPr>
              <a:t>ới.</a:t>
            </a:r>
            <a:endParaRPr lang="en-US" altLang="en-US" smtClean="0">
              <a:latin typeface="Constantia"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2FF7B297-367D-4A86-B880-5562E76B2261}" type="datetime1">
              <a:rPr lang="en-US">
                <a:latin typeface="Arial" pitchFamily="34" charset="0"/>
              </a:rPr>
              <a:pPr/>
              <a:t>23/12/2019</a:t>
            </a:fld>
            <a:endParaRPr lang="en-US" altLang="en-US">
              <a:latin typeface="Arial" pitchFamily="34" charset="0"/>
            </a:endParaRPr>
          </a:p>
        </p:txBody>
      </p:sp>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11F3AB25-278E-4D77-8B56-2D4B36280336}" type="slidenum">
              <a:rPr lang="en-US" altLang="en-US" sz="1000"/>
              <a:pPr/>
              <a:t>30</a:t>
            </a:fld>
            <a:endParaRPr lang="en-US" altLang="en-US" sz="1000"/>
          </a:p>
        </p:txBody>
      </p:sp>
      <p:sp>
        <p:nvSpPr>
          <p:cNvPr id="12293" name="Rectangle 2"/>
          <p:cNvSpPr>
            <a:spLocks noGrp="1" noChangeArrowheads="1"/>
          </p:cNvSpPr>
          <p:nvPr>
            <p:ph type="title"/>
          </p:nvPr>
        </p:nvSpPr>
        <p:spPr>
          <a:xfrm>
            <a:off x="457200" y="457200"/>
            <a:ext cx="7543800" cy="685800"/>
          </a:xfrm>
          <a:solidFill>
            <a:schemeClr val="tx2">
              <a:lumMod val="20000"/>
              <a:lumOff val="80000"/>
            </a:schemeClr>
          </a:solidFill>
        </p:spPr>
        <p:txBody>
          <a:bodyPr/>
          <a:lstStyle/>
          <a:p>
            <a:pPr marL="742950" indent="-742950" algn="ctr" eaLnBrk="1" hangingPunct="1"/>
            <a:r>
              <a:rPr lang="sv-SE" altLang="ja-JP" b="0" smtClean="0">
                <a:latin typeface="Times New Roman" pitchFamily="18" charset="0"/>
                <a:ea typeface="ＭＳ Ｐゴシック" pitchFamily="34" charset="-128"/>
              </a:rPr>
              <a:t>Ph</a:t>
            </a:r>
            <a:r>
              <a:rPr lang="vi-VN" altLang="ja-JP" b="0" smtClean="0">
                <a:latin typeface="Times New Roman" pitchFamily="18" charset="0"/>
                <a:ea typeface="ＭＳ Ｐゴシック" pitchFamily="34" charset="-128"/>
              </a:rPr>
              <a:t>ươ</a:t>
            </a:r>
            <a:r>
              <a:rPr lang="sv-SE" altLang="ja-JP" b="0" smtClean="0">
                <a:latin typeface="Times New Roman" pitchFamily="18" charset="0"/>
                <a:ea typeface="ＭＳ Ｐゴシック" pitchFamily="34" charset="-128"/>
              </a:rPr>
              <a:t>ng pháp quay pha</a:t>
            </a:r>
            <a:endParaRPr lang="en-US" b="0" smtClean="0">
              <a:latin typeface="Times New Roman" pitchFamily="18" charset="0"/>
            </a:endParaRPr>
          </a:p>
        </p:txBody>
      </p:sp>
      <p:sp>
        <p:nvSpPr>
          <p:cNvPr id="38916" name="Rectangle 3"/>
          <p:cNvSpPr>
            <a:spLocks noGrp="1" noChangeArrowheads="1"/>
          </p:cNvSpPr>
          <p:nvPr>
            <p:ph type="body" idx="1"/>
          </p:nvPr>
        </p:nvSpPr>
        <p:spPr>
          <a:xfrm>
            <a:off x="457200" y="1447800"/>
            <a:ext cx="8229600" cy="5029200"/>
          </a:xfrm>
        </p:spPr>
        <p:txBody>
          <a:bodyPr/>
          <a:lstStyle/>
          <a:p>
            <a:pPr eaLnBrk="1" hangingPunct="1">
              <a:lnSpc>
                <a:spcPct val="90000"/>
              </a:lnSpc>
            </a:pPr>
            <a:r>
              <a:rPr lang="sv-SE" altLang="ja-JP" smtClean="0">
                <a:latin typeface="Times New Roman" pitchFamily="18" charset="0"/>
                <a:ea typeface="ＭＳ Ｐゴシック" pitchFamily="34" charset="-128"/>
              </a:rPr>
              <a:t>S</a:t>
            </a:r>
            <a:r>
              <a:rPr lang="vi-VN" altLang="ja-JP" smtClean="0">
                <a:latin typeface="Times New Roman" pitchFamily="18" charset="0"/>
                <a:ea typeface="ＭＳ Ｐゴシック" pitchFamily="34" charset="-128"/>
              </a:rPr>
              <a:t>ơ</a:t>
            </a:r>
            <a:r>
              <a:rPr lang="sv-SE" altLang="ja-JP" smtClean="0">
                <a:latin typeface="Times New Roman" pitchFamily="18" charset="0"/>
                <a:ea typeface="ＭＳ Ｐゴシック" pitchFamily="34" charset="-128"/>
              </a:rPr>
              <a:t>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ồ khối ph</a:t>
            </a:r>
            <a:r>
              <a:rPr lang="vi-VN" altLang="ja-JP" smtClean="0">
                <a:latin typeface="Times New Roman" pitchFamily="18" charset="0"/>
                <a:ea typeface="ＭＳ Ｐゴシック" pitchFamily="34" charset="-128"/>
              </a:rPr>
              <a:t>ươ</a:t>
            </a:r>
            <a:r>
              <a:rPr lang="sv-SE" altLang="ja-JP" smtClean="0">
                <a:latin typeface="Times New Roman" pitchFamily="18" charset="0"/>
                <a:ea typeface="ＭＳ Ｐゴシック" pitchFamily="34" charset="-128"/>
              </a:rPr>
              <a:t>ng pháp quay pha</a:t>
            </a:r>
            <a:r>
              <a:rPr lang="en-US" altLang="ja-JP" smtClean="0">
                <a:latin typeface="Times New Roman" pitchFamily="18" charset="0"/>
                <a:ea typeface="ＭＳ Ｐゴシック" pitchFamily="34" charset="-128"/>
              </a:rPr>
              <a:t> </a:t>
            </a:r>
          </a:p>
          <a:p>
            <a:pPr eaLnBrk="1" hangingPunct="1">
              <a:lnSpc>
                <a:spcPct val="90000"/>
              </a:lnSpc>
            </a:pPr>
            <a:endParaRPr lang="en-US" altLang="ja-JP" smtClean="0">
              <a:latin typeface="Times New Roman" pitchFamily="18" charset="0"/>
              <a:ea typeface="ＭＳ Ｐゴシック" pitchFamily="34" charset="-128"/>
            </a:endParaRPr>
          </a:p>
          <a:p>
            <a:pPr eaLnBrk="1" hangingPunct="1">
              <a:lnSpc>
                <a:spcPct val="90000"/>
              </a:lnSpc>
            </a:pPr>
            <a:endParaRPr lang="en-US" altLang="ja-JP" smtClean="0">
              <a:latin typeface="Times New Roman" pitchFamily="18" charset="0"/>
              <a:ea typeface="ＭＳ Ｐゴシック" pitchFamily="34" charset="-128"/>
            </a:endParaRPr>
          </a:p>
          <a:p>
            <a:pPr eaLnBrk="1" hangingPunct="1">
              <a:lnSpc>
                <a:spcPct val="90000"/>
              </a:lnSpc>
            </a:pPr>
            <a:endParaRPr lang="en-US" altLang="ja-JP" smtClean="0">
              <a:latin typeface="Times New Roman" pitchFamily="18" charset="0"/>
              <a:ea typeface="ＭＳ Ｐゴシック" pitchFamily="34" charset="-128"/>
            </a:endParaRPr>
          </a:p>
          <a:p>
            <a:pPr eaLnBrk="1" hangingPunct="1">
              <a:lnSpc>
                <a:spcPct val="90000"/>
              </a:lnSpc>
            </a:pPr>
            <a:endParaRPr lang="en-US" altLang="ja-JP" smtClean="0">
              <a:latin typeface="Times New Roman" pitchFamily="18" charset="0"/>
              <a:ea typeface="ＭＳ Ｐゴシック" pitchFamily="34" charset="-128"/>
            </a:endParaRPr>
          </a:p>
          <a:p>
            <a:pPr lvl="1" eaLnBrk="1" hangingPunct="1">
              <a:lnSpc>
                <a:spcPct val="90000"/>
              </a:lnSpc>
            </a:pPr>
            <a:r>
              <a:rPr lang="en-AU" altLang="ja-JP" smtClean="0">
                <a:latin typeface="Times New Roman" pitchFamily="18" charset="0"/>
                <a:ea typeface="ＭＳ Ｐゴシック" pitchFamily="34" charset="-128"/>
              </a:rPr>
              <a:t>Hai tín hiệu U</a:t>
            </a:r>
            <a:r>
              <a:rPr lang="en-AU" altLang="ja-JP" baseline="-25000" smtClean="0">
                <a:latin typeface="Times New Roman" pitchFamily="18" charset="0"/>
                <a:ea typeface="ＭＳ Ｐゴシック" pitchFamily="34" charset="-128"/>
              </a:rPr>
              <a:t>t</a:t>
            </a:r>
            <a:r>
              <a:rPr lang="en-AU" altLang="ja-JP" smtClean="0">
                <a:latin typeface="Times New Roman" pitchFamily="18" charset="0"/>
                <a:ea typeface="ＭＳ Ｐゴシック" pitchFamily="34" charset="-128"/>
              </a:rPr>
              <a:t>, U</a:t>
            </a:r>
            <a:r>
              <a:rPr lang="en-AU" altLang="ja-JP" baseline="-25000" smtClean="0">
                <a:latin typeface="Times New Roman" pitchFamily="18" charset="0"/>
                <a:ea typeface="ＭＳ Ｐゴシック" pitchFamily="34" charset="-128"/>
              </a:rPr>
              <a:t>S </a:t>
            </a:r>
            <a:r>
              <a:rPr lang="vi-VN" altLang="ja-JP" smtClean="0">
                <a:latin typeface="Times New Roman" pitchFamily="18" charset="0"/>
                <a:ea typeface="ＭＳ Ｐゴシック" pitchFamily="34" charset="-128"/>
              </a:rPr>
              <a:t>đư</a:t>
            </a:r>
            <a:r>
              <a:rPr lang="en-AU" altLang="ja-JP" smtClean="0">
                <a:latin typeface="Times New Roman" pitchFamily="18" charset="0"/>
                <a:ea typeface="ＭＳ Ｐゴシック" pitchFamily="34" charset="-128"/>
              </a:rPr>
              <a:t>ợc trực tiếp </a:t>
            </a:r>
            <a:r>
              <a:rPr lang="vi-VN" altLang="ja-JP" smtClean="0">
                <a:latin typeface="Times New Roman" pitchFamily="18" charset="0"/>
                <a:ea typeface="ＭＳ Ｐゴシック" pitchFamily="34" charset="-128"/>
              </a:rPr>
              <a:t>đư</a:t>
            </a:r>
            <a:r>
              <a:rPr lang="en-AU" altLang="ja-JP" smtClean="0">
                <a:latin typeface="Times New Roman" pitchFamily="18" charset="0"/>
                <a:ea typeface="ＭＳ Ｐゴシック" pitchFamily="34" charset="-128"/>
              </a:rPr>
              <a:t>a vào </a:t>
            </a:r>
            <a:r>
              <a:rPr lang="vi-VN" altLang="ja-JP" smtClean="0">
                <a:latin typeface="Times New Roman" pitchFamily="18" charset="0"/>
                <a:ea typeface="ＭＳ Ｐゴシック" pitchFamily="34" charset="-128"/>
              </a:rPr>
              <a:t>đ</a:t>
            </a:r>
            <a:r>
              <a:rPr lang="en-AU" altLang="ja-JP" smtClean="0">
                <a:latin typeface="Times New Roman" pitchFamily="18" charset="0"/>
                <a:ea typeface="ＭＳ Ｐゴシック" pitchFamily="34" charset="-128"/>
              </a:rPr>
              <a:t>iều biên vòng 1</a:t>
            </a:r>
          </a:p>
          <a:p>
            <a:pPr lvl="1" eaLnBrk="1" hangingPunct="1">
              <a:lnSpc>
                <a:spcPct val="90000"/>
              </a:lnSpc>
            </a:pPr>
            <a:r>
              <a:rPr lang="en-AU" altLang="ja-JP" smtClean="0">
                <a:latin typeface="Times New Roman" pitchFamily="18" charset="0"/>
                <a:ea typeface="ＭＳ Ｐゴシック" pitchFamily="34" charset="-128"/>
              </a:rPr>
              <a:t>Hai tín hiệu U</a:t>
            </a:r>
            <a:r>
              <a:rPr lang="en-AU" altLang="ja-JP" baseline="-25000" smtClean="0">
                <a:latin typeface="Times New Roman" pitchFamily="18" charset="0"/>
                <a:ea typeface="ＭＳ Ｐゴシック" pitchFamily="34" charset="-128"/>
              </a:rPr>
              <a:t>t</a:t>
            </a:r>
            <a:r>
              <a:rPr lang="en-AU" altLang="ja-JP" smtClean="0">
                <a:latin typeface="Times New Roman" pitchFamily="18" charset="0"/>
                <a:ea typeface="ＭＳ Ｐゴシック" pitchFamily="34" charset="-128"/>
              </a:rPr>
              <a:t> và U</a:t>
            </a:r>
            <a:r>
              <a:rPr lang="en-AU" altLang="ja-JP" baseline="-25000" smtClean="0">
                <a:latin typeface="Times New Roman" pitchFamily="18" charset="0"/>
                <a:ea typeface="ＭＳ Ｐゴシック" pitchFamily="34" charset="-128"/>
              </a:rPr>
              <a:t>S</a:t>
            </a:r>
            <a:r>
              <a:rPr lang="en-AU" altLang="ja-JP" smtClean="0">
                <a:latin typeface="Times New Roman" pitchFamily="18" charset="0"/>
                <a:ea typeface="ＭＳ Ｐゴシック" pitchFamily="34" charset="-128"/>
              </a:rPr>
              <a:t> </a:t>
            </a:r>
            <a:r>
              <a:rPr lang="vi-VN" altLang="ja-JP" smtClean="0">
                <a:latin typeface="Times New Roman" pitchFamily="18" charset="0"/>
                <a:ea typeface="ＭＳ Ｐゴシック" pitchFamily="34" charset="-128"/>
              </a:rPr>
              <a:t>đư</a:t>
            </a:r>
            <a:r>
              <a:rPr lang="en-AU" altLang="ja-JP" smtClean="0">
                <a:latin typeface="Times New Roman" pitchFamily="18" charset="0"/>
                <a:ea typeface="ＭＳ Ｐゴシック" pitchFamily="34" charset="-128"/>
              </a:rPr>
              <a:t>ợc quay pha rồi </a:t>
            </a:r>
            <a:r>
              <a:rPr lang="vi-VN" altLang="ja-JP" smtClean="0">
                <a:latin typeface="Times New Roman" pitchFamily="18" charset="0"/>
                <a:ea typeface="ＭＳ Ｐゴシック" pitchFamily="34" charset="-128"/>
              </a:rPr>
              <a:t>đư</a:t>
            </a:r>
            <a:r>
              <a:rPr lang="en-AU" altLang="ja-JP" smtClean="0">
                <a:latin typeface="Times New Roman" pitchFamily="18" charset="0"/>
                <a:ea typeface="ＭＳ Ｐゴシック" pitchFamily="34" charset="-128"/>
              </a:rPr>
              <a:t>a vào </a:t>
            </a:r>
            <a:r>
              <a:rPr lang="vi-VN" altLang="ja-JP" smtClean="0">
                <a:latin typeface="Times New Roman" pitchFamily="18" charset="0"/>
                <a:ea typeface="ＭＳ Ｐゴシック" pitchFamily="34" charset="-128"/>
              </a:rPr>
              <a:t>đ</a:t>
            </a:r>
            <a:r>
              <a:rPr lang="en-AU" altLang="ja-JP" smtClean="0">
                <a:latin typeface="Times New Roman" pitchFamily="18" charset="0"/>
                <a:ea typeface="ＭＳ Ｐゴシック" pitchFamily="34" charset="-128"/>
              </a:rPr>
              <a:t>iều biên vòng 2</a:t>
            </a:r>
          </a:p>
          <a:p>
            <a:pPr lvl="1" eaLnBrk="1" hangingPunct="1">
              <a:lnSpc>
                <a:spcPct val="90000"/>
              </a:lnSpc>
            </a:pPr>
            <a:r>
              <a:rPr lang="en-AU" altLang="ja-JP" smtClean="0">
                <a:latin typeface="Times New Roman" pitchFamily="18" charset="0"/>
                <a:ea typeface="ＭＳ Ｐゴシック" pitchFamily="34" charset="-128"/>
              </a:rPr>
              <a:t>Tín hiệu ra của </a:t>
            </a:r>
            <a:r>
              <a:rPr lang="vi-VN" altLang="ja-JP" smtClean="0">
                <a:latin typeface="Times New Roman" pitchFamily="18" charset="0"/>
                <a:ea typeface="ＭＳ Ｐゴシック" pitchFamily="34" charset="-128"/>
              </a:rPr>
              <a:t>đ</a:t>
            </a:r>
            <a:r>
              <a:rPr lang="en-AU" altLang="ja-JP" smtClean="0">
                <a:latin typeface="Times New Roman" pitchFamily="18" charset="0"/>
                <a:ea typeface="ＭＳ Ｐゴシック" pitchFamily="34" charset="-128"/>
              </a:rPr>
              <a:t>iều biên vòng 1 và 2 </a:t>
            </a:r>
            <a:r>
              <a:rPr lang="vi-VN" altLang="ja-JP" smtClean="0">
                <a:latin typeface="Times New Roman" pitchFamily="18" charset="0"/>
                <a:ea typeface="ＭＳ Ｐゴシック" pitchFamily="34" charset="-128"/>
              </a:rPr>
              <a:t>đư</a:t>
            </a:r>
            <a:r>
              <a:rPr lang="en-AU" altLang="ja-JP" smtClean="0">
                <a:latin typeface="Times New Roman" pitchFamily="18" charset="0"/>
                <a:ea typeface="ＭＳ Ｐゴシック" pitchFamily="34" charset="-128"/>
              </a:rPr>
              <a:t>ợc trừ cho nhau </a:t>
            </a:r>
            <a:r>
              <a:rPr lang="en-AU" altLang="ja-JP" smtClean="0">
                <a:latin typeface="Times New Roman" pitchFamily="18" charset="0"/>
                <a:ea typeface="ＭＳ Ｐゴシック" pitchFamily="34" charset="-128"/>
                <a:sym typeface="Wingdings" pitchFamily="2" charset="2"/>
              </a:rPr>
              <a:t></a:t>
            </a:r>
            <a:r>
              <a:rPr lang="en-AU" altLang="ja-JP" smtClean="0">
                <a:latin typeface="Times New Roman" pitchFamily="18" charset="0"/>
                <a:ea typeface="ＭＳ Ｐゴシック" pitchFamily="34" charset="-128"/>
              </a:rPr>
              <a:t> tín hiệu ra sẽ là tín hiệu </a:t>
            </a:r>
            <a:r>
              <a:rPr lang="vi-VN" altLang="ja-JP" smtClean="0">
                <a:latin typeface="Times New Roman" pitchFamily="18" charset="0"/>
                <a:ea typeface="ＭＳ Ｐゴシック" pitchFamily="34" charset="-128"/>
              </a:rPr>
              <a:t>đ</a:t>
            </a:r>
            <a:r>
              <a:rPr lang="en-AU" altLang="ja-JP" smtClean="0">
                <a:latin typeface="Times New Roman" pitchFamily="18" charset="0"/>
                <a:ea typeface="ＭＳ Ｐゴシック" pitchFamily="34" charset="-128"/>
              </a:rPr>
              <a:t>iều chế </a:t>
            </a:r>
            <a:r>
              <a:rPr lang="vi-VN" altLang="ja-JP" smtClean="0">
                <a:latin typeface="Times New Roman" pitchFamily="18" charset="0"/>
                <a:ea typeface="ＭＳ Ｐゴシック" pitchFamily="34" charset="-128"/>
              </a:rPr>
              <a:t>đơ</a:t>
            </a:r>
            <a:r>
              <a:rPr lang="en-AU" altLang="ja-JP" smtClean="0">
                <a:latin typeface="Times New Roman" pitchFamily="18" charset="0"/>
                <a:ea typeface="ＭＳ Ｐゴシック" pitchFamily="34" charset="-128"/>
              </a:rPr>
              <a:t>n biên.</a:t>
            </a:r>
            <a:endParaRPr lang="en-US" altLang="en-US" smtClean="0">
              <a:latin typeface="Times New Roman" pitchFamily="18" charset="0"/>
            </a:endParaRPr>
          </a:p>
        </p:txBody>
      </p:sp>
      <p:sp>
        <p:nvSpPr>
          <p:cNvPr id="38917" name="Rectangle 5"/>
          <p:cNvSpPr>
            <a:spLocks noChangeArrowheads="1"/>
          </p:cNvSpPr>
          <p:nvPr/>
        </p:nvSpPr>
        <p:spPr bwMode="auto">
          <a:xfrm>
            <a:off x="0" y="2352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38918" name="Object 4"/>
          <p:cNvGraphicFramePr>
            <a:graphicFrameLocks noChangeAspect="1"/>
          </p:cNvGraphicFramePr>
          <p:nvPr/>
        </p:nvGraphicFramePr>
        <p:xfrm>
          <a:off x="1828800" y="1905000"/>
          <a:ext cx="5867400" cy="2152650"/>
        </p:xfrm>
        <a:graphic>
          <a:graphicData uri="http://schemas.openxmlformats.org/presentationml/2006/ole">
            <mc:AlternateContent xmlns:mc="http://schemas.openxmlformats.org/markup-compatibility/2006">
              <mc:Choice xmlns:v="urn:schemas-microsoft-com:vml" Requires="v">
                <p:oleObj spid="_x0000_s38942" name="Visio" r:id="rId3" imgW="6654800" imgH="2451100" progId="Visio.Drawing.11">
                  <p:embed/>
                </p:oleObj>
              </mc:Choice>
              <mc:Fallback>
                <p:oleObj name="Visio" r:id="rId3" imgW="6654800" imgH="24511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905000"/>
                        <a:ext cx="5867400"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EE7F2CE9-579A-4732-B562-D6F82C8F1FAB}" type="datetime1">
              <a:rPr lang="en-US">
                <a:latin typeface="Arial" pitchFamily="34" charset="0"/>
              </a:rPr>
              <a:pPr/>
              <a:t>23/12/2019</a:t>
            </a:fld>
            <a:endParaRPr lang="en-US" altLang="en-US">
              <a:latin typeface="Arial" pitchFamily="34" charset="0"/>
            </a:endParaRPr>
          </a:p>
        </p:txBody>
      </p:sp>
      <p:sp>
        <p:nvSpPr>
          <p:cNvPr id="399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FF6F80D1-FB9F-477F-961B-BF2C704A8E33}" type="slidenum">
              <a:rPr lang="en-US" altLang="en-US" sz="1000"/>
              <a:pPr/>
              <a:t>31</a:t>
            </a:fld>
            <a:endParaRPr lang="en-US" altLang="en-US" sz="1000"/>
          </a:p>
        </p:txBody>
      </p:sp>
      <p:sp>
        <p:nvSpPr>
          <p:cNvPr id="13318" name="Rectangle 2"/>
          <p:cNvSpPr>
            <a:spLocks noGrp="1" noChangeArrowheads="1"/>
          </p:cNvSpPr>
          <p:nvPr>
            <p:ph type="title"/>
          </p:nvPr>
        </p:nvSpPr>
        <p:spPr>
          <a:xfrm>
            <a:off x="457200" y="228600"/>
            <a:ext cx="7543800" cy="609600"/>
          </a:xfrm>
          <a:solidFill>
            <a:schemeClr val="tx2">
              <a:lumMod val="20000"/>
              <a:lumOff val="80000"/>
            </a:schemeClr>
          </a:solidFill>
        </p:spPr>
        <p:txBody>
          <a:bodyPr/>
          <a:lstStyle/>
          <a:p>
            <a:pPr algn="ctr" eaLnBrk="1" hangingPunct="1"/>
            <a:r>
              <a:rPr lang="sv-SE" altLang="ja-JP" b="0" smtClean="0">
                <a:latin typeface="Constantia" pitchFamily="18" charset="0"/>
                <a:ea typeface="ＭＳ Ｐゴシック" pitchFamily="34" charset="-128"/>
              </a:rPr>
              <a:t>Ph</a:t>
            </a:r>
            <a:r>
              <a:rPr lang="vi-VN" altLang="ja-JP" b="0" smtClean="0">
                <a:latin typeface="Times New Roman" pitchFamily="18" charset="0"/>
                <a:ea typeface="ＭＳ Ｐゴシック" pitchFamily="34" charset="-128"/>
              </a:rPr>
              <a:t>ươ</a:t>
            </a:r>
            <a:r>
              <a:rPr lang="sv-SE" altLang="ja-JP" b="0" smtClean="0">
                <a:latin typeface="Constantia" pitchFamily="18" charset="0"/>
                <a:ea typeface="ＭＳ Ｐゴシック" pitchFamily="34" charset="-128"/>
              </a:rPr>
              <a:t>ng pháp quay pha</a:t>
            </a:r>
            <a:endParaRPr lang="en-US" b="0" smtClean="0">
              <a:latin typeface="Constantia" pitchFamily="18" charset="0"/>
            </a:endParaRPr>
          </a:p>
        </p:txBody>
      </p:sp>
      <p:sp>
        <p:nvSpPr>
          <p:cNvPr id="39940" name="Rectangle 3"/>
          <p:cNvSpPr>
            <a:spLocks noGrp="1" noChangeArrowheads="1"/>
          </p:cNvSpPr>
          <p:nvPr>
            <p:ph type="body" idx="1"/>
          </p:nvPr>
        </p:nvSpPr>
        <p:spPr>
          <a:xfrm>
            <a:off x="457200" y="838200"/>
            <a:ext cx="8229600" cy="5638800"/>
          </a:xfrm>
        </p:spPr>
        <p:txBody>
          <a:bodyPr/>
          <a:lstStyle/>
          <a:p>
            <a:pPr eaLnBrk="1" hangingPunct="1">
              <a:lnSpc>
                <a:spcPct val="80000"/>
              </a:lnSpc>
            </a:pPr>
            <a:r>
              <a:rPr lang="en-AU" altLang="ja-JP" sz="2000" smtClean="0">
                <a:latin typeface="Constantia" pitchFamily="18" charset="0"/>
                <a:ea typeface="ＭＳ Ｐゴシック" pitchFamily="34" charset="-128"/>
              </a:rPr>
              <a:t>Giả sử: 		</a:t>
            </a:r>
          </a:p>
          <a:p>
            <a:pPr lvl="1" eaLnBrk="1" hangingPunct="1">
              <a:lnSpc>
                <a:spcPct val="80000"/>
              </a:lnSpc>
            </a:pPr>
            <a:r>
              <a:rPr lang="en-AU" altLang="ja-JP" sz="1800" smtClean="0">
                <a:latin typeface="Constantia" pitchFamily="18" charset="0"/>
                <a:ea typeface="ＭＳ Ｐゴシック" pitchFamily="34" charset="-128"/>
              </a:rPr>
              <a:t>U</a:t>
            </a:r>
            <a:r>
              <a:rPr lang="en-AU" altLang="ja-JP" sz="1800" baseline="-25000" smtClean="0">
                <a:latin typeface="Constantia" pitchFamily="18" charset="0"/>
                <a:ea typeface="ＭＳ Ｐゴシック" pitchFamily="34" charset="-128"/>
              </a:rPr>
              <a:t>S</a:t>
            </a:r>
            <a:r>
              <a:rPr lang="en-AU" altLang="ja-JP" sz="1800" smtClean="0">
                <a:latin typeface="Constantia" pitchFamily="18" charset="0"/>
                <a:ea typeface="ＭＳ Ｐゴシック" pitchFamily="34" charset="-128"/>
              </a:rPr>
              <a:t>(t) = U</a:t>
            </a:r>
            <a:r>
              <a:rPr lang="en-AU" altLang="ja-JP" sz="1800" baseline="-25000" smtClean="0">
                <a:latin typeface="Constantia" pitchFamily="18" charset="0"/>
                <a:ea typeface="ＭＳ Ｐゴシック" pitchFamily="34" charset="-128"/>
              </a:rPr>
              <a:t>mS</a:t>
            </a:r>
            <a:r>
              <a:rPr lang="en-AU" altLang="ja-JP" sz="1800" smtClean="0">
                <a:latin typeface="Constantia" pitchFamily="18" charset="0"/>
                <a:ea typeface="ＭＳ Ｐゴシック" pitchFamily="34" charset="-128"/>
              </a:rPr>
              <a:t>.cos</a:t>
            </a:r>
            <a:r>
              <a:rPr lang="en-AU" altLang="ja-JP" sz="1800" smtClean="0">
                <a:latin typeface="Constantia" pitchFamily="18" charset="0"/>
                <a:ea typeface="ＭＳ Ｐゴシック" pitchFamily="34" charset="-128"/>
                <a:sym typeface="Symbol" pitchFamily="18" charset="2"/>
              </a:rPr>
              <a:t></a:t>
            </a:r>
            <a:r>
              <a:rPr lang="en-AU" altLang="ja-JP" sz="1800" baseline="-25000" smtClean="0">
                <a:latin typeface="Constantia" pitchFamily="18" charset="0"/>
                <a:ea typeface="ＭＳ Ｐゴシック" pitchFamily="34" charset="-128"/>
              </a:rPr>
              <a:t>S</a:t>
            </a:r>
            <a:r>
              <a:rPr lang="en-AU" altLang="ja-JP" sz="1800" smtClean="0">
                <a:latin typeface="Constantia" pitchFamily="18" charset="0"/>
                <a:ea typeface="ＭＳ Ｐゴシック" pitchFamily="34" charset="-128"/>
              </a:rPr>
              <a:t>t</a:t>
            </a:r>
          </a:p>
          <a:p>
            <a:pPr lvl="1" eaLnBrk="1" hangingPunct="1">
              <a:lnSpc>
                <a:spcPct val="80000"/>
              </a:lnSpc>
            </a:pPr>
            <a:r>
              <a:rPr lang="en-AU" altLang="ja-JP" sz="1800" smtClean="0">
                <a:latin typeface="Constantia" pitchFamily="18" charset="0"/>
                <a:ea typeface="ＭＳ Ｐゴシック" pitchFamily="34" charset="-128"/>
              </a:rPr>
              <a:t>U</a:t>
            </a:r>
            <a:r>
              <a:rPr lang="en-AU" altLang="ja-JP" sz="1800" baseline="-25000" smtClean="0">
                <a:latin typeface="Constantia" pitchFamily="18" charset="0"/>
                <a:ea typeface="ＭＳ Ｐゴシック" pitchFamily="34" charset="-128"/>
              </a:rPr>
              <a:t>t</a:t>
            </a:r>
            <a:r>
              <a:rPr lang="en-AU" altLang="ja-JP" sz="1800" smtClean="0">
                <a:latin typeface="Constantia" pitchFamily="18" charset="0"/>
                <a:ea typeface="ＭＳ Ｐゴシック" pitchFamily="34" charset="-128"/>
              </a:rPr>
              <a:t>(t) = U</a:t>
            </a:r>
            <a:r>
              <a:rPr lang="en-AU" altLang="ja-JP" sz="1800" baseline="-25000" smtClean="0">
                <a:latin typeface="Constantia" pitchFamily="18" charset="0"/>
                <a:ea typeface="ＭＳ Ｐゴシック" pitchFamily="34" charset="-128"/>
              </a:rPr>
              <a:t>mt</a:t>
            </a:r>
            <a:r>
              <a:rPr lang="en-AU" altLang="ja-JP" sz="1800" smtClean="0">
                <a:latin typeface="Constantia" pitchFamily="18" charset="0"/>
                <a:ea typeface="ＭＳ Ｐゴシック" pitchFamily="34" charset="-128"/>
              </a:rPr>
              <a:t>.cos</a:t>
            </a:r>
            <a:r>
              <a:rPr lang="en-AU" altLang="ja-JP" sz="1800" smtClean="0">
                <a:latin typeface="Constantia" pitchFamily="18" charset="0"/>
                <a:ea typeface="ＭＳ Ｐゴシック" pitchFamily="34" charset="-128"/>
                <a:sym typeface="Symbol" pitchFamily="18" charset="2"/>
              </a:rPr>
              <a:t></a:t>
            </a:r>
            <a:r>
              <a:rPr lang="en-AU" altLang="ja-JP" sz="1800" baseline="-25000" smtClean="0">
                <a:latin typeface="Constantia" pitchFamily="18" charset="0"/>
                <a:ea typeface="ＭＳ Ｐゴシック" pitchFamily="34" charset="-128"/>
              </a:rPr>
              <a:t>t</a:t>
            </a:r>
            <a:r>
              <a:rPr lang="en-AU" altLang="ja-JP" sz="1800" smtClean="0">
                <a:latin typeface="Constantia" pitchFamily="18" charset="0"/>
                <a:ea typeface="ＭＳ Ｐゴシック" pitchFamily="34" charset="-128"/>
              </a:rPr>
              <a:t>t</a:t>
            </a:r>
            <a:endParaRPr lang="en-AU" altLang="ja-JP" sz="1800" smtClean="0">
              <a:latin typeface="Constantia" pitchFamily="18" charset="0"/>
              <a:ea typeface="ＭＳ Ｐゴシック" pitchFamily="34" charset="-128"/>
              <a:sym typeface="Wingdings" pitchFamily="2" charset="2"/>
            </a:endParaRPr>
          </a:p>
          <a:p>
            <a:pPr eaLnBrk="1" hangingPunct="1">
              <a:lnSpc>
                <a:spcPct val="80000"/>
              </a:lnSpc>
              <a:buFont typeface="Wingdings" pitchFamily="2" charset="2"/>
              <a:buNone/>
            </a:pPr>
            <a:r>
              <a:rPr lang="en-AU" altLang="ja-JP" sz="2000" smtClean="0">
                <a:latin typeface="Constantia" pitchFamily="18" charset="0"/>
                <a:ea typeface="ＭＳ Ｐゴシック" pitchFamily="34" charset="-128"/>
                <a:sym typeface="Wingdings" pitchFamily="2" charset="2"/>
              </a:rPr>
              <a:t>	</a:t>
            </a:r>
            <a:r>
              <a:rPr lang="en-AU" altLang="ja-JP" sz="2000" smtClean="0">
                <a:latin typeface="Times New Roman" pitchFamily="18" charset="0"/>
                <a:ea typeface="ＭＳ Ｐゴシック" pitchFamily="34" charset="-128"/>
                <a:cs typeface="Times New Roman" pitchFamily="18" charset="0"/>
                <a:sym typeface="Wingdings" pitchFamily="2" charset="2"/>
              </a:rPr>
              <a:t>→</a:t>
            </a:r>
            <a:r>
              <a:rPr lang="en-AU" altLang="ja-JP" sz="2000" smtClean="0">
                <a:latin typeface="Constantia" pitchFamily="18" charset="0"/>
                <a:ea typeface="ＭＳ Ｐゴシック" pitchFamily="34" charset="-128"/>
              </a:rPr>
              <a:t> tín hiệu sau khi quay pha 90</a:t>
            </a:r>
            <a:r>
              <a:rPr lang="en-AU" altLang="ja-JP" sz="2000" baseline="30000" smtClean="0">
                <a:latin typeface="Constantia" pitchFamily="18" charset="0"/>
                <a:ea typeface="ＭＳ Ｐゴシック" pitchFamily="34" charset="-128"/>
              </a:rPr>
              <a:t>0</a:t>
            </a:r>
            <a:r>
              <a:rPr lang="en-AU" altLang="ja-JP" sz="2000" smtClean="0">
                <a:latin typeface="Constantia" pitchFamily="18" charset="0"/>
                <a:ea typeface="ＭＳ Ｐゴシック" pitchFamily="34" charset="-128"/>
              </a:rPr>
              <a:t> là:</a:t>
            </a:r>
          </a:p>
          <a:p>
            <a:pPr lvl="1" eaLnBrk="1" hangingPunct="1">
              <a:lnSpc>
                <a:spcPct val="80000"/>
              </a:lnSpc>
            </a:pPr>
            <a:r>
              <a:rPr lang="en-AU" altLang="ja-JP" sz="1800" smtClean="0">
                <a:latin typeface="Constantia" pitchFamily="18" charset="0"/>
                <a:ea typeface="ＭＳ Ｐゴシック" pitchFamily="34" charset="-128"/>
              </a:rPr>
              <a:t>U</a:t>
            </a:r>
            <a:r>
              <a:rPr lang="en-AU" altLang="ja-JP" sz="1800" baseline="-25000" smtClean="0">
                <a:latin typeface="Constantia" pitchFamily="18" charset="0"/>
                <a:ea typeface="ＭＳ Ｐゴシック" pitchFamily="34" charset="-128"/>
              </a:rPr>
              <a:t>S</a:t>
            </a:r>
            <a:r>
              <a:rPr lang="en-AU" altLang="ja-JP" sz="1800" smtClean="0">
                <a:latin typeface="Constantia" pitchFamily="18" charset="0"/>
                <a:ea typeface="ＭＳ Ｐゴシック" pitchFamily="34" charset="-128"/>
              </a:rPr>
              <a:t>(t)</a:t>
            </a:r>
            <a:r>
              <a:rPr lang="en-AU" altLang="ja-JP" sz="1800" baseline="-25000" smtClean="0">
                <a:latin typeface="Constantia" pitchFamily="18" charset="0"/>
                <a:ea typeface="ＭＳ Ｐゴシック" pitchFamily="34" charset="-128"/>
              </a:rPr>
              <a:t>90</a:t>
            </a:r>
            <a:r>
              <a:rPr lang="en-AU" altLang="ja-JP" sz="1800" smtClean="0">
                <a:latin typeface="Constantia" pitchFamily="18" charset="0"/>
                <a:ea typeface="ＭＳ Ｐゴシック" pitchFamily="34" charset="-128"/>
              </a:rPr>
              <a:t> = U</a:t>
            </a:r>
            <a:r>
              <a:rPr lang="en-AU" altLang="ja-JP" sz="1800" baseline="-25000" smtClean="0">
                <a:latin typeface="Constantia" pitchFamily="18" charset="0"/>
                <a:ea typeface="ＭＳ Ｐゴシック" pitchFamily="34" charset="-128"/>
              </a:rPr>
              <a:t>ms</a:t>
            </a:r>
            <a:r>
              <a:rPr lang="en-AU" altLang="ja-JP" sz="1800" smtClean="0">
                <a:latin typeface="Constantia" pitchFamily="18" charset="0"/>
                <a:ea typeface="ＭＳ Ｐゴシック" pitchFamily="34" charset="-128"/>
              </a:rPr>
              <a:t>.cos(</a:t>
            </a:r>
            <a:r>
              <a:rPr lang="en-AU" altLang="ja-JP" sz="1800" smtClean="0">
                <a:latin typeface="Constantia" pitchFamily="18" charset="0"/>
                <a:ea typeface="ＭＳ Ｐゴシック" pitchFamily="34" charset="-128"/>
                <a:sym typeface="Symbol" pitchFamily="18" charset="2"/>
              </a:rPr>
              <a:t></a:t>
            </a:r>
            <a:r>
              <a:rPr lang="en-AU" altLang="ja-JP" sz="1800" baseline="-25000" smtClean="0">
                <a:latin typeface="Constantia" pitchFamily="18" charset="0"/>
                <a:ea typeface="ＭＳ Ｐゴシック" pitchFamily="34" charset="-128"/>
              </a:rPr>
              <a:t>S</a:t>
            </a:r>
            <a:r>
              <a:rPr lang="en-AU" altLang="ja-JP" sz="1800" smtClean="0">
                <a:latin typeface="Constantia" pitchFamily="18" charset="0"/>
                <a:ea typeface="ＭＳ Ｐゴシック" pitchFamily="34" charset="-128"/>
              </a:rPr>
              <a:t>t-</a:t>
            </a:r>
            <a:r>
              <a:rPr lang="el-GR" altLang="ja-JP" sz="1800" smtClean="0">
                <a:latin typeface="Times New Roman" pitchFamily="18" charset="0"/>
                <a:ea typeface="ＭＳ Ｐゴシック" pitchFamily="34" charset="-128"/>
              </a:rPr>
              <a:t>π</a:t>
            </a:r>
            <a:r>
              <a:rPr lang="en-US" altLang="ja-JP" sz="1800" smtClean="0">
                <a:latin typeface="Times New Roman" pitchFamily="18" charset="0"/>
                <a:ea typeface="ＭＳ Ｐゴシック" pitchFamily="34" charset="-128"/>
              </a:rPr>
              <a:t>/2)=</a:t>
            </a:r>
            <a:r>
              <a:rPr lang="en-AU" altLang="ja-JP" sz="1800" smtClean="0">
                <a:latin typeface="Constantia" pitchFamily="18" charset="0"/>
                <a:ea typeface="ＭＳ Ｐゴシック" pitchFamily="34" charset="-128"/>
              </a:rPr>
              <a:t> U</a:t>
            </a:r>
            <a:r>
              <a:rPr lang="en-AU" altLang="ja-JP" sz="1800" baseline="-25000" smtClean="0">
                <a:latin typeface="Constantia" pitchFamily="18" charset="0"/>
                <a:ea typeface="ＭＳ Ｐゴシック" pitchFamily="34" charset="-128"/>
              </a:rPr>
              <a:t>ms</a:t>
            </a:r>
            <a:r>
              <a:rPr lang="en-AU" altLang="ja-JP" sz="1800" smtClean="0">
                <a:latin typeface="Constantia" pitchFamily="18" charset="0"/>
                <a:ea typeface="ＭＳ Ｐゴシック" pitchFamily="34" charset="-128"/>
              </a:rPr>
              <a:t>.sin</a:t>
            </a:r>
            <a:r>
              <a:rPr lang="en-AU" altLang="ja-JP" sz="1800" smtClean="0">
                <a:latin typeface="Constantia" pitchFamily="18" charset="0"/>
                <a:ea typeface="ＭＳ Ｐゴシック" pitchFamily="34" charset="-128"/>
                <a:sym typeface="Symbol" pitchFamily="18" charset="2"/>
              </a:rPr>
              <a:t></a:t>
            </a:r>
            <a:r>
              <a:rPr lang="en-AU" altLang="ja-JP" sz="1800" baseline="-25000" smtClean="0">
                <a:latin typeface="Constantia" pitchFamily="18" charset="0"/>
                <a:ea typeface="ＭＳ Ｐゴシック" pitchFamily="34" charset="-128"/>
              </a:rPr>
              <a:t>S</a:t>
            </a:r>
            <a:r>
              <a:rPr lang="en-AU" altLang="ja-JP" sz="1800" smtClean="0">
                <a:latin typeface="Constantia" pitchFamily="18" charset="0"/>
                <a:ea typeface="ＭＳ Ｐゴシック" pitchFamily="34" charset="-128"/>
              </a:rPr>
              <a:t>t</a:t>
            </a:r>
          </a:p>
          <a:p>
            <a:pPr lvl="1" eaLnBrk="1" hangingPunct="1">
              <a:lnSpc>
                <a:spcPct val="80000"/>
              </a:lnSpc>
            </a:pPr>
            <a:r>
              <a:rPr lang="en-AU" altLang="ja-JP" sz="1800" smtClean="0">
                <a:latin typeface="Constantia" pitchFamily="18" charset="0"/>
                <a:ea typeface="ＭＳ Ｐゴシック" pitchFamily="34" charset="-128"/>
              </a:rPr>
              <a:t>Ut(t)</a:t>
            </a:r>
            <a:r>
              <a:rPr lang="en-AU" altLang="ja-JP" sz="1800" baseline="-25000" smtClean="0">
                <a:latin typeface="Constantia" pitchFamily="18" charset="0"/>
                <a:ea typeface="ＭＳ Ｐゴシック" pitchFamily="34" charset="-128"/>
              </a:rPr>
              <a:t>90</a:t>
            </a:r>
            <a:r>
              <a:rPr lang="en-AU" altLang="ja-JP" sz="1800" smtClean="0">
                <a:latin typeface="Constantia" pitchFamily="18" charset="0"/>
                <a:ea typeface="ＭＳ Ｐゴシック" pitchFamily="34" charset="-128"/>
              </a:rPr>
              <a:t> = U</a:t>
            </a:r>
            <a:r>
              <a:rPr lang="en-AU" altLang="ja-JP" sz="1800" baseline="-25000" smtClean="0">
                <a:latin typeface="Constantia" pitchFamily="18" charset="0"/>
                <a:ea typeface="ＭＳ Ｐゴシック" pitchFamily="34" charset="-128"/>
              </a:rPr>
              <a:t>mt</a:t>
            </a:r>
            <a:r>
              <a:rPr lang="en-AU" altLang="ja-JP" sz="1800" smtClean="0">
                <a:latin typeface="Constantia" pitchFamily="18" charset="0"/>
                <a:ea typeface="ＭＳ Ｐゴシック" pitchFamily="34" charset="-128"/>
              </a:rPr>
              <a:t>.cos(</a:t>
            </a:r>
            <a:r>
              <a:rPr lang="en-AU" altLang="ja-JP" sz="1800" smtClean="0">
                <a:latin typeface="Constantia" pitchFamily="18" charset="0"/>
                <a:ea typeface="ＭＳ Ｐゴシック" pitchFamily="34" charset="-128"/>
                <a:sym typeface="Symbol" pitchFamily="18" charset="2"/>
              </a:rPr>
              <a:t></a:t>
            </a:r>
            <a:r>
              <a:rPr lang="en-AU" altLang="ja-JP" sz="1800" baseline="-25000" smtClean="0">
                <a:latin typeface="Constantia" pitchFamily="18" charset="0"/>
                <a:ea typeface="ＭＳ Ｐゴシック" pitchFamily="34" charset="-128"/>
              </a:rPr>
              <a:t>S</a:t>
            </a:r>
            <a:r>
              <a:rPr lang="en-AU" altLang="ja-JP" sz="1800" smtClean="0">
                <a:latin typeface="Constantia" pitchFamily="18" charset="0"/>
                <a:ea typeface="ＭＳ Ｐゴシック" pitchFamily="34" charset="-128"/>
              </a:rPr>
              <a:t>t-</a:t>
            </a:r>
            <a:r>
              <a:rPr lang="el-GR" altLang="ja-JP" sz="1800" smtClean="0">
                <a:latin typeface="Times New Roman" pitchFamily="18" charset="0"/>
                <a:ea typeface="ＭＳ Ｐゴシック" pitchFamily="34" charset="-128"/>
              </a:rPr>
              <a:t>π</a:t>
            </a:r>
            <a:r>
              <a:rPr lang="en-US" altLang="ja-JP" sz="1800" smtClean="0">
                <a:latin typeface="Times New Roman" pitchFamily="18" charset="0"/>
                <a:ea typeface="ＭＳ Ｐゴシック" pitchFamily="34" charset="-128"/>
              </a:rPr>
              <a:t>/2)=</a:t>
            </a:r>
            <a:r>
              <a:rPr lang="en-AU" altLang="ja-JP" sz="1800" smtClean="0">
                <a:latin typeface="Constantia" pitchFamily="18" charset="0"/>
                <a:ea typeface="ＭＳ Ｐゴシック" pitchFamily="34" charset="-128"/>
              </a:rPr>
              <a:t> U</a:t>
            </a:r>
            <a:r>
              <a:rPr lang="en-AU" altLang="ja-JP" sz="1800" baseline="-25000" smtClean="0">
                <a:latin typeface="Constantia" pitchFamily="18" charset="0"/>
                <a:ea typeface="ＭＳ Ｐゴシック" pitchFamily="34" charset="-128"/>
              </a:rPr>
              <a:t>mt</a:t>
            </a:r>
            <a:r>
              <a:rPr lang="en-AU" altLang="ja-JP" sz="1800" smtClean="0">
                <a:latin typeface="Constantia" pitchFamily="18" charset="0"/>
                <a:ea typeface="ＭＳ Ｐゴシック" pitchFamily="34" charset="-128"/>
              </a:rPr>
              <a:t>.sin</a:t>
            </a:r>
            <a:r>
              <a:rPr lang="en-AU" altLang="ja-JP" sz="1800" smtClean="0">
                <a:latin typeface="Constantia" pitchFamily="18" charset="0"/>
                <a:ea typeface="ＭＳ Ｐゴシック" pitchFamily="34" charset="-128"/>
                <a:sym typeface="Symbol" pitchFamily="18" charset="2"/>
              </a:rPr>
              <a:t></a:t>
            </a:r>
            <a:r>
              <a:rPr lang="en-AU" altLang="ja-JP" sz="1800" baseline="-25000" smtClean="0">
                <a:latin typeface="Constantia" pitchFamily="18" charset="0"/>
                <a:ea typeface="ＭＳ Ｐゴシック" pitchFamily="34" charset="-128"/>
              </a:rPr>
              <a:t>t</a:t>
            </a:r>
            <a:r>
              <a:rPr lang="en-AU" altLang="ja-JP" sz="1800" smtClean="0">
                <a:latin typeface="Constantia" pitchFamily="18" charset="0"/>
                <a:ea typeface="ＭＳ Ｐゴシック" pitchFamily="34" charset="-128"/>
              </a:rPr>
              <a:t>t</a:t>
            </a:r>
          </a:p>
          <a:p>
            <a:pPr eaLnBrk="1" hangingPunct="1">
              <a:lnSpc>
                <a:spcPct val="80000"/>
              </a:lnSpc>
            </a:pPr>
            <a:r>
              <a:rPr lang="en-AU" altLang="ja-JP" sz="2000" smtClean="0">
                <a:latin typeface="Constantia" pitchFamily="18" charset="0"/>
                <a:ea typeface="ＭＳ Ｐゴシック" pitchFamily="34" charset="-128"/>
              </a:rPr>
              <a:t>Tín hiệu sau khi qua bộ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biên vòng 1:</a:t>
            </a:r>
          </a:p>
          <a:p>
            <a:pPr eaLnBrk="1" hangingPunct="1">
              <a:lnSpc>
                <a:spcPct val="80000"/>
              </a:lnSpc>
            </a:pPr>
            <a:endParaRPr lang="en-AU" altLang="ja-JP" sz="2000" smtClean="0">
              <a:latin typeface="Constantia" pitchFamily="18" charset="0"/>
              <a:ea typeface="ＭＳ Ｐゴシック" pitchFamily="34" charset="-128"/>
            </a:endParaRPr>
          </a:p>
          <a:p>
            <a:pPr eaLnBrk="1" hangingPunct="1">
              <a:lnSpc>
                <a:spcPct val="80000"/>
              </a:lnSpc>
            </a:pPr>
            <a:endParaRPr lang="en-AU" altLang="ja-JP" sz="2000" smtClean="0">
              <a:latin typeface="Constantia" pitchFamily="18" charset="0"/>
              <a:ea typeface="ＭＳ Ｐゴシック" pitchFamily="34" charset="-128"/>
            </a:endParaRPr>
          </a:p>
          <a:p>
            <a:pPr eaLnBrk="1" hangingPunct="1">
              <a:lnSpc>
                <a:spcPct val="80000"/>
              </a:lnSpc>
              <a:buFont typeface="Wingdings" pitchFamily="2" charset="2"/>
              <a:buNone/>
            </a:pPr>
            <a:endParaRPr lang="en-AU" altLang="ja-JP" sz="2000" smtClean="0">
              <a:latin typeface="Constantia" pitchFamily="18" charset="0"/>
              <a:ea typeface="ＭＳ Ｐゴシック" pitchFamily="34" charset="-128"/>
            </a:endParaRPr>
          </a:p>
          <a:p>
            <a:pPr eaLnBrk="1" hangingPunct="1">
              <a:lnSpc>
                <a:spcPct val="80000"/>
              </a:lnSpc>
            </a:pPr>
            <a:endParaRPr lang="en-AU" altLang="ja-JP" sz="2000" smtClean="0">
              <a:latin typeface="Constantia" pitchFamily="18" charset="0"/>
              <a:ea typeface="ＭＳ Ｐゴシック" pitchFamily="34" charset="-128"/>
            </a:endParaRPr>
          </a:p>
          <a:p>
            <a:pPr eaLnBrk="1" hangingPunct="1">
              <a:lnSpc>
                <a:spcPct val="80000"/>
              </a:lnSpc>
            </a:pPr>
            <a:r>
              <a:rPr lang="en-AU" altLang="ja-JP" sz="2000" smtClean="0">
                <a:latin typeface="Constantia" pitchFamily="18" charset="0"/>
                <a:ea typeface="ＭＳ Ｐゴシック" pitchFamily="34" charset="-128"/>
              </a:rPr>
              <a:t>Tín hiệu sau khi qua bộ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biên vòng 2:</a:t>
            </a:r>
          </a:p>
          <a:p>
            <a:pPr eaLnBrk="1" hangingPunct="1">
              <a:lnSpc>
                <a:spcPct val="80000"/>
              </a:lnSpc>
            </a:pPr>
            <a:endParaRPr lang="en-AU" altLang="ja-JP" sz="2000" smtClean="0">
              <a:latin typeface="Constantia" pitchFamily="18" charset="0"/>
              <a:ea typeface="ＭＳ Ｐゴシック" pitchFamily="34" charset="-128"/>
            </a:endParaRPr>
          </a:p>
          <a:p>
            <a:pPr eaLnBrk="1" hangingPunct="1">
              <a:lnSpc>
                <a:spcPct val="80000"/>
              </a:lnSpc>
            </a:pPr>
            <a:endParaRPr lang="en-AU" altLang="ja-JP" sz="2000" smtClean="0">
              <a:latin typeface="Constantia" pitchFamily="18" charset="0"/>
              <a:ea typeface="ＭＳ Ｐゴシック" pitchFamily="34" charset="-128"/>
            </a:endParaRPr>
          </a:p>
          <a:p>
            <a:pPr eaLnBrk="1" hangingPunct="1">
              <a:lnSpc>
                <a:spcPct val="80000"/>
              </a:lnSpc>
            </a:pPr>
            <a:endParaRPr lang="en-AU" altLang="ja-JP" sz="2000" smtClean="0">
              <a:latin typeface="Constantia" pitchFamily="18" charset="0"/>
              <a:ea typeface="ＭＳ Ｐゴシック" pitchFamily="34" charset="-128"/>
            </a:endParaRPr>
          </a:p>
          <a:p>
            <a:pPr eaLnBrk="1" hangingPunct="1">
              <a:lnSpc>
                <a:spcPct val="80000"/>
              </a:lnSpc>
            </a:pPr>
            <a:endParaRPr lang="en-AU" altLang="ja-JP" sz="2000" smtClean="0">
              <a:latin typeface="Constantia" pitchFamily="18" charset="0"/>
              <a:ea typeface="ＭＳ Ｐゴシック" pitchFamily="34" charset="-128"/>
            </a:endParaRPr>
          </a:p>
          <a:p>
            <a:pPr eaLnBrk="1" hangingPunct="1"/>
            <a:r>
              <a:rPr lang="en-AU" altLang="ja-JP" sz="2100" smtClean="0">
                <a:latin typeface="Constantia" pitchFamily="18" charset="0"/>
                <a:ea typeface="ＭＳ Ｐゴシック" pitchFamily="34" charset="-128"/>
              </a:rPr>
              <a:t>Tín hiệu sau khi qua mạch trừ:</a:t>
            </a:r>
            <a:endParaRPr lang="sv-SE" altLang="ja-JP" sz="2100" smtClean="0">
              <a:latin typeface="Constantia" pitchFamily="18" charset="0"/>
              <a:ea typeface="ＭＳ Ｐゴシック" pitchFamily="34" charset="-128"/>
            </a:endParaRPr>
          </a:p>
          <a:p>
            <a:pPr eaLnBrk="1" hangingPunct="1">
              <a:buFont typeface="Wingdings" pitchFamily="2" charset="2"/>
              <a:buNone/>
            </a:pPr>
            <a:r>
              <a:rPr lang="sv-SE" altLang="ja-JP" sz="2100" smtClean="0">
                <a:latin typeface="Constantia" pitchFamily="18" charset="0"/>
                <a:ea typeface="ＭＳ Ｐゴシック" pitchFamily="34" charset="-128"/>
              </a:rPr>
              <a:t>			U</a:t>
            </a:r>
            <a:r>
              <a:rPr lang="vi-VN" altLang="ja-JP" sz="2100" baseline="-25000" smtClean="0">
                <a:latin typeface="Times New Roman" pitchFamily="18" charset="0"/>
                <a:ea typeface="ＭＳ Ｐゴシック" pitchFamily="34" charset="-128"/>
              </a:rPr>
              <a:t>đ</a:t>
            </a:r>
            <a:r>
              <a:rPr lang="sv-SE" altLang="ja-JP" sz="2100" baseline="-25000" smtClean="0">
                <a:latin typeface="Constantia" pitchFamily="18" charset="0"/>
                <a:ea typeface="ＭＳ Ｐゴシック" pitchFamily="34" charset="-128"/>
              </a:rPr>
              <a:t>b</a:t>
            </a:r>
            <a:r>
              <a:rPr lang="sv-SE" altLang="ja-JP" sz="2100" smtClean="0">
                <a:latin typeface="Constantia" pitchFamily="18" charset="0"/>
                <a:ea typeface="ＭＳ Ｐゴシック" pitchFamily="34" charset="-128"/>
              </a:rPr>
              <a:t> </a:t>
            </a:r>
            <a:r>
              <a:rPr lang="vi-VN" altLang="ja-JP" sz="2100" baseline="-25000" smtClean="0">
                <a:latin typeface="Times New Roman" pitchFamily="18" charset="0"/>
                <a:ea typeface="ＭＳ Ｐゴシック" pitchFamily="34" charset="-128"/>
              </a:rPr>
              <a:t>đơ</a:t>
            </a:r>
            <a:r>
              <a:rPr lang="en-AU" altLang="ja-JP" sz="2100" baseline="-25000" smtClean="0">
                <a:latin typeface="Constantia" pitchFamily="18" charset="0"/>
                <a:ea typeface="ＭＳ Ｐゴシック" pitchFamily="34" charset="-128"/>
              </a:rPr>
              <a:t>n</a:t>
            </a:r>
            <a:r>
              <a:rPr lang="en-AU" altLang="ja-JP" sz="2100" smtClean="0">
                <a:latin typeface="Constantia" pitchFamily="18" charset="0"/>
                <a:ea typeface="ＭＳ Ｐゴシック" pitchFamily="34" charset="-128"/>
              </a:rPr>
              <a:t> (t) = U</a:t>
            </a:r>
            <a:r>
              <a:rPr lang="vi-VN" altLang="ja-JP" sz="2100" baseline="-25000" smtClean="0">
                <a:latin typeface="Times New Roman" pitchFamily="18" charset="0"/>
                <a:ea typeface="ＭＳ Ｐゴシック" pitchFamily="34" charset="-128"/>
              </a:rPr>
              <a:t>đ</a:t>
            </a:r>
            <a:r>
              <a:rPr lang="en-AU" altLang="ja-JP" sz="2100" baseline="-25000" smtClean="0">
                <a:latin typeface="Constantia" pitchFamily="18" charset="0"/>
                <a:ea typeface="ＭＳ Ｐゴシック" pitchFamily="34" charset="-128"/>
              </a:rPr>
              <a:t>b1</a:t>
            </a:r>
            <a:r>
              <a:rPr lang="en-AU" altLang="ja-JP" sz="2100" smtClean="0">
                <a:latin typeface="Constantia" pitchFamily="18" charset="0"/>
                <a:ea typeface="ＭＳ Ｐゴシック" pitchFamily="34" charset="-128"/>
              </a:rPr>
              <a:t> – U</a:t>
            </a:r>
            <a:r>
              <a:rPr lang="vi-VN" altLang="ja-JP" sz="2100" baseline="-25000" smtClean="0">
                <a:latin typeface="Times New Roman" pitchFamily="18" charset="0"/>
                <a:ea typeface="ＭＳ Ｐゴシック" pitchFamily="34" charset="-128"/>
              </a:rPr>
              <a:t>đ</a:t>
            </a:r>
            <a:r>
              <a:rPr lang="en-AU" altLang="ja-JP" sz="2100" baseline="-25000" smtClean="0">
                <a:latin typeface="Constantia" pitchFamily="18" charset="0"/>
                <a:ea typeface="ＭＳ Ｐゴシック" pitchFamily="34" charset="-128"/>
              </a:rPr>
              <a:t>b2</a:t>
            </a:r>
            <a:r>
              <a:rPr lang="en-AU" altLang="ja-JP" sz="2100" smtClean="0">
                <a:latin typeface="Constantia" pitchFamily="18" charset="0"/>
                <a:ea typeface="ＭＳ Ｐゴシック" pitchFamily="34" charset="-128"/>
              </a:rPr>
              <a:t> = Acos(</a:t>
            </a:r>
            <a:r>
              <a:rPr lang="en-AU" altLang="ja-JP" sz="2100" smtClean="0">
                <a:latin typeface="Constantia" pitchFamily="18" charset="0"/>
                <a:ea typeface="ＭＳ Ｐゴシック" pitchFamily="34" charset="-128"/>
                <a:sym typeface="Symbol" pitchFamily="18" charset="2"/>
              </a:rPr>
              <a:t></a:t>
            </a:r>
            <a:r>
              <a:rPr lang="en-AU" altLang="ja-JP" sz="2100" baseline="-25000" smtClean="0">
                <a:latin typeface="Constantia" pitchFamily="18" charset="0"/>
                <a:ea typeface="ＭＳ Ｐゴシック" pitchFamily="34" charset="-128"/>
              </a:rPr>
              <a:t>t</a:t>
            </a:r>
            <a:r>
              <a:rPr lang="en-AU" altLang="ja-JP" sz="2100" smtClean="0">
                <a:latin typeface="Constantia" pitchFamily="18" charset="0"/>
                <a:ea typeface="ＭＳ Ｐゴシック" pitchFamily="34" charset="-128"/>
              </a:rPr>
              <a:t>+</a:t>
            </a:r>
            <a:r>
              <a:rPr lang="en-AU" altLang="ja-JP" sz="2100" smtClean="0">
                <a:latin typeface="Constantia" pitchFamily="18" charset="0"/>
                <a:ea typeface="ＭＳ Ｐゴシック" pitchFamily="34" charset="-128"/>
                <a:sym typeface="Symbol" pitchFamily="18" charset="2"/>
              </a:rPr>
              <a:t></a:t>
            </a:r>
            <a:r>
              <a:rPr lang="en-AU" altLang="ja-JP" sz="2100" baseline="-25000" smtClean="0">
                <a:latin typeface="Constantia" pitchFamily="18" charset="0"/>
                <a:ea typeface="ＭＳ Ｐゴシック" pitchFamily="34" charset="-128"/>
              </a:rPr>
              <a:t>S</a:t>
            </a:r>
            <a:r>
              <a:rPr lang="en-AU" altLang="ja-JP" sz="2100" smtClean="0">
                <a:latin typeface="Constantia" pitchFamily="18" charset="0"/>
                <a:ea typeface="ＭＳ Ｐゴシック" pitchFamily="34" charset="-128"/>
              </a:rPr>
              <a:t>).t</a:t>
            </a:r>
            <a:endParaRPr lang="en-AU" altLang="ja-JP" sz="2000" smtClean="0">
              <a:latin typeface="Constantia"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US" altLang="en-US" sz="2000" smtClean="0">
              <a:latin typeface="Times New Roman" pitchFamily="18" charset="0"/>
            </a:endParaRPr>
          </a:p>
        </p:txBody>
      </p:sp>
      <p:sp>
        <p:nvSpPr>
          <p:cNvPr id="39941" name="Rectangle 5"/>
          <p:cNvSpPr>
            <a:spLocks noChangeArrowheads="1"/>
          </p:cNvSpPr>
          <p:nvPr/>
        </p:nvSpPr>
        <p:spPr bwMode="auto">
          <a:xfrm>
            <a:off x="0" y="2909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39942" name="Object 4"/>
          <p:cNvGraphicFramePr>
            <a:graphicFrameLocks noChangeAspect="1"/>
          </p:cNvGraphicFramePr>
          <p:nvPr/>
        </p:nvGraphicFramePr>
        <p:xfrm>
          <a:off x="2674938" y="2817813"/>
          <a:ext cx="3870325" cy="1257300"/>
        </p:xfrm>
        <a:graphic>
          <a:graphicData uri="http://schemas.openxmlformats.org/presentationml/2006/ole">
            <mc:AlternateContent xmlns:mc="http://schemas.openxmlformats.org/markup-compatibility/2006">
              <mc:Choice xmlns:v="urn:schemas-microsoft-com:vml" Requires="v">
                <p:oleObj spid="_x0000_s39991" name="Equation" r:id="rId3" imgW="3200400" imgH="1041400" progId="Equation.3">
                  <p:embed/>
                </p:oleObj>
              </mc:Choice>
              <mc:Fallback>
                <p:oleObj name="Equation" r:id="rId3" imgW="3200400" imgH="1041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4938" y="2817813"/>
                        <a:ext cx="3870325" cy="125730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3" name="Rectangle 7"/>
          <p:cNvSpPr>
            <a:spLocks noChangeArrowheads="1"/>
          </p:cNvSpPr>
          <p:nvPr/>
        </p:nvSpPr>
        <p:spPr bwMode="auto">
          <a:xfrm>
            <a:off x="0" y="2819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39944" name="Object 6"/>
          <p:cNvGraphicFramePr>
            <a:graphicFrameLocks noChangeAspect="1"/>
          </p:cNvGraphicFramePr>
          <p:nvPr/>
        </p:nvGraphicFramePr>
        <p:xfrm>
          <a:off x="2514600" y="4406900"/>
          <a:ext cx="3962400" cy="1241425"/>
        </p:xfrm>
        <a:graphic>
          <a:graphicData uri="http://schemas.openxmlformats.org/presentationml/2006/ole">
            <mc:AlternateContent xmlns:mc="http://schemas.openxmlformats.org/markup-compatibility/2006">
              <mc:Choice xmlns:v="urn:schemas-microsoft-com:vml" Requires="v">
                <p:oleObj spid="_x0000_s39992" name="Equation" r:id="rId5" imgW="3314700" imgH="1041400" progId="Equation.3">
                  <p:embed/>
                </p:oleObj>
              </mc:Choice>
              <mc:Fallback>
                <p:oleObj name="Equation" r:id="rId5" imgW="3314700" imgH="10414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4406900"/>
                        <a:ext cx="3962400" cy="124142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327E47C3-0A29-4350-97D6-34F14CA86EE5}" type="datetime1">
              <a:rPr lang="en-US">
                <a:latin typeface="Arial" pitchFamily="34" charset="0"/>
              </a:rPr>
              <a:pPr/>
              <a:t>23/12/2019</a:t>
            </a:fld>
            <a:endParaRPr lang="en-US" altLang="en-US">
              <a:latin typeface="Arial" pitchFamily="34" charset="0"/>
            </a:endParaRPr>
          </a:p>
        </p:txBody>
      </p:sp>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39B4C1EC-52B4-4F69-88BD-46A4F7F68DE6}" type="slidenum">
              <a:rPr lang="en-US" altLang="en-US" sz="1000"/>
              <a:pPr/>
              <a:t>32</a:t>
            </a:fld>
            <a:endParaRPr lang="en-US" altLang="en-US" sz="1000"/>
          </a:p>
        </p:txBody>
      </p:sp>
      <p:sp>
        <p:nvSpPr>
          <p:cNvPr id="34820" name="Rectangle 2"/>
          <p:cNvSpPr>
            <a:spLocks noGrp="1" noChangeArrowheads="1"/>
          </p:cNvSpPr>
          <p:nvPr>
            <p:ph type="title"/>
          </p:nvPr>
        </p:nvSpPr>
        <p:spPr>
          <a:xfrm>
            <a:off x="457200" y="685800"/>
            <a:ext cx="7543800" cy="731838"/>
          </a:xfrm>
          <a:solidFill>
            <a:schemeClr val="tx2">
              <a:lumMod val="20000"/>
              <a:lumOff val="80000"/>
            </a:schemeClr>
          </a:solidFill>
        </p:spPr>
        <p:txBody>
          <a:bodyPr/>
          <a:lstStyle/>
          <a:p>
            <a:pPr algn="ctr" eaLnBrk="1" hangingPunct="1"/>
            <a:r>
              <a:rPr lang="sv-SE" altLang="ja-JP" b="0" smtClean="0">
                <a:latin typeface="Constantia" pitchFamily="18" charset="0"/>
                <a:ea typeface="ＭＳ Ｐゴシック" pitchFamily="34" charset="-128"/>
              </a:rPr>
              <a:t>Ph</a:t>
            </a:r>
            <a:r>
              <a:rPr lang="vi-VN" altLang="ja-JP" b="0" smtClean="0">
                <a:latin typeface="Times New Roman" pitchFamily="18" charset="0"/>
                <a:ea typeface="ＭＳ Ｐゴシック" pitchFamily="34" charset="-128"/>
              </a:rPr>
              <a:t>ươ</a:t>
            </a:r>
            <a:r>
              <a:rPr lang="sv-SE" altLang="ja-JP" b="0" smtClean="0">
                <a:latin typeface="Constantia" pitchFamily="18" charset="0"/>
                <a:ea typeface="ＭＳ Ｐゴシック" pitchFamily="34" charset="-128"/>
              </a:rPr>
              <a:t>ng pháp quay pha</a:t>
            </a:r>
            <a:endParaRPr lang="en-US" b="0" smtClean="0">
              <a:latin typeface="Constantia" pitchFamily="18" charset="0"/>
            </a:endParaRPr>
          </a:p>
        </p:txBody>
      </p:sp>
      <p:sp>
        <p:nvSpPr>
          <p:cNvPr id="40964" name="Rectangle 3"/>
          <p:cNvSpPr>
            <a:spLocks noGrp="1" noChangeArrowheads="1"/>
          </p:cNvSpPr>
          <p:nvPr>
            <p:ph type="body" idx="1"/>
          </p:nvPr>
        </p:nvSpPr>
        <p:spPr>
          <a:xfrm>
            <a:off x="457200" y="1524000"/>
            <a:ext cx="8229600" cy="4606925"/>
          </a:xfrm>
        </p:spPr>
        <p:txBody>
          <a:bodyPr/>
          <a:lstStyle/>
          <a:p>
            <a:pPr eaLnBrk="1" hangingPunct="1"/>
            <a:r>
              <a:rPr lang="en-AU" altLang="ja-JP" sz="2600" b="1" i="1" u="sng" smtClean="0">
                <a:solidFill>
                  <a:srgbClr val="FF0000"/>
                </a:solidFill>
                <a:latin typeface="Times New Roman" pitchFamily="18" charset="0"/>
                <a:ea typeface="ＭＳ Ｐゴシック" pitchFamily="34" charset="-128"/>
              </a:rPr>
              <a:t>Nhận xét:</a:t>
            </a:r>
            <a:endParaRPr lang="en-AU" altLang="ja-JP" sz="2600" b="1" smtClean="0">
              <a:solidFill>
                <a:srgbClr val="FF0000"/>
              </a:solidFill>
              <a:latin typeface="Times New Roman" pitchFamily="18" charset="0"/>
              <a:ea typeface="ＭＳ Ｐゴシック" pitchFamily="34" charset="-128"/>
            </a:endParaRPr>
          </a:p>
          <a:p>
            <a:pPr lvl="1" eaLnBrk="1" hangingPunct="1"/>
            <a:r>
              <a:rPr lang="en-AU" altLang="ja-JP" sz="2000" smtClean="0">
                <a:latin typeface="Constantia" pitchFamily="18" charset="0"/>
                <a:ea typeface="ＭＳ Ｐゴシック" pitchFamily="34" charset="-128"/>
              </a:rPr>
              <a:t>Do tín hiệu ra chỉ có 1 thành phần biên tần </a:t>
            </a:r>
            <a:r>
              <a:rPr lang="en-AU" altLang="ja-JP" sz="2000" smtClean="0">
                <a:latin typeface="Constantia" pitchFamily="18" charset="0"/>
                <a:ea typeface="ＭＳ Ｐゴシック" pitchFamily="34" charset="-128"/>
                <a:cs typeface="Times New Roman" pitchFamily="18" charset="0"/>
                <a:sym typeface="Wingdings" pitchFamily="2" charset="2"/>
              </a:rPr>
              <a:t>→</a:t>
            </a:r>
            <a:r>
              <a:rPr lang="en-AU" altLang="ja-JP" sz="2000" smtClean="0">
                <a:latin typeface="Constantia" pitchFamily="18" charset="0"/>
                <a:ea typeface="ＭＳ Ｐゴシック" pitchFamily="34" charset="-128"/>
              </a:rPr>
              <a:t> không cần phải lọc</a:t>
            </a:r>
          </a:p>
          <a:p>
            <a:pPr lvl="1" eaLnBrk="1" hangingPunct="1"/>
            <a:r>
              <a:rPr lang="en-AU" altLang="ja-JP" sz="2000" smtClean="0">
                <a:latin typeface="Constantia" pitchFamily="18" charset="0"/>
                <a:ea typeface="ＭＳ Ｐゴシック" pitchFamily="34" charset="-128"/>
              </a:rPr>
              <a:t>Để tín hiệu ra của 2 bộ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biên vòng bằng nhau về giá trị tuyệt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ối </a:t>
            </a:r>
            <a:r>
              <a:rPr lang="en-AU" altLang="ja-JP" sz="2000" smtClean="0">
                <a:latin typeface="Constantia" pitchFamily="18" charset="0"/>
                <a:ea typeface="ＭＳ Ｐゴシック" pitchFamily="34" charset="-128"/>
                <a:sym typeface="Wingdings" pitchFamily="2" charset="2"/>
              </a:rPr>
              <a:t>→ </a:t>
            </a:r>
            <a:r>
              <a:rPr lang="en-AU" altLang="ja-JP" sz="2000" smtClean="0">
                <a:latin typeface="Constantia" pitchFamily="18" charset="0"/>
                <a:ea typeface="ＭＳ Ｐゴシック" pitchFamily="34" charset="-128"/>
              </a:rPr>
              <a:t>yêu cầu 2 bộ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biên vòng phải hoàn toàn giống nhau.</a:t>
            </a:r>
          </a:p>
          <a:p>
            <a:pPr lvl="1" eaLnBrk="1" hangingPunct="1"/>
            <a:r>
              <a:rPr lang="en-AU" altLang="ja-JP" sz="2000" smtClean="0">
                <a:latin typeface="Constantia" pitchFamily="18" charset="0"/>
                <a:ea typeface="ＭＳ Ｐゴシック" pitchFamily="34" charset="-128"/>
              </a:rPr>
              <a:t>Phải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ảm bảo góc quay pha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úng:</a:t>
            </a:r>
          </a:p>
          <a:p>
            <a:pPr lvl="2" eaLnBrk="1" hangingPunct="1"/>
            <a:r>
              <a:rPr lang="en-AU" altLang="ja-JP" sz="2000" smtClean="0">
                <a:latin typeface="Constantia" pitchFamily="18" charset="0"/>
                <a:ea typeface="ＭＳ Ｐゴシック" pitchFamily="34" charset="-128"/>
              </a:rPr>
              <a:t> Quay pha tải tin rất dễ vì là tín hiệu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hoà</a:t>
            </a:r>
          </a:p>
          <a:p>
            <a:pPr lvl="2" eaLnBrk="1" hangingPunct="1"/>
            <a:r>
              <a:rPr lang="en-AU" altLang="ja-JP" sz="2000" smtClean="0">
                <a:latin typeface="Constantia" pitchFamily="18" charset="0"/>
                <a:ea typeface="ＭＳ Ｐゴシック" pitchFamily="34" charset="-128"/>
              </a:rPr>
              <a:t> Tín hiệu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chế th</a:t>
            </a:r>
            <a:r>
              <a:rPr lang="vi-VN" altLang="ja-JP" sz="2000" smtClean="0">
                <a:latin typeface="Times New Roman" pitchFamily="18" charset="0"/>
                <a:ea typeface="ＭＳ Ｐゴシック" pitchFamily="34" charset="-128"/>
              </a:rPr>
              <a:t>ư</a:t>
            </a:r>
            <a:r>
              <a:rPr lang="en-AU" altLang="ja-JP" sz="2000" smtClean="0">
                <a:latin typeface="Constantia" pitchFamily="18" charset="0"/>
                <a:ea typeface="ＭＳ Ｐゴシック" pitchFamily="34" charset="-128"/>
              </a:rPr>
              <a:t>ờng là một dải tần </a:t>
            </a:r>
            <a:r>
              <a:rPr lang="en-AU" altLang="ja-JP" sz="2000" smtClean="0">
                <a:latin typeface="Constantia" pitchFamily="18" charset="0"/>
                <a:ea typeface="ＭＳ Ｐゴシック" pitchFamily="34" charset="-128"/>
                <a:sym typeface="Wingdings" pitchFamily="2" charset="2"/>
              </a:rPr>
              <a:t>→</a:t>
            </a:r>
            <a:r>
              <a:rPr lang="en-AU" altLang="ja-JP" sz="2000" smtClean="0">
                <a:latin typeface="Constantia" pitchFamily="18" charset="0"/>
                <a:ea typeface="ＭＳ Ｐゴシック" pitchFamily="34" charset="-128"/>
              </a:rPr>
              <a:t> rất khó thực hiện quay pha 90</a:t>
            </a:r>
            <a:r>
              <a:rPr lang="en-AU" altLang="ja-JP" sz="2000" baseline="30000" smtClean="0">
                <a:latin typeface="Constantia" pitchFamily="18" charset="0"/>
                <a:ea typeface="ＭＳ Ｐゴシック" pitchFamily="34" charset="-128"/>
              </a:rPr>
              <a:t>0</a:t>
            </a:r>
            <a:r>
              <a:rPr lang="en-AU" altLang="ja-JP" sz="2000" smtClean="0">
                <a:latin typeface="Constantia" pitchFamily="18" charset="0"/>
                <a:ea typeface="ＭＳ Ｐゴシック" pitchFamily="34" charset="-128"/>
              </a:rPr>
              <a:t> trong dải tần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ó .</a:t>
            </a:r>
            <a:endParaRPr lang="en-AU" altLang="ja-JP" sz="2000" smtClean="0">
              <a:latin typeface="Constantia" pitchFamily="18" charset="0"/>
              <a:ea typeface="ＭＳ Ｐゴシック" pitchFamily="34" charset="-128"/>
              <a:sym typeface="Wingdings" pitchFamily="2" charset="2"/>
            </a:endParaRPr>
          </a:p>
          <a:p>
            <a:pPr eaLnBrk="1" hangingPunct="1">
              <a:buFont typeface="Wingdings" pitchFamily="2" charset="2"/>
              <a:buNone/>
            </a:pPr>
            <a:r>
              <a:rPr lang="en-AU" altLang="ja-JP" sz="2000" smtClean="0">
                <a:latin typeface="Constantia" pitchFamily="18" charset="0"/>
                <a:ea typeface="ＭＳ Ｐゴシック" pitchFamily="34" charset="-128"/>
                <a:sym typeface="Wingdings" pitchFamily="2" charset="2"/>
              </a:rPr>
              <a:t>→ </a:t>
            </a:r>
            <a:r>
              <a:rPr lang="en-AU" altLang="ja-JP" sz="2000" smtClean="0">
                <a:latin typeface="Constantia" pitchFamily="18" charset="0"/>
                <a:ea typeface="ＭＳ Ｐゴシック" pitchFamily="34" charset="-128"/>
              </a:rPr>
              <a:t>ph</a:t>
            </a:r>
            <a:r>
              <a:rPr lang="vi-VN" altLang="ja-JP" sz="2000" smtClean="0">
                <a:latin typeface="Times New Roman" pitchFamily="18" charset="0"/>
                <a:ea typeface="ＭＳ Ｐゴシック" pitchFamily="34" charset="-128"/>
              </a:rPr>
              <a:t>ươ</a:t>
            </a:r>
            <a:r>
              <a:rPr lang="en-AU" altLang="ja-JP" sz="2000" smtClean="0">
                <a:latin typeface="Constantia" pitchFamily="18" charset="0"/>
                <a:ea typeface="ＭＳ Ｐゴシック" pitchFamily="34" charset="-128"/>
              </a:rPr>
              <a:t>ng pháp này chỉ thực hiện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chế tín hiệu </a:t>
            </a:r>
            <a:r>
              <a:rPr lang="vi-VN" altLang="ja-JP" sz="2000" smtClean="0">
                <a:latin typeface="Times New Roman" pitchFamily="18" charset="0"/>
                <a:ea typeface="ＭＳ Ｐゴシック" pitchFamily="34" charset="-128"/>
              </a:rPr>
              <a:t>đ</a:t>
            </a:r>
            <a:r>
              <a:rPr lang="en-AU" altLang="ja-JP" sz="2000" smtClean="0">
                <a:latin typeface="Constantia" pitchFamily="18" charset="0"/>
                <a:ea typeface="ＭＳ Ｐゴシック" pitchFamily="34" charset="-128"/>
              </a:rPr>
              <a:t>iều hoà (hình sin)</a:t>
            </a:r>
            <a:endParaRPr lang="en-AU" altLang="ja-JP" sz="2000" smtClean="0">
              <a:latin typeface="Constantia" pitchFamily="18" charset="0"/>
              <a:ea typeface="ＭＳ Ｐゴシック" pitchFamily="34" charset="-128"/>
              <a:sym typeface="Wingdings" pitchFamily="2" charset="2"/>
            </a:endParaRPr>
          </a:p>
          <a:p>
            <a:pPr eaLnBrk="1" hangingPunct="1">
              <a:buFont typeface="Wingdings" pitchFamily="2" charset="2"/>
              <a:buNone/>
            </a:pPr>
            <a:r>
              <a:rPr lang="en-AU" altLang="ja-JP" sz="2000" smtClean="0">
                <a:latin typeface="Constantia" pitchFamily="18" charset="0"/>
                <a:ea typeface="ＭＳ Ｐゴシック" pitchFamily="34" charset="-128"/>
                <a:sym typeface="Wingdings" pitchFamily="2" charset="2"/>
              </a:rPr>
              <a:t>→ </a:t>
            </a:r>
            <a:r>
              <a:rPr lang="en-AU" altLang="ja-JP" sz="2000" smtClean="0">
                <a:latin typeface="Constantia" pitchFamily="18" charset="0"/>
                <a:ea typeface="ＭＳ Ｐゴシック" pitchFamily="34" charset="-128"/>
              </a:rPr>
              <a:t>khắc phục bằng ph</a:t>
            </a:r>
            <a:r>
              <a:rPr lang="vi-VN" altLang="ja-JP" sz="2000" smtClean="0">
                <a:latin typeface="Times New Roman" pitchFamily="18" charset="0"/>
                <a:ea typeface="ＭＳ Ｐゴシック" pitchFamily="34" charset="-128"/>
              </a:rPr>
              <a:t>ươ</a:t>
            </a:r>
            <a:r>
              <a:rPr lang="en-AU" altLang="ja-JP" sz="2000" smtClean="0">
                <a:latin typeface="Constantia" pitchFamily="18" charset="0"/>
                <a:ea typeface="ＭＳ Ｐゴシック" pitchFamily="34" charset="-128"/>
              </a:rPr>
              <a:t>ng pháp lọc và quay pha kết hợp.</a:t>
            </a:r>
            <a:endParaRPr lang="en-US" altLang="en-US" sz="2000" smtClean="0">
              <a:latin typeface="Constantia"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58EDA290-0464-464F-8028-CF779AF7BC76}" type="datetime1">
              <a:rPr lang="en-US">
                <a:latin typeface="Arial" pitchFamily="34" charset="0"/>
              </a:rPr>
              <a:pPr/>
              <a:t>23/12/2019</a:t>
            </a:fld>
            <a:endParaRPr lang="en-US" altLang="en-US">
              <a:latin typeface="Arial" pitchFamily="34" charset="0"/>
            </a:endParaRPr>
          </a:p>
        </p:txBody>
      </p:sp>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E0F737AD-A3BD-4E65-846B-EA00D5832BED}" type="slidenum">
              <a:rPr lang="en-US" altLang="en-US" sz="1000"/>
              <a:pPr/>
              <a:t>33</a:t>
            </a:fld>
            <a:endParaRPr lang="en-US" altLang="en-US" sz="1000"/>
          </a:p>
        </p:txBody>
      </p:sp>
      <p:sp>
        <p:nvSpPr>
          <p:cNvPr id="14341" name="Rectangle 2"/>
          <p:cNvSpPr>
            <a:spLocks noGrp="1" noChangeArrowheads="1"/>
          </p:cNvSpPr>
          <p:nvPr>
            <p:ph type="title"/>
          </p:nvPr>
        </p:nvSpPr>
        <p:spPr>
          <a:xfrm>
            <a:off x="457200" y="533400"/>
            <a:ext cx="8001000" cy="731838"/>
          </a:xfrm>
          <a:solidFill>
            <a:schemeClr val="tx2">
              <a:lumMod val="20000"/>
              <a:lumOff val="80000"/>
            </a:schemeClr>
          </a:solidFill>
        </p:spPr>
        <p:txBody>
          <a:bodyPr/>
          <a:lstStyle/>
          <a:p>
            <a:pPr marL="742950" indent="-742950" eaLnBrk="1" hangingPunct="1"/>
            <a:r>
              <a:rPr lang="sv-SE" altLang="ja-JP" sz="3500" b="0" smtClean="0">
                <a:latin typeface="Constantia" pitchFamily="18" charset="0"/>
                <a:ea typeface="ＭＳ Ｐゴシック" pitchFamily="34" charset="-128"/>
              </a:rPr>
              <a:t>Ph</a:t>
            </a:r>
            <a:r>
              <a:rPr lang="vi-VN" altLang="ja-JP" sz="3500" b="0" smtClean="0">
                <a:latin typeface="Times New Roman" pitchFamily="18" charset="0"/>
                <a:ea typeface="ＭＳ Ｐゴシック" pitchFamily="34" charset="-128"/>
              </a:rPr>
              <a:t>ươ</a:t>
            </a:r>
            <a:r>
              <a:rPr lang="sv-SE" altLang="ja-JP" sz="3500" b="0" smtClean="0">
                <a:latin typeface="Constantia" pitchFamily="18" charset="0"/>
                <a:ea typeface="ＭＳ Ｐゴシック" pitchFamily="34" charset="-128"/>
              </a:rPr>
              <a:t>ng pháp lọc và quay pha kết hợp</a:t>
            </a:r>
            <a:endParaRPr lang="en-US" sz="3500" b="0" smtClean="0">
              <a:latin typeface="Constantia" pitchFamily="18" charset="0"/>
            </a:endParaRPr>
          </a:p>
        </p:txBody>
      </p:sp>
      <p:sp>
        <p:nvSpPr>
          <p:cNvPr id="41988" name="Rectangle 3"/>
          <p:cNvSpPr>
            <a:spLocks noGrp="1" noChangeArrowheads="1"/>
          </p:cNvSpPr>
          <p:nvPr>
            <p:ph type="body" idx="1"/>
          </p:nvPr>
        </p:nvSpPr>
        <p:spPr>
          <a:xfrm>
            <a:off x="381000" y="1447800"/>
            <a:ext cx="8229600" cy="4411663"/>
          </a:xfrm>
        </p:spPr>
        <p:txBody>
          <a:bodyPr/>
          <a:lstStyle/>
          <a:p>
            <a:pPr eaLnBrk="1" hangingPunct="1"/>
            <a:r>
              <a:rPr lang="sv-SE" altLang="ja-JP" sz="2400" smtClean="0">
                <a:latin typeface="Constantia" pitchFamily="18" charset="0"/>
                <a:ea typeface="ＭＳ Ｐゴシック" pitchFamily="34" charset="-128"/>
              </a:rPr>
              <a:t>Ph</a:t>
            </a:r>
            <a:r>
              <a:rPr lang="vi-VN" altLang="ja-JP" sz="2400" smtClean="0">
                <a:latin typeface="Times New Roman" pitchFamily="18" charset="0"/>
                <a:ea typeface="ＭＳ Ｐゴシック" pitchFamily="34" charset="-128"/>
              </a:rPr>
              <a:t>ươ</a:t>
            </a:r>
            <a:r>
              <a:rPr lang="sv-SE" altLang="ja-JP" sz="2400" smtClean="0">
                <a:latin typeface="Constantia" pitchFamily="18" charset="0"/>
                <a:ea typeface="ＭＳ Ｐゴシック" pitchFamily="34" charset="-128"/>
              </a:rPr>
              <a:t>ng pháp này chỉ thực hiện quay pha tải tin còn tín hiệu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iều chế không cần quay pha mà </a:t>
            </a:r>
            <a:r>
              <a:rPr lang="vi-VN" altLang="ja-JP" sz="2400" smtClean="0">
                <a:latin typeface="Times New Roman" pitchFamily="18" charset="0"/>
                <a:ea typeface="ＭＳ Ｐゴシック" pitchFamily="34" charset="-128"/>
              </a:rPr>
              <a:t>đư</a:t>
            </a:r>
            <a:r>
              <a:rPr lang="sv-SE" altLang="ja-JP" sz="2400" smtClean="0">
                <a:latin typeface="Constantia" pitchFamily="18" charset="0"/>
                <a:ea typeface="ＭＳ Ｐゴシック" pitchFamily="34" charset="-128"/>
              </a:rPr>
              <a:t>ợc </a:t>
            </a:r>
            <a:r>
              <a:rPr lang="vi-VN" altLang="ja-JP" sz="2400" smtClean="0">
                <a:latin typeface="Times New Roman" pitchFamily="18" charset="0"/>
                <a:ea typeface="ＭＳ Ｐゴシック" pitchFamily="34" charset="-128"/>
              </a:rPr>
              <a:t>đư</a:t>
            </a:r>
            <a:r>
              <a:rPr lang="sv-SE" altLang="ja-JP" sz="2400" smtClean="0">
                <a:latin typeface="Constantia" pitchFamily="18" charset="0"/>
                <a:ea typeface="ＭＳ Ｐゴシック" pitchFamily="34" charset="-128"/>
              </a:rPr>
              <a:t>a trực tiếp vào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iều biên vòng.</a:t>
            </a:r>
          </a:p>
          <a:p>
            <a:pPr eaLnBrk="1" hangingPunct="1"/>
            <a:r>
              <a:rPr lang="sv-SE" altLang="ja-JP" sz="2400" smtClean="0">
                <a:latin typeface="Constantia" pitchFamily="18" charset="0"/>
                <a:ea typeface="ＭＳ Ｐゴシック" pitchFamily="34" charset="-128"/>
              </a:rPr>
              <a:t>S</a:t>
            </a:r>
            <a:r>
              <a:rPr lang="vi-VN" altLang="ja-JP" sz="2400" smtClean="0">
                <a:latin typeface="Times New Roman" pitchFamily="18" charset="0"/>
                <a:ea typeface="ＭＳ Ｐゴシック" pitchFamily="34" charset="-128"/>
              </a:rPr>
              <a:t>ơ</a:t>
            </a:r>
            <a:r>
              <a:rPr lang="sv-SE" altLang="ja-JP" sz="2400" smtClean="0">
                <a:latin typeface="Constantia" pitchFamily="18" charset="0"/>
                <a:ea typeface="ＭＳ Ｐゴシック" pitchFamily="34" charset="-128"/>
              </a:rPr>
              <a:t> </a:t>
            </a:r>
            <a:r>
              <a:rPr lang="vi-VN" altLang="ja-JP" sz="2400" smtClean="0">
                <a:latin typeface="Times New Roman" pitchFamily="18" charset="0"/>
                <a:ea typeface="ＭＳ Ｐゴシック" pitchFamily="34" charset="-128"/>
              </a:rPr>
              <a:t>đ</a:t>
            </a:r>
            <a:r>
              <a:rPr lang="sv-SE" altLang="ja-JP" sz="2400" smtClean="0">
                <a:latin typeface="Constantia" pitchFamily="18" charset="0"/>
                <a:ea typeface="ＭＳ Ｐゴシック" pitchFamily="34" charset="-128"/>
              </a:rPr>
              <a:t>ồ khối nh</a:t>
            </a:r>
            <a:r>
              <a:rPr lang="vi-VN" altLang="ja-JP" sz="2400" smtClean="0">
                <a:latin typeface="Times New Roman" pitchFamily="18" charset="0"/>
                <a:ea typeface="ＭＳ Ｐゴシック" pitchFamily="34" charset="-128"/>
              </a:rPr>
              <a:t>ư</a:t>
            </a:r>
            <a:r>
              <a:rPr lang="sv-SE" altLang="ja-JP" sz="2400" smtClean="0">
                <a:latin typeface="Constantia" pitchFamily="18" charset="0"/>
                <a:ea typeface="ＭＳ Ｐゴシック" pitchFamily="34" charset="-128"/>
              </a:rPr>
              <a:t> sau:</a:t>
            </a:r>
            <a:endParaRPr lang="en-US" altLang="en-US" sz="2400" smtClean="0">
              <a:latin typeface="Constantia" pitchFamily="18" charset="0"/>
            </a:endParaRPr>
          </a:p>
        </p:txBody>
      </p:sp>
      <p:sp>
        <p:nvSpPr>
          <p:cNvPr id="41989" name="Rectangle 5"/>
          <p:cNvSpPr>
            <a:spLocks noChangeArrowheads="1"/>
          </p:cNvSpPr>
          <p:nvPr/>
        </p:nvSpPr>
        <p:spPr bwMode="auto">
          <a:xfrm>
            <a:off x="0" y="2200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1990" name="Object 4"/>
          <p:cNvGraphicFramePr>
            <a:graphicFrameLocks noChangeAspect="1"/>
          </p:cNvGraphicFramePr>
          <p:nvPr/>
        </p:nvGraphicFramePr>
        <p:xfrm>
          <a:off x="1295400" y="3124200"/>
          <a:ext cx="6934200" cy="2903538"/>
        </p:xfrm>
        <a:graphic>
          <a:graphicData uri="http://schemas.openxmlformats.org/presentationml/2006/ole">
            <mc:AlternateContent xmlns:mc="http://schemas.openxmlformats.org/markup-compatibility/2006">
              <mc:Choice xmlns:v="urn:schemas-microsoft-com:vml" Requires="v">
                <p:oleObj spid="_x0000_s42015" name="Visio" r:id="rId3" imgW="7759700" imgH="3263900" progId="Visio.Drawing.11">
                  <p:embed/>
                </p:oleObj>
              </mc:Choice>
              <mc:Fallback>
                <p:oleObj name="Visio" r:id="rId3" imgW="7759700" imgH="32639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124200"/>
                        <a:ext cx="6934200"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F7FEA450-A0FC-423F-9C45-469D27202918}" type="datetime1">
              <a:rPr lang="en-US">
                <a:latin typeface="Arial" pitchFamily="34" charset="0"/>
              </a:rPr>
              <a:pPr/>
              <a:t>23/12/2019</a:t>
            </a:fld>
            <a:endParaRPr lang="en-US" altLang="en-US">
              <a:latin typeface="Arial" pitchFamily="34" charset="0"/>
            </a:endParaRPr>
          </a:p>
        </p:txBody>
      </p:sp>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03F1A845-43BC-489C-821E-B8EEC41FC0A5}" type="slidenum">
              <a:rPr lang="en-US" altLang="en-US" sz="1000"/>
              <a:pPr/>
              <a:t>34</a:t>
            </a:fld>
            <a:endParaRPr lang="en-US" altLang="en-US" sz="1000"/>
          </a:p>
        </p:txBody>
      </p:sp>
      <p:sp>
        <p:nvSpPr>
          <p:cNvPr id="43011" name="Rectangle 3"/>
          <p:cNvSpPr>
            <a:spLocks noGrp="1" noChangeArrowheads="1"/>
          </p:cNvSpPr>
          <p:nvPr>
            <p:ph type="body" idx="1"/>
          </p:nvPr>
        </p:nvSpPr>
        <p:spPr>
          <a:xfrm>
            <a:off x="304800" y="1371600"/>
            <a:ext cx="8229600" cy="4411663"/>
          </a:xfrm>
        </p:spPr>
        <p:txBody>
          <a:bodyPr/>
          <a:lstStyle/>
          <a:p>
            <a:pPr eaLnBrk="1" hangingPunct="1"/>
            <a:r>
              <a:rPr lang="en-AU" altLang="ja-JP" sz="1800" smtClean="0">
                <a:latin typeface="Times New Roman" pitchFamily="18" charset="0"/>
                <a:ea typeface="ＭＳ Ｐゴシック" pitchFamily="34" charset="-128"/>
              </a:rPr>
              <a:t>Điều biên vòng 1: </a:t>
            </a:r>
            <a:r>
              <a:rPr lang="vi-VN" altLang="ja-JP" sz="1800" smtClean="0">
                <a:latin typeface="Times New Roman" pitchFamily="18" charset="0"/>
                <a:ea typeface="ＭＳ Ｐゴシック" pitchFamily="34" charset="-128"/>
              </a:rPr>
              <a:t>đư</a:t>
            </a:r>
            <a:r>
              <a:rPr lang="en-AU" altLang="ja-JP" sz="1800" smtClean="0">
                <a:latin typeface="Times New Roman" pitchFamily="18" charset="0"/>
                <a:ea typeface="ＭＳ Ｐゴシック" pitchFamily="34" charset="-128"/>
              </a:rPr>
              <a:t>a trực tiếp u</a:t>
            </a:r>
            <a:r>
              <a:rPr lang="en-AU" altLang="ja-JP" sz="1800" baseline="-25000" smtClean="0">
                <a:latin typeface="Times New Roman" pitchFamily="18" charset="0"/>
                <a:ea typeface="ＭＳ Ｐゴシック" pitchFamily="34" charset="-128"/>
              </a:rPr>
              <a:t>S</a:t>
            </a:r>
            <a:r>
              <a:rPr lang="en-AU" altLang="ja-JP" sz="1800" smtClean="0">
                <a:latin typeface="Times New Roman" pitchFamily="18" charset="0"/>
                <a:ea typeface="ＭＳ Ｐゴシック" pitchFamily="34" charset="-128"/>
              </a:rPr>
              <a:t> , u</a:t>
            </a:r>
            <a:r>
              <a:rPr lang="en-AU" altLang="ja-JP" sz="1800" baseline="-25000" smtClean="0">
                <a:latin typeface="Times New Roman" pitchFamily="18" charset="0"/>
                <a:ea typeface="ＭＳ Ｐゴシック" pitchFamily="34" charset="-128"/>
              </a:rPr>
              <a:t>t</a:t>
            </a:r>
            <a:r>
              <a:rPr lang="en-AU" altLang="ja-JP" sz="1800" smtClean="0">
                <a:latin typeface="Times New Roman" pitchFamily="18" charset="0"/>
                <a:ea typeface="ＭＳ Ｐゴシック" pitchFamily="34" charset="-128"/>
              </a:rPr>
              <a:t> vào. Tín hiệu ra u</a:t>
            </a:r>
            <a:r>
              <a:rPr lang="vi-VN" altLang="ja-JP" sz="1800" baseline="-25000" smtClean="0">
                <a:latin typeface="Times New Roman" pitchFamily="18" charset="0"/>
                <a:ea typeface="ＭＳ Ｐゴシック" pitchFamily="34" charset="-128"/>
              </a:rPr>
              <a:t>đ</a:t>
            </a:r>
            <a:r>
              <a:rPr lang="en-AU" altLang="ja-JP" sz="1800" baseline="-25000" smtClean="0">
                <a:latin typeface="Times New Roman" pitchFamily="18" charset="0"/>
                <a:ea typeface="ＭＳ Ｐゴシック" pitchFamily="34" charset="-128"/>
              </a:rPr>
              <a:t>b1</a:t>
            </a:r>
            <a:r>
              <a:rPr lang="en-AU" altLang="ja-JP" sz="1800" smtClean="0">
                <a:latin typeface="Times New Roman" pitchFamily="18" charset="0"/>
                <a:ea typeface="ＭＳ Ｐゴシック" pitchFamily="34" charset="-128"/>
              </a:rPr>
              <a:t> là:</a:t>
            </a:r>
          </a:p>
          <a:p>
            <a:pPr eaLnBrk="1" hangingPunct="1"/>
            <a:endParaRPr lang="en-AU" altLang="ja-JP" sz="1800" smtClean="0">
              <a:latin typeface="Times New Roman" pitchFamily="18" charset="0"/>
              <a:ea typeface="ＭＳ Ｐゴシック" pitchFamily="34" charset="-128"/>
            </a:endParaRPr>
          </a:p>
          <a:p>
            <a:pPr eaLnBrk="1" hangingPunct="1">
              <a:buFont typeface="Wingdings" pitchFamily="2" charset="2"/>
              <a:buNone/>
            </a:pPr>
            <a:endParaRPr lang="sv-SE" altLang="ja-JP" sz="1800" smtClean="0">
              <a:latin typeface="Times New Roman" pitchFamily="18" charset="0"/>
              <a:ea typeface="ＭＳ Ｐゴシック" pitchFamily="34" charset="-128"/>
            </a:endParaRPr>
          </a:p>
          <a:p>
            <a:pPr eaLnBrk="1" hangingPunct="1"/>
            <a:r>
              <a:rPr lang="sv-SE" altLang="ja-JP" sz="1800" smtClean="0">
                <a:latin typeface="Times New Roman" pitchFamily="18" charset="0"/>
                <a:ea typeface="ＭＳ Ｐゴシック" pitchFamily="34" charset="-128"/>
              </a:rPr>
              <a:t>Điều biên vòng 2 </a:t>
            </a:r>
            <a:r>
              <a:rPr lang="sv-SE" altLang="ja-JP" sz="1800" smtClean="0">
                <a:latin typeface="Times New Roman" pitchFamily="18" charset="0"/>
                <a:ea typeface="ＭＳ Ｐゴシック" pitchFamily="34" charset="-128"/>
                <a:sym typeface="Wingdings" pitchFamily="2" charset="2"/>
              </a:rPr>
              <a:t></a:t>
            </a:r>
            <a:r>
              <a:rPr lang="sv-SE" altLang="ja-JP" sz="1800" smtClean="0">
                <a:latin typeface="Times New Roman" pitchFamily="18" charset="0"/>
                <a:ea typeface="ＭＳ Ｐゴシック" pitchFamily="34" charset="-128"/>
              </a:rPr>
              <a:t> Us </a:t>
            </a:r>
            <a:r>
              <a:rPr lang="vi-VN" altLang="ja-JP" sz="1800" smtClean="0">
                <a:latin typeface="Times New Roman" pitchFamily="18" charset="0"/>
                <a:ea typeface="ＭＳ Ｐゴシック" pitchFamily="34" charset="-128"/>
              </a:rPr>
              <a:t>đư</a:t>
            </a:r>
            <a:r>
              <a:rPr lang="sv-SE" altLang="ja-JP" sz="1800" smtClean="0">
                <a:latin typeface="Times New Roman" pitchFamily="18" charset="0"/>
                <a:ea typeface="ＭＳ Ｐゴシック" pitchFamily="34" charset="-128"/>
              </a:rPr>
              <a:t>ợc </a:t>
            </a:r>
            <a:r>
              <a:rPr lang="vi-VN" altLang="ja-JP" sz="1800" smtClean="0">
                <a:latin typeface="Times New Roman" pitchFamily="18" charset="0"/>
                <a:ea typeface="ＭＳ Ｐゴシック" pitchFamily="34" charset="-128"/>
              </a:rPr>
              <a:t>đư</a:t>
            </a:r>
            <a:r>
              <a:rPr lang="sv-SE" altLang="ja-JP" sz="1800" smtClean="0">
                <a:latin typeface="Times New Roman" pitchFamily="18" charset="0"/>
                <a:ea typeface="ＭＳ Ｐゴシック" pitchFamily="34" charset="-128"/>
              </a:rPr>
              <a:t>a trực tiếp còng Ut1 thỡ quay pha 90</a:t>
            </a:r>
            <a:r>
              <a:rPr lang="sv-SE" altLang="ja-JP" sz="1800" baseline="30000" smtClean="0">
                <a:latin typeface="Times New Roman" pitchFamily="18" charset="0"/>
                <a:ea typeface="ＭＳ Ｐゴシック" pitchFamily="34" charset="-128"/>
              </a:rPr>
              <a:t>0</a:t>
            </a:r>
            <a:r>
              <a:rPr lang="sv-SE" altLang="ja-JP" sz="1800" smtClean="0">
                <a:latin typeface="Times New Roman" pitchFamily="18" charset="0"/>
                <a:ea typeface="ＭＳ Ｐゴシック" pitchFamily="34" charset="-128"/>
              </a:rPr>
              <a:t>. Ta có tín hiệu ra của bộ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biên vòng 2 là:</a:t>
            </a:r>
          </a:p>
          <a:p>
            <a:pPr eaLnBrk="1" hangingPunct="1"/>
            <a:endParaRPr lang="sv-SE" altLang="ja-JP" sz="1800" smtClean="0">
              <a:latin typeface="Times New Roman" pitchFamily="18" charset="0"/>
              <a:ea typeface="ＭＳ Ｐゴシック" pitchFamily="34" charset="-128"/>
            </a:endParaRPr>
          </a:p>
          <a:p>
            <a:pPr eaLnBrk="1" hangingPunct="1"/>
            <a:r>
              <a:rPr lang="sv-SE" altLang="ja-JP" sz="1800" smtClean="0">
                <a:latin typeface="Times New Roman" pitchFamily="18" charset="0"/>
                <a:ea typeface="ＭＳ Ｐゴシック" pitchFamily="34" charset="-128"/>
              </a:rPr>
              <a:t>Dùng bộ lọc 1 và 2 </a:t>
            </a:r>
            <a:r>
              <a:rPr lang="sv-SE" altLang="ja-JP" sz="1800" smtClean="0">
                <a:latin typeface="Times New Roman" pitchFamily="18" charset="0"/>
                <a:ea typeface="ＭＳ Ｐゴシック" pitchFamily="34" charset="-128"/>
                <a:sym typeface="Wingdings" pitchFamily="2" charset="2"/>
              </a:rPr>
              <a:t></a:t>
            </a:r>
            <a:r>
              <a:rPr lang="sv-SE" altLang="ja-JP" sz="1800" smtClean="0">
                <a:latin typeface="Times New Roman" pitchFamily="18" charset="0"/>
                <a:ea typeface="ＭＳ Ｐゴシック" pitchFamily="34" charset="-128"/>
              </a:rPr>
              <a:t> lọc lấy 2 biên tần trên (</a:t>
            </a:r>
            <a:r>
              <a:rPr lang="sv-SE" altLang="ja-JP" sz="1800" smtClean="0">
                <a:latin typeface="Times New Roman" pitchFamily="18" charset="0"/>
                <a:ea typeface="ＭＳ Ｐゴシック" pitchFamily="34" charset="-128"/>
                <a:sym typeface="Symbol" pitchFamily="18" charset="2"/>
              </a:rPr>
              <a:t></a:t>
            </a:r>
            <a:r>
              <a:rPr lang="sv-SE" altLang="ja-JP" sz="1800" baseline="-25000" smtClean="0">
                <a:latin typeface="Times New Roman" pitchFamily="18" charset="0"/>
                <a:ea typeface="ＭＳ Ｐゴシック" pitchFamily="34" charset="-128"/>
              </a:rPr>
              <a:t>t </a:t>
            </a:r>
            <a:r>
              <a:rPr lang="sv-SE" altLang="ja-JP" sz="1800" smtClean="0">
                <a:latin typeface="Times New Roman" pitchFamily="18" charset="0"/>
                <a:ea typeface="ＭＳ Ｐゴシック" pitchFamily="34" charset="-128"/>
              </a:rPr>
              <a:t>+ </a:t>
            </a:r>
            <a:r>
              <a:rPr lang="sv-SE" altLang="ja-JP" sz="1800" smtClean="0">
                <a:latin typeface="Times New Roman" pitchFamily="18" charset="0"/>
                <a:ea typeface="ＭＳ Ｐゴシック" pitchFamily="34" charset="-128"/>
                <a:sym typeface="Symbol" pitchFamily="18" charset="2"/>
              </a:rPr>
              <a:t></a:t>
            </a:r>
            <a:r>
              <a:rPr lang="sv-SE" altLang="ja-JP" sz="1800" baseline="-25000" smtClean="0">
                <a:latin typeface="Times New Roman" pitchFamily="18" charset="0"/>
                <a:ea typeface="ＭＳ Ｐゴシック" pitchFamily="34" charset="-128"/>
              </a:rPr>
              <a:t>s</a:t>
            </a:r>
            <a:r>
              <a:rPr lang="sv-SE" altLang="ja-JP" sz="1800" smtClean="0">
                <a:latin typeface="Times New Roman" pitchFamily="18" charset="0"/>
                <a:ea typeface="ＭＳ Ｐゴシック" pitchFamily="34" charset="-128"/>
              </a:rPr>
              <a:t>)</a:t>
            </a:r>
          </a:p>
          <a:p>
            <a:pPr eaLnBrk="1" hangingPunct="1"/>
            <a:r>
              <a:rPr lang="sv-SE" altLang="ja-JP" sz="1800" smtClean="0">
                <a:latin typeface="Times New Roman" pitchFamily="18" charset="0"/>
                <a:ea typeface="ＭＳ Ｐゴシック" pitchFamily="34" charset="-128"/>
              </a:rPr>
              <a:t> Lọc 1:  		Lọc 2: </a:t>
            </a:r>
          </a:p>
          <a:p>
            <a:pPr eaLnBrk="1" hangingPunct="1"/>
            <a:r>
              <a:rPr lang="en-AU" altLang="ja-JP" sz="1800" smtClean="0">
                <a:latin typeface="Times New Roman" pitchFamily="18" charset="0"/>
                <a:ea typeface="ＭＳ Ｐゴシック" pitchFamily="34" charset="-128"/>
              </a:rPr>
              <a:t>Điều biên vòng 3: Trực tiếp U</a:t>
            </a:r>
            <a:r>
              <a:rPr lang="en-AU" altLang="ja-JP" sz="1800" baseline="-25000" smtClean="0">
                <a:latin typeface="Times New Roman" pitchFamily="18" charset="0"/>
                <a:ea typeface="ＭＳ Ｐゴシック" pitchFamily="34" charset="-128"/>
              </a:rPr>
              <a:t>t2</a:t>
            </a:r>
            <a:r>
              <a:rPr lang="en-AU" altLang="ja-JP" sz="1800" smtClean="0">
                <a:latin typeface="Times New Roman" pitchFamily="18" charset="0"/>
                <a:ea typeface="ＭＳ Ｐゴシック" pitchFamily="34" charset="-128"/>
              </a:rPr>
              <a:t>và tín hiệu sau lọc 1:</a:t>
            </a:r>
            <a:r>
              <a:rPr lang="en-US" altLang="ja-JP" smtClean="0">
                <a:latin typeface="Times New Roman" pitchFamily="18" charset="0"/>
                <a:ea typeface="ＭＳ Ｐゴシック" pitchFamily="34" charset="-128"/>
              </a:rPr>
              <a:t> </a:t>
            </a:r>
          </a:p>
          <a:p>
            <a:pPr eaLnBrk="1" hangingPunct="1"/>
            <a:endParaRPr lang="en-US" altLang="ja-JP" smtClean="0">
              <a:latin typeface="Times New Roman" pitchFamily="18" charset="0"/>
              <a:ea typeface="ＭＳ Ｐゴシック" pitchFamily="34" charset="-128"/>
            </a:endParaRPr>
          </a:p>
          <a:p>
            <a:pPr eaLnBrk="1" hangingPunct="1"/>
            <a:r>
              <a:rPr lang="en-AU" altLang="ja-JP" sz="1800" smtClean="0">
                <a:latin typeface="Times New Roman" pitchFamily="18" charset="0"/>
                <a:ea typeface="ＭＳ Ｐゴシック" pitchFamily="34" charset="-128"/>
              </a:rPr>
              <a:t>điều biên vòng 4: quay pha U</a:t>
            </a:r>
            <a:r>
              <a:rPr lang="en-AU" altLang="ja-JP" sz="1800" baseline="-25000" smtClean="0">
                <a:latin typeface="Times New Roman" pitchFamily="18" charset="0"/>
                <a:ea typeface="ＭＳ Ｐゴシック" pitchFamily="34" charset="-128"/>
              </a:rPr>
              <a:t>t2</a:t>
            </a:r>
            <a:r>
              <a:rPr lang="en-AU" altLang="ja-JP" sz="1800" smtClean="0">
                <a:latin typeface="Times New Roman" pitchFamily="18" charset="0"/>
                <a:ea typeface="ＭＳ Ｐゴシック" pitchFamily="34" charset="-128"/>
              </a:rPr>
              <a:t>và tín hiệu sau lọc 2 </a:t>
            </a:r>
          </a:p>
          <a:p>
            <a:pPr eaLnBrk="1" hangingPunct="1"/>
            <a:endParaRPr lang="en-AU" altLang="ja-JP" sz="1800" smtClean="0">
              <a:latin typeface="Times New Roman" pitchFamily="18" charset="0"/>
              <a:ea typeface="ＭＳ Ｐゴシック" pitchFamily="34" charset="-128"/>
            </a:endParaRPr>
          </a:p>
          <a:p>
            <a:pPr eaLnBrk="1" hangingPunct="1"/>
            <a:r>
              <a:rPr lang="sv-SE" altLang="ja-JP" sz="1800" smtClean="0">
                <a:latin typeface="Times New Roman" pitchFamily="18" charset="0"/>
                <a:ea typeface="ＭＳ Ｐゴシック" pitchFamily="34" charset="-128"/>
              </a:rPr>
              <a:t>Tín hiệu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biên </a:t>
            </a:r>
            <a:r>
              <a:rPr lang="vi-VN" altLang="ja-JP" sz="1800" smtClean="0">
                <a:latin typeface="Times New Roman" pitchFamily="18" charset="0"/>
                <a:ea typeface="ＭＳ Ｐゴシック" pitchFamily="34" charset="-128"/>
              </a:rPr>
              <a:t>đơ</a:t>
            </a:r>
            <a:r>
              <a:rPr lang="sv-SE" altLang="ja-JP" sz="1800" smtClean="0">
                <a:latin typeface="Times New Roman" pitchFamily="18" charset="0"/>
                <a:ea typeface="ＭＳ Ｐゴシック" pitchFamily="34" charset="-128"/>
              </a:rPr>
              <a:t>n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ầu ra:</a:t>
            </a:r>
            <a:endParaRPr lang="en-US" altLang="en-US" sz="1800" smtClean="0">
              <a:latin typeface="Times New Roman" pitchFamily="18" charset="0"/>
            </a:endParaRPr>
          </a:p>
        </p:txBody>
      </p:sp>
      <p:sp>
        <p:nvSpPr>
          <p:cNvPr id="4301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3013" name="Object 4"/>
          <p:cNvGraphicFramePr>
            <a:graphicFrameLocks noChangeAspect="1"/>
          </p:cNvGraphicFramePr>
          <p:nvPr/>
        </p:nvGraphicFramePr>
        <p:xfrm>
          <a:off x="2000250" y="1828800"/>
          <a:ext cx="5334000" cy="396875"/>
        </p:xfrm>
        <a:graphic>
          <a:graphicData uri="http://schemas.openxmlformats.org/presentationml/2006/ole">
            <mc:AlternateContent xmlns:mc="http://schemas.openxmlformats.org/markup-compatibility/2006">
              <mc:Choice xmlns:v="urn:schemas-microsoft-com:vml" Requires="v">
                <p:oleObj spid="_x0000_s43196" name="Equation" r:id="rId3" imgW="5334000" imgH="393700" progId="Equation.3">
                  <p:embed/>
                </p:oleObj>
              </mc:Choice>
              <mc:Fallback>
                <p:oleObj name="Equation" r:id="rId3" imgW="53340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1828800"/>
                        <a:ext cx="5334000" cy="3968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4" name="Rectangle 7"/>
          <p:cNvSpPr>
            <a:spLocks noChangeArrowheads="1"/>
          </p:cNvSpPr>
          <p:nvPr/>
        </p:nvSpPr>
        <p:spPr bwMode="auto">
          <a:xfrm>
            <a:off x="0" y="3109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3015" name="Object 6"/>
          <p:cNvGraphicFramePr>
            <a:graphicFrameLocks noChangeAspect="1"/>
          </p:cNvGraphicFramePr>
          <p:nvPr/>
        </p:nvGraphicFramePr>
        <p:xfrm>
          <a:off x="2000250" y="2971800"/>
          <a:ext cx="5278438" cy="395288"/>
        </p:xfrm>
        <a:graphic>
          <a:graphicData uri="http://schemas.openxmlformats.org/presentationml/2006/ole">
            <mc:AlternateContent xmlns:mc="http://schemas.openxmlformats.org/markup-compatibility/2006">
              <mc:Choice xmlns:v="urn:schemas-microsoft-com:vml" Requires="v">
                <p:oleObj spid="_x0000_s43197" name="Equation" r:id="rId5" imgW="5283200" imgH="393700" progId="Equation.3">
                  <p:embed/>
                </p:oleObj>
              </mc:Choice>
              <mc:Fallback>
                <p:oleObj name="Equation" r:id="rId5" imgW="52832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50" y="2971800"/>
                        <a:ext cx="5278438" cy="395288"/>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3016"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3017" name="Object 8"/>
          <p:cNvGraphicFramePr>
            <a:graphicFrameLocks noChangeAspect="1"/>
          </p:cNvGraphicFramePr>
          <p:nvPr/>
        </p:nvGraphicFramePr>
        <p:xfrm>
          <a:off x="1536700" y="3657600"/>
          <a:ext cx="1041400" cy="390525"/>
        </p:xfrm>
        <a:graphic>
          <a:graphicData uri="http://schemas.openxmlformats.org/presentationml/2006/ole">
            <mc:AlternateContent xmlns:mc="http://schemas.openxmlformats.org/markup-compatibility/2006">
              <mc:Choice xmlns:v="urn:schemas-microsoft-com:vml" Requires="v">
                <p:oleObj spid="_x0000_s43198" name="Equation" r:id="rId7" imgW="1040948" imgH="393529" progId="Equation.3">
                  <p:embed/>
                </p:oleObj>
              </mc:Choice>
              <mc:Fallback>
                <p:oleObj name="Equation" r:id="rId7" imgW="1040948" imgH="393529"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6700" y="3657600"/>
                        <a:ext cx="1041400" cy="3905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3018"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3019" name="Object 10"/>
          <p:cNvGraphicFramePr>
            <a:graphicFrameLocks noChangeAspect="1"/>
          </p:cNvGraphicFramePr>
          <p:nvPr/>
        </p:nvGraphicFramePr>
        <p:xfrm>
          <a:off x="3821113" y="3657600"/>
          <a:ext cx="1014412" cy="390525"/>
        </p:xfrm>
        <a:graphic>
          <a:graphicData uri="http://schemas.openxmlformats.org/presentationml/2006/ole">
            <mc:AlternateContent xmlns:mc="http://schemas.openxmlformats.org/markup-compatibility/2006">
              <mc:Choice xmlns:v="urn:schemas-microsoft-com:vml" Requires="v">
                <p:oleObj spid="_x0000_s43199" name="Equation" r:id="rId9" imgW="1016000" imgH="393700" progId="Equation.3">
                  <p:embed/>
                </p:oleObj>
              </mc:Choice>
              <mc:Fallback>
                <p:oleObj name="Equation" r:id="rId9" imgW="1016000" imgH="3937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21113" y="3657600"/>
                        <a:ext cx="1014412" cy="3905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3020" name="Rectangle 13"/>
          <p:cNvSpPr>
            <a:spLocks noChangeArrowheads="1"/>
          </p:cNvSpPr>
          <p:nvPr/>
        </p:nvSpPr>
        <p:spPr bwMode="auto">
          <a:xfrm>
            <a:off x="0" y="3024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3021" name="Object 12"/>
          <p:cNvGraphicFramePr>
            <a:graphicFrameLocks noChangeAspect="1"/>
          </p:cNvGraphicFramePr>
          <p:nvPr/>
        </p:nvGraphicFramePr>
        <p:xfrm>
          <a:off x="1352550" y="4572000"/>
          <a:ext cx="5448300" cy="392113"/>
        </p:xfrm>
        <a:graphic>
          <a:graphicData uri="http://schemas.openxmlformats.org/presentationml/2006/ole">
            <mc:AlternateContent xmlns:mc="http://schemas.openxmlformats.org/markup-compatibility/2006">
              <mc:Choice xmlns:v="urn:schemas-microsoft-com:vml" Requires="v">
                <p:oleObj spid="_x0000_s43200" name="Equation" r:id="rId11" imgW="5448300" imgH="393700" progId="Equation.3">
                  <p:embed/>
                </p:oleObj>
              </mc:Choice>
              <mc:Fallback>
                <p:oleObj name="Equation" r:id="rId11" imgW="5448300" imgH="3937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2550" y="4572000"/>
                        <a:ext cx="5448300" cy="392113"/>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3022" name="Rectangle 15"/>
          <p:cNvSpPr>
            <a:spLocks noChangeArrowheads="1"/>
          </p:cNvSpPr>
          <p:nvPr/>
        </p:nvSpPr>
        <p:spPr bwMode="auto">
          <a:xfrm>
            <a:off x="0" y="3024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3023" name="Object 14"/>
          <p:cNvGraphicFramePr>
            <a:graphicFrameLocks noChangeAspect="1"/>
          </p:cNvGraphicFramePr>
          <p:nvPr/>
        </p:nvGraphicFramePr>
        <p:xfrm>
          <a:off x="1346200" y="5410200"/>
          <a:ext cx="5518150" cy="392113"/>
        </p:xfrm>
        <a:graphic>
          <a:graphicData uri="http://schemas.openxmlformats.org/presentationml/2006/ole">
            <mc:AlternateContent xmlns:mc="http://schemas.openxmlformats.org/markup-compatibility/2006">
              <mc:Choice xmlns:v="urn:schemas-microsoft-com:vml" Requires="v">
                <p:oleObj spid="_x0000_s43201" name="Equation" r:id="rId13" imgW="5511800" imgH="393700" progId="Equation.3">
                  <p:embed/>
                </p:oleObj>
              </mc:Choice>
              <mc:Fallback>
                <p:oleObj name="Equation" r:id="rId13" imgW="5511800" imgH="3937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46200" y="5410200"/>
                        <a:ext cx="5518150" cy="392113"/>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3024" name="Rectangle 17"/>
          <p:cNvSpPr>
            <a:spLocks noChangeArrowheads="1"/>
          </p:cNvSpPr>
          <p:nvPr/>
        </p:nvSpPr>
        <p:spPr bwMode="auto">
          <a:xfrm>
            <a:off x="5489575" y="3079750"/>
            <a:ext cx="1847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1" hangingPunct="1"/>
            <a:r>
              <a:rPr lang="sv-SE" altLang="ja-JP" sz="1400">
                <a:ea typeface="MS Mincho" pitchFamily="49" charset="-128"/>
                <a:cs typeface="Times New Roman" pitchFamily="18" charset="0"/>
              </a:rPr>
              <a:t>U</a:t>
            </a:r>
            <a:r>
              <a:rPr lang="vi-VN" altLang="ja-JP" sz="1400" baseline="-30000">
                <a:ea typeface="MS Mincho" pitchFamily="49" charset="-128"/>
                <a:cs typeface="Times New Roman" pitchFamily="18" charset="0"/>
              </a:rPr>
              <a:t>đ</a:t>
            </a:r>
            <a:r>
              <a:rPr lang="sv-SE" altLang="ja-JP" sz="1400" baseline="-30000">
                <a:ea typeface="MS Mincho" pitchFamily="49" charset="-128"/>
                <a:cs typeface="Times New Roman" pitchFamily="18" charset="0"/>
              </a:rPr>
              <a:t>b </a:t>
            </a:r>
            <a:r>
              <a:rPr lang="vi-VN" altLang="ja-JP" sz="1400" baseline="-30000">
                <a:ea typeface="MS Mincho" pitchFamily="49" charset="-128"/>
                <a:cs typeface="Times New Roman" pitchFamily="18" charset="0"/>
              </a:rPr>
              <a:t>đơ</a:t>
            </a:r>
            <a:r>
              <a:rPr lang="sv-SE" altLang="ja-JP" sz="1400" baseline="-30000">
                <a:ea typeface="MS Mincho" pitchFamily="49" charset="-128"/>
                <a:cs typeface="Times New Roman" pitchFamily="18" charset="0"/>
              </a:rPr>
              <a:t>n</a:t>
            </a:r>
            <a:r>
              <a:rPr lang="sv-SE" altLang="ja-JP" sz="1400">
                <a:ea typeface="MS Mincho" pitchFamily="49" charset="-128"/>
                <a:cs typeface="Times New Roman" pitchFamily="18" charset="0"/>
              </a:rPr>
              <a:t> = U</a:t>
            </a:r>
            <a:r>
              <a:rPr lang="vi-VN" altLang="ja-JP" sz="1400" baseline="-30000">
                <a:ea typeface="MS Mincho" pitchFamily="49" charset="-128"/>
                <a:cs typeface="Times New Roman" pitchFamily="18" charset="0"/>
              </a:rPr>
              <a:t>đ</a:t>
            </a:r>
            <a:r>
              <a:rPr lang="sv-SE" altLang="ja-JP" sz="1400" baseline="-30000">
                <a:ea typeface="MS Mincho" pitchFamily="49" charset="-128"/>
                <a:cs typeface="Times New Roman" pitchFamily="18" charset="0"/>
              </a:rPr>
              <a:t>b3</a:t>
            </a:r>
            <a:r>
              <a:rPr lang="sv-SE" altLang="ja-JP" sz="1400">
                <a:ea typeface="MS Mincho" pitchFamily="49" charset="-128"/>
                <a:cs typeface="Times New Roman" pitchFamily="18" charset="0"/>
              </a:rPr>
              <a:t> – U</a:t>
            </a:r>
            <a:r>
              <a:rPr lang="vi-VN" altLang="ja-JP" sz="1400" baseline="-30000">
                <a:ea typeface="MS Mincho" pitchFamily="49" charset="-128"/>
                <a:cs typeface="Times New Roman" pitchFamily="18" charset="0"/>
              </a:rPr>
              <a:t>đ</a:t>
            </a:r>
            <a:r>
              <a:rPr lang="sv-SE" altLang="ja-JP" sz="1400" baseline="-30000">
                <a:ea typeface="MS Mincho" pitchFamily="49" charset="-128"/>
                <a:cs typeface="Times New Roman" pitchFamily="18" charset="0"/>
              </a:rPr>
              <a:t>b4</a:t>
            </a:r>
            <a:r>
              <a:rPr lang="sv-SE" altLang="ja-JP" sz="1400">
                <a:ea typeface="MS Mincho" pitchFamily="49" charset="-128"/>
                <a:cs typeface="Times New Roman" pitchFamily="18" charset="0"/>
              </a:rPr>
              <a:t> = </a:t>
            </a:r>
            <a:endParaRPr lang="sv-SE" altLang="ja-JP">
              <a:ea typeface="MS Mincho" pitchFamily="49" charset="-128"/>
              <a:cs typeface="Times New Roman" pitchFamily="18" charset="0"/>
            </a:endParaRPr>
          </a:p>
        </p:txBody>
      </p:sp>
      <p:graphicFrame>
        <p:nvGraphicFramePr>
          <p:cNvPr id="43025" name="Object 16"/>
          <p:cNvGraphicFramePr>
            <a:graphicFrameLocks noChangeAspect="1"/>
          </p:cNvGraphicFramePr>
          <p:nvPr/>
        </p:nvGraphicFramePr>
        <p:xfrm>
          <a:off x="2355850" y="6172200"/>
          <a:ext cx="3949700" cy="390525"/>
        </p:xfrm>
        <a:graphic>
          <a:graphicData uri="http://schemas.openxmlformats.org/presentationml/2006/ole">
            <mc:AlternateContent xmlns:mc="http://schemas.openxmlformats.org/markup-compatibility/2006">
              <mc:Choice xmlns:v="urn:schemas-microsoft-com:vml" Requires="v">
                <p:oleObj spid="_x0000_s43202" name="Equation" r:id="rId15" imgW="3949700" imgH="393700" progId="Equation.3">
                  <p:embed/>
                </p:oleObj>
              </mc:Choice>
              <mc:Fallback>
                <p:oleObj name="Equation" r:id="rId15" imgW="3949700" imgH="3937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55850" y="6172200"/>
                        <a:ext cx="3949700" cy="3905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3026" name="Rectangle 19"/>
          <p:cNvSpPr>
            <a:spLocks noChangeArrowheads="1"/>
          </p:cNvSpPr>
          <p:nvPr/>
        </p:nvSpPr>
        <p:spPr bwMode="auto">
          <a:xfrm>
            <a:off x="5489575" y="3079750"/>
            <a:ext cx="1847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eaLnBrk="1" hangingPunct="1"/>
            <a:r>
              <a:rPr lang="sv-SE" altLang="ja-JP" sz="1400">
                <a:ea typeface="MS Mincho" pitchFamily="49" charset="-128"/>
                <a:cs typeface="Times New Roman" pitchFamily="18" charset="0"/>
              </a:rPr>
              <a:t>U</a:t>
            </a:r>
            <a:r>
              <a:rPr lang="vi-VN" altLang="ja-JP" sz="1400" baseline="-30000">
                <a:ea typeface="MS Mincho" pitchFamily="49" charset="-128"/>
                <a:cs typeface="Times New Roman" pitchFamily="18" charset="0"/>
              </a:rPr>
              <a:t>đ</a:t>
            </a:r>
            <a:r>
              <a:rPr lang="sv-SE" altLang="ja-JP" sz="1400" baseline="-30000">
                <a:ea typeface="MS Mincho" pitchFamily="49" charset="-128"/>
                <a:cs typeface="Times New Roman" pitchFamily="18" charset="0"/>
              </a:rPr>
              <a:t>b </a:t>
            </a:r>
            <a:r>
              <a:rPr lang="vi-VN" altLang="ja-JP" sz="1400" baseline="-30000">
                <a:ea typeface="MS Mincho" pitchFamily="49" charset="-128"/>
                <a:cs typeface="Times New Roman" pitchFamily="18" charset="0"/>
              </a:rPr>
              <a:t>đơ</a:t>
            </a:r>
            <a:r>
              <a:rPr lang="sv-SE" altLang="ja-JP" sz="1400" baseline="-30000">
                <a:ea typeface="MS Mincho" pitchFamily="49" charset="-128"/>
                <a:cs typeface="Times New Roman" pitchFamily="18" charset="0"/>
              </a:rPr>
              <a:t>n</a:t>
            </a:r>
            <a:r>
              <a:rPr lang="sv-SE" altLang="ja-JP" sz="1400">
                <a:ea typeface="MS Mincho" pitchFamily="49" charset="-128"/>
                <a:cs typeface="Times New Roman" pitchFamily="18" charset="0"/>
              </a:rPr>
              <a:t> = U</a:t>
            </a:r>
            <a:r>
              <a:rPr lang="vi-VN" altLang="ja-JP" sz="1400" baseline="-30000">
                <a:ea typeface="MS Mincho" pitchFamily="49" charset="-128"/>
                <a:cs typeface="Times New Roman" pitchFamily="18" charset="0"/>
              </a:rPr>
              <a:t>đ</a:t>
            </a:r>
            <a:r>
              <a:rPr lang="sv-SE" altLang="ja-JP" sz="1400" baseline="-30000">
                <a:ea typeface="MS Mincho" pitchFamily="49" charset="-128"/>
                <a:cs typeface="Times New Roman" pitchFamily="18" charset="0"/>
              </a:rPr>
              <a:t>b3</a:t>
            </a:r>
            <a:r>
              <a:rPr lang="sv-SE" altLang="ja-JP" sz="1400">
                <a:ea typeface="MS Mincho" pitchFamily="49" charset="-128"/>
                <a:cs typeface="Times New Roman" pitchFamily="18" charset="0"/>
              </a:rPr>
              <a:t> – U</a:t>
            </a:r>
            <a:r>
              <a:rPr lang="vi-VN" altLang="ja-JP" sz="1400" baseline="-30000">
                <a:ea typeface="MS Mincho" pitchFamily="49" charset="-128"/>
                <a:cs typeface="Times New Roman" pitchFamily="18" charset="0"/>
              </a:rPr>
              <a:t>đ</a:t>
            </a:r>
            <a:r>
              <a:rPr lang="sv-SE" altLang="ja-JP" sz="1400" baseline="-30000">
                <a:ea typeface="MS Mincho" pitchFamily="49" charset="-128"/>
                <a:cs typeface="Times New Roman" pitchFamily="18" charset="0"/>
              </a:rPr>
              <a:t>b4</a:t>
            </a:r>
            <a:r>
              <a:rPr lang="sv-SE" altLang="ja-JP" sz="1400">
                <a:ea typeface="MS Mincho" pitchFamily="49" charset="-128"/>
                <a:cs typeface="Times New Roman" pitchFamily="18" charset="0"/>
              </a:rPr>
              <a:t> = </a:t>
            </a:r>
            <a:endParaRPr lang="sv-SE" altLang="ja-JP">
              <a:ea typeface="MS Mincho" pitchFamily="49" charset="-128"/>
              <a:cs typeface="Times New Roman" pitchFamily="18" charset="0"/>
            </a:endParaRPr>
          </a:p>
        </p:txBody>
      </p:sp>
      <p:sp>
        <p:nvSpPr>
          <p:cNvPr id="23" name="Rectangle 2"/>
          <p:cNvSpPr>
            <a:spLocks noGrp="1" noChangeArrowheads="1"/>
          </p:cNvSpPr>
          <p:nvPr>
            <p:ph type="title"/>
          </p:nvPr>
        </p:nvSpPr>
        <p:spPr>
          <a:xfrm>
            <a:off x="457200" y="533400"/>
            <a:ext cx="8001000" cy="731838"/>
          </a:xfrm>
          <a:solidFill>
            <a:schemeClr val="tx2">
              <a:lumMod val="20000"/>
              <a:lumOff val="80000"/>
            </a:schemeClr>
          </a:solidFill>
        </p:spPr>
        <p:txBody>
          <a:bodyPr/>
          <a:lstStyle/>
          <a:p>
            <a:pPr marL="742950" indent="-742950" eaLnBrk="1" hangingPunct="1"/>
            <a:r>
              <a:rPr lang="sv-SE" altLang="ja-JP" sz="3500" b="0" smtClean="0">
                <a:latin typeface="Constantia" pitchFamily="18" charset="0"/>
                <a:ea typeface="ＭＳ Ｐゴシック" pitchFamily="34" charset="-128"/>
              </a:rPr>
              <a:t>Ph</a:t>
            </a:r>
            <a:r>
              <a:rPr lang="vi-VN" altLang="ja-JP" sz="3500" b="0" smtClean="0">
                <a:latin typeface="Times New Roman" pitchFamily="18" charset="0"/>
                <a:ea typeface="ＭＳ Ｐゴシック" pitchFamily="34" charset="-128"/>
              </a:rPr>
              <a:t>ươ</a:t>
            </a:r>
            <a:r>
              <a:rPr lang="sv-SE" altLang="ja-JP" sz="3500" b="0" smtClean="0">
                <a:latin typeface="Constantia" pitchFamily="18" charset="0"/>
                <a:ea typeface="ＭＳ Ｐゴシック" pitchFamily="34" charset="-128"/>
              </a:rPr>
              <a:t>ng pháp lọc và quay pha kết hợp</a:t>
            </a:r>
            <a:endParaRPr lang="en-US" sz="3500" b="0" smtClean="0">
              <a:latin typeface="Constantia"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EF4E35EA-3343-4768-AD06-D0578F2CA49C}" type="datetime1">
              <a:rPr lang="en-US">
                <a:latin typeface="Arial" pitchFamily="34" charset="0"/>
              </a:rPr>
              <a:pPr/>
              <a:t>23/12/2019</a:t>
            </a:fld>
            <a:endParaRPr lang="en-US" altLang="en-US">
              <a:latin typeface="Arial" pitchFamily="34" charset="0"/>
            </a:endParaRPr>
          </a:p>
        </p:txBody>
      </p:sp>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07C4DC63-3FC9-4EB6-9F34-1E269D6E125D}" type="slidenum">
              <a:rPr lang="en-US" altLang="en-US" sz="1000"/>
              <a:pPr/>
              <a:t>35</a:t>
            </a:fld>
            <a:endParaRPr lang="en-US" altLang="en-US" sz="1000"/>
          </a:p>
        </p:txBody>
      </p:sp>
      <p:sp>
        <p:nvSpPr>
          <p:cNvPr id="44035" name="Rectangle 3"/>
          <p:cNvSpPr>
            <a:spLocks noGrp="1" noChangeArrowheads="1"/>
          </p:cNvSpPr>
          <p:nvPr>
            <p:ph type="body" idx="1"/>
          </p:nvPr>
        </p:nvSpPr>
        <p:spPr/>
        <p:txBody>
          <a:bodyPr/>
          <a:lstStyle/>
          <a:p>
            <a:pPr eaLnBrk="1" hangingPunct="1"/>
            <a:r>
              <a:rPr lang="sv-SE" altLang="ja-JP" smtClean="0">
                <a:latin typeface="Constantia" pitchFamily="18" charset="0"/>
                <a:ea typeface="ＭＳ Ｐゴシック" pitchFamily="34" charset="-128"/>
              </a:rPr>
              <a:t>Nhận xét:</a:t>
            </a:r>
          </a:p>
          <a:p>
            <a:pPr lvl="1" eaLnBrk="1" hangingPunct="1"/>
            <a:r>
              <a:rPr lang="sv-SE" altLang="ja-JP" smtClean="0">
                <a:latin typeface="Constantia" pitchFamily="18" charset="0"/>
                <a:ea typeface="ＭＳ Ｐゴシック" pitchFamily="34" charset="-128"/>
              </a:rPr>
              <a:t> Ph</a:t>
            </a:r>
            <a:r>
              <a:rPr lang="vi-VN" altLang="ja-JP" smtClean="0">
                <a:latin typeface="Times New Roman" pitchFamily="18" charset="0"/>
                <a:ea typeface="ＭＳ Ｐゴシック" pitchFamily="34" charset="-128"/>
              </a:rPr>
              <a:t>ươ</a:t>
            </a:r>
            <a:r>
              <a:rPr lang="sv-SE" altLang="ja-JP" smtClean="0">
                <a:latin typeface="Constantia" pitchFamily="18" charset="0"/>
                <a:ea typeface="ＭＳ Ｐゴシック" pitchFamily="34" charset="-128"/>
              </a:rPr>
              <a:t>ng pháp này không quay pha tín hiệu </a:t>
            </a:r>
            <a:r>
              <a:rPr lang="vi-VN" altLang="ja-JP" smtClean="0">
                <a:latin typeface="Times New Roman" pitchFamily="18" charset="0"/>
                <a:ea typeface="ＭＳ Ｐゴシック" pitchFamily="34" charset="-128"/>
              </a:rPr>
              <a:t>đ</a:t>
            </a:r>
            <a:r>
              <a:rPr lang="sv-SE" altLang="ja-JP" smtClean="0">
                <a:latin typeface="Constantia" pitchFamily="18" charset="0"/>
                <a:ea typeface="ＭＳ Ｐゴシック" pitchFamily="34" charset="-128"/>
              </a:rPr>
              <a:t>iều chế mà chỉ quay pha tải tin nên </a:t>
            </a:r>
            <a:r>
              <a:rPr lang="vi-VN" altLang="ja-JP" smtClean="0">
                <a:latin typeface="Times New Roman" pitchFamily="18" charset="0"/>
                <a:ea typeface="ＭＳ Ｐゴシック" pitchFamily="34" charset="-128"/>
              </a:rPr>
              <a:t>đ</a:t>
            </a:r>
            <a:r>
              <a:rPr lang="sv-SE" altLang="ja-JP" smtClean="0">
                <a:latin typeface="Constantia" pitchFamily="18" charset="0"/>
                <a:ea typeface="ＭＳ Ｐゴシック" pitchFamily="34" charset="-128"/>
              </a:rPr>
              <a:t>ảm bảo quay pha 1 cách chính xác</a:t>
            </a:r>
            <a:endParaRPr lang="sv-SE" altLang="ja-JP" smtClean="0">
              <a:latin typeface="Constantia" pitchFamily="18" charset="0"/>
              <a:ea typeface="ＭＳ Ｐゴシック" pitchFamily="34" charset="-128"/>
              <a:sym typeface="Wingdings" pitchFamily="2" charset="2"/>
            </a:endParaRPr>
          </a:p>
          <a:p>
            <a:pPr lvl="1" eaLnBrk="1" hangingPunct="1"/>
            <a:r>
              <a:rPr lang="sv-SE" altLang="ja-JP" smtClean="0">
                <a:latin typeface="Constantia" pitchFamily="18" charset="0"/>
                <a:ea typeface="ＭＳ Ｐゴシック" pitchFamily="34" charset="-128"/>
              </a:rPr>
              <a:t> Ph</a:t>
            </a:r>
            <a:r>
              <a:rPr lang="vi-VN" altLang="ja-JP" smtClean="0">
                <a:latin typeface="Times New Roman" pitchFamily="18" charset="0"/>
                <a:ea typeface="ＭＳ Ｐゴシック" pitchFamily="34" charset="-128"/>
              </a:rPr>
              <a:t>ươ</a:t>
            </a:r>
            <a:r>
              <a:rPr lang="sv-SE" altLang="ja-JP" smtClean="0">
                <a:latin typeface="Constantia" pitchFamily="18" charset="0"/>
                <a:ea typeface="ＭＳ Ｐゴシック" pitchFamily="34" charset="-128"/>
              </a:rPr>
              <a:t>ng pháp này dùng </a:t>
            </a:r>
            <a:r>
              <a:rPr lang="vi-VN" altLang="ja-JP" smtClean="0">
                <a:latin typeface="Times New Roman" pitchFamily="18" charset="0"/>
                <a:ea typeface="ＭＳ Ｐゴシック" pitchFamily="34" charset="-128"/>
              </a:rPr>
              <a:t>đ</a:t>
            </a:r>
            <a:r>
              <a:rPr lang="sv-SE" altLang="ja-JP" smtClean="0">
                <a:latin typeface="Constantia" pitchFamily="18" charset="0"/>
                <a:ea typeface="ＭＳ Ｐゴシック" pitchFamily="34" charset="-128"/>
              </a:rPr>
              <a:t>ể </a:t>
            </a:r>
            <a:r>
              <a:rPr lang="vi-VN" altLang="ja-JP" smtClean="0">
                <a:latin typeface="Times New Roman" pitchFamily="18" charset="0"/>
                <a:ea typeface="ＭＳ Ｐゴシック" pitchFamily="34" charset="-128"/>
              </a:rPr>
              <a:t>đ</a:t>
            </a:r>
            <a:r>
              <a:rPr lang="sv-SE" altLang="ja-JP" smtClean="0">
                <a:latin typeface="Constantia" pitchFamily="18" charset="0"/>
                <a:ea typeface="ＭＳ Ｐゴシック" pitchFamily="34" charset="-128"/>
              </a:rPr>
              <a:t>iều biên </a:t>
            </a:r>
            <a:r>
              <a:rPr lang="vi-VN" altLang="ja-JP" smtClean="0">
                <a:latin typeface="Times New Roman" pitchFamily="18" charset="0"/>
                <a:ea typeface="ＭＳ Ｐゴシック" pitchFamily="34" charset="-128"/>
              </a:rPr>
              <a:t>đơ</a:t>
            </a:r>
            <a:r>
              <a:rPr lang="sv-SE" altLang="ja-JP" smtClean="0">
                <a:latin typeface="Constantia" pitchFamily="18" charset="0"/>
                <a:ea typeface="ＭＳ Ｐゴシック" pitchFamily="34" charset="-128"/>
              </a:rPr>
              <a:t>n với tín hiệu </a:t>
            </a:r>
            <a:r>
              <a:rPr lang="vi-VN" altLang="ja-JP" smtClean="0">
                <a:latin typeface="Times New Roman" pitchFamily="18" charset="0"/>
                <a:ea typeface="ＭＳ Ｐゴシック" pitchFamily="34" charset="-128"/>
              </a:rPr>
              <a:t>đ</a:t>
            </a:r>
            <a:r>
              <a:rPr lang="sv-SE" altLang="ja-JP" smtClean="0">
                <a:latin typeface="Constantia" pitchFamily="18" charset="0"/>
                <a:ea typeface="ＭＳ Ｐゴシック" pitchFamily="34" charset="-128"/>
              </a:rPr>
              <a:t>iều chế là một dải tần.</a:t>
            </a:r>
          </a:p>
          <a:p>
            <a:pPr lvl="1" eaLnBrk="1" hangingPunct="1"/>
            <a:r>
              <a:rPr lang="sv-SE" altLang="ja-JP" smtClean="0">
                <a:latin typeface="Constantia" pitchFamily="18" charset="0"/>
                <a:ea typeface="ＭＳ Ｐゴシック" pitchFamily="34" charset="-128"/>
              </a:rPr>
              <a:t>Do tín hiệu ra chỉ có 1 thành phần biên tần </a:t>
            </a:r>
            <a:r>
              <a:rPr lang="sv-SE" altLang="ja-JP" smtClean="0">
                <a:latin typeface="Constantia" pitchFamily="18" charset="0"/>
                <a:ea typeface="ＭＳ Ｐゴシック" pitchFamily="34" charset="-128"/>
                <a:sym typeface="Wingdings" pitchFamily="2" charset="2"/>
              </a:rPr>
              <a:t></a:t>
            </a:r>
            <a:r>
              <a:rPr lang="sv-SE" altLang="ja-JP" smtClean="0">
                <a:latin typeface="Constantia" pitchFamily="18" charset="0"/>
                <a:ea typeface="ＭＳ Ｐゴシック" pitchFamily="34" charset="-128"/>
              </a:rPr>
              <a:t> không cần phải lọc.</a:t>
            </a:r>
            <a:endParaRPr lang="en-US" altLang="en-US" smtClean="0">
              <a:latin typeface="Constantia" pitchFamily="18" charset="0"/>
            </a:endParaRPr>
          </a:p>
        </p:txBody>
      </p:sp>
      <p:sp>
        <p:nvSpPr>
          <p:cNvPr id="8" name="Rectangle 2"/>
          <p:cNvSpPr>
            <a:spLocks noGrp="1" noChangeArrowheads="1"/>
          </p:cNvSpPr>
          <p:nvPr>
            <p:ph type="title"/>
          </p:nvPr>
        </p:nvSpPr>
        <p:spPr>
          <a:xfrm>
            <a:off x="457200" y="533400"/>
            <a:ext cx="8001000" cy="731838"/>
          </a:xfrm>
          <a:solidFill>
            <a:schemeClr val="tx2">
              <a:lumMod val="20000"/>
              <a:lumOff val="80000"/>
            </a:schemeClr>
          </a:solidFill>
        </p:spPr>
        <p:txBody>
          <a:bodyPr/>
          <a:lstStyle/>
          <a:p>
            <a:pPr marL="742950" indent="-742950" eaLnBrk="1" hangingPunct="1"/>
            <a:r>
              <a:rPr lang="sv-SE" altLang="ja-JP" sz="3500" b="0" smtClean="0">
                <a:latin typeface="Constantia" pitchFamily="18" charset="0"/>
                <a:ea typeface="ＭＳ Ｐゴシック" pitchFamily="34" charset="-128"/>
              </a:rPr>
              <a:t>Ph</a:t>
            </a:r>
            <a:r>
              <a:rPr lang="vi-VN" altLang="ja-JP" sz="3500" b="0" smtClean="0">
                <a:latin typeface="Times New Roman" pitchFamily="18" charset="0"/>
                <a:ea typeface="ＭＳ Ｐゴシック" pitchFamily="34" charset="-128"/>
              </a:rPr>
              <a:t>ươ</a:t>
            </a:r>
            <a:r>
              <a:rPr lang="sv-SE" altLang="ja-JP" sz="3500" b="0" smtClean="0">
                <a:latin typeface="Constantia" pitchFamily="18" charset="0"/>
                <a:ea typeface="ＭＳ Ｐゴシック" pitchFamily="34" charset="-128"/>
              </a:rPr>
              <a:t>ng pháp lọc và quay pha kết hợp</a:t>
            </a:r>
            <a:endParaRPr lang="en-US" sz="3500" b="0" smtClean="0">
              <a:latin typeface="Constantia"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416DAF31-4FAB-45B0-97A8-500363DAAEE9}" type="datetime1">
              <a:rPr lang="en-US">
                <a:latin typeface="Arial" pitchFamily="34" charset="0"/>
              </a:rPr>
              <a:pPr/>
              <a:t>23/12/2019</a:t>
            </a:fld>
            <a:endParaRPr lang="en-US" altLang="en-US">
              <a:latin typeface="Arial" pitchFamily="34" charset="0"/>
            </a:endParaRPr>
          </a:p>
        </p:txBody>
      </p:sp>
      <p:sp>
        <p:nvSpPr>
          <p:cNvPr id="450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C8ADD1D4-1EF8-42BC-954F-48762FF02BC9}" type="slidenum">
              <a:rPr lang="en-US" altLang="en-US" sz="1000"/>
              <a:pPr/>
              <a:t>36</a:t>
            </a:fld>
            <a:endParaRPr lang="en-US" altLang="en-US" sz="1000"/>
          </a:p>
        </p:txBody>
      </p:sp>
      <p:sp>
        <p:nvSpPr>
          <p:cNvPr id="148482" name="Rectangle 2"/>
          <p:cNvSpPr>
            <a:spLocks noGrp="1" noChangeArrowheads="1"/>
          </p:cNvSpPr>
          <p:nvPr>
            <p:ph type="title"/>
          </p:nvPr>
        </p:nvSpPr>
        <p:spPr>
          <a:xfrm>
            <a:off x="381000" y="457200"/>
            <a:ext cx="7543800" cy="655638"/>
          </a:xfrm>
          <a:solidFill>
            <a:schemeClr val="tx2">
              <a:lumMod val="20000"/>
              <a:lumOff val="80000"/>
            </a:schemeClr>
          </a:solidFill>
        </p:spPr>
        <p:txBody>
          <a:bodyPr/>
          <a:lstStyle/>
          <a:p>
            <a:pPr marL="742950" indent="-742950" eaLnBrk="1" hangingPunct="1"/>
            <a:r>
              <a:rPr lang="en-US" altLang="ja-JP" sz="3600" b="0" smtClean="0"/>
              <a:t>Điều tần </a:t>
            </a:r>
            <a:r>
              <a:rPr lang="en-US" altLang="ja-JP" sz="3600" b="0"/>
              <a:t>(FM) </a:t>
            </a:r>
            <a:r>
              <a:rPr lang="en-US" altLang="ja-JP" sz="3600" b="0" smtClean="0"/>
              <a:t>và điều </a:t>
            </a:r>
            <a:r>
              <a:rPr lang="en-US" altLang="ja-JP" sz="3600" b="0"/>
              <a:t>pha (PM)</a:t>
            </a:r>
            <a:endParaRPr lang="en-US" sz="3600" smtClean="0">
              <a:effectLst>
                <a:outerShdw blurRad="38100" dist="38100" dir="2700000" algn="tl">
                  <a:srgbClr val="000000"/>
                </a:outerShdw>
              </a:effectLst>
              <a:latin typeface=".VnTime" pitchFamily="34" charset="0"/>
              <a:ea typeface="ＭＳ Ｐゴシック" pitchFamily="34" charset="-128"/>
              <a:cs typeface="Times New Roman" pitchFamily="18" charset="0"/>
            </a:endParaRPr>
          </a:p>
        </p:txBody>
      </p:sp>
      <p:sp>
        <p:nvSpPr>
          <p:cNvPr id="45060" name="Rectangle 3"/>
          <p:cNvSpPr>
            <a:spLocks noGrp="1" noChangeArrowheads="1"/>
          </p:cNvSpPr>
          <p:nvPr>
            <p:ph type="body" idx="1"/>
          </p:nvPr>
        </p:nvSpPr>
        <p:spPr>
          <a:xfrm>
            <a:off x="381000" y="1219200"/>
            <a:ext cx="8229600" cy="4411663"/>
          </a:xfrm>
        </p:spPr>
        <p:txBody>
          <a:bodyPr/>
          <a:lstStyle/>
          <a:p>
            <a:pPr eaLnBrk="1" hangingPunct="1"/>
            <a:r>
              <a:rPr lang="en-AU" altLang="ja-JP" sz="2400" smtClean="0">
                <a:latin typeface="Constantia" pitchFamily="18" charset="0"/>
                <a:ea typeface="ＭＳ Ｐゴシック" pitchFamily="34" charset="-128"/>
              </a:rPr>
              <a:t>Điều tần và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pha là quá trình ghi tin tức vào tải tin, làm cho tần số hoặc pha tức thời của tải tin biến thiên theo dạng tín hiệu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chế (biên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ộ tín hiệu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chế).</a:t>
            </a:r>
          </a:p>
          <a:p>
            <a:pPr eaLnBrk="1" hangingPunct="1"/>
            <a:r>
              <a:rPr lang="en-AU" altLang="ja-JP" sz="2400" smtClean="0">
                <a:latin typeface="Constantia" pitchFamily="18" charset="0"/>
                <a:ea typeface="ＭＳ Ｐゴシック" pitchFamily="34" charset="-128"/>
              </a:rPr>
              <a:t>Tín hiệu </a:t>
            </a:r>
            <a:r>
              <a:rPr lang="vi-VN" altLang="ja-JP" sz="2400" smtClean="0">
                <a:latin typeface="Times New Roman" pitchFamily="18" charset="0"/>
                <a:ea typeface="ＭＳ Ｐゴシック" pitchFamily="34" charset="-128"/>
              </a:rPr>
              <a:t>đ</a:t>
            </a:r>
            <a:r>
              <a:rPr lang="en-AU" altLang="ja-JP" sz="2400" smtClean="0">
                <a:latin typeface="Constantia" pitchFamily="18" charset="0"/>
                <a:ea typeface="ＭＳ Ｐゴシック" pitchFamily="34" charset="-128"/>
              </a:rPr>
              <a:t>iều tần </a:t>
            </a:r>
            <a:r>
              <a:rPr lang="vi-VN" altLang="ja-JP" sz="2400" smtClean="0">
                <a:latin typeface="Times New Roman" pitchFamily="18" charset="0"/>
                <a:ea typeface="ＭＳ Ｐゴシック" pitchFamily="34" charset="-128"/>
              </a:rPr>
              <a:t>đư</a:t>
            </a:r>
            <a:r>
              <a:rPr lang="en-AU" altLang="ja-JP" sz="2400" smtClean="0">
                <a:latin typeface="Constantia" pitchFamily="18" charset="0"/>
                <a:ea typeface="ＭＳ Ｐゴシック" pitchFamily="34" charset="-128"/>
              </a:rPr>
              <a:t>ợc minh hoạ nh</a:t>
            </a:r>
            <a:r>
              <a:rPr lang="vi-VN" altLang="ja-JP" sz="2400" smtClean="0">
                <a:latin typeface="Times New Roman" pitchFamily="18" charset="0"/>
                <a:ea typeface="ＭＳ Ｐゴシック" pitchFamily="34" charset="-128"/>
              </a:rPr>
              <a:t>ư</a:t>
            </a:r>
            <a:r>
              <a:rPr lang="en-AU" altLang="ja-JP" sz="2400" smtClean="0">
                <a:latin typeface="Constantia" pitchFamily="18" charset="0"/>
                <a:ea typeface="ＭＳ Ｐゴシック" pitchFamily="34" charset="-128"/>
              </a:rPr>
              <a:t> sau</a:t>
            </a:r>
            <a:r>
              <a:rPr lang="en-US" altLang="ja-JP" sz="2400" smtClean="0">
                <a:latin typeface="Constantia" pitchFamily="18" charset="0"/>
                <a:ea typeface="ＭＳ Ｐゴシック" pitchFamily="34" charset="-128"/>
              </a:rPr>
              <a:t> </a:t>
            </a:r>
            <a:endParaRPr lang="en-US" altLang="en-US" sz="2400" smtClean="0">
              <a:latin typeface="Constantia" pitchFamily="18" charset="0"/>
            </a:endParaRPr>
          </a:p>
        </p:txBody>
      </p:sp>
      <p:pic>
        <p:nvPicPr>
          <p:cNvPr id="4506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971800"/>
            <a:ext cx="3505200"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2743200"/>
            <a:ext cx="29606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3" name="Text Box 6"/>
          <p:cNvSpPr txBox="1">
            <a:spLocks noChangeArrowheads="1"/>
          </p:cNvSpPr>
          <p:nvPr/>
        </p:nvSpPr>
        <p:spPr bwMode="auto">
          <a:xfrm>
            <a:off x="1066800" y="5334000"/>
            <a:ext cx="3581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spcBef>
                <a:spcPct val="50000"/>
              </a:spcBef>
            </a:pPr>
            <a:r>
              <a:rPr lang="sv-SE" altLang="ja-JP" sz="1800">
                <a:latin typeface="Constantia" pitchFamily="18" charset="0"/>
                <a:ea typeface="ＭＳ Ｐゴシック" pitchFamily="34" charset="-128"/>
              </a:rPr>
              <a:t>Hệ số </a:t>
            </a:r>
            <a:r>
              <a:rPr lang="vi-VN" altLang="ja-JP" sz="1800">
                <a:latin typeface="Times New Roman" pitchFamily="18" charset="0"/>
                <a:ea typeface="ＭＳ Ｐゴシック" pitchFamily="34" charset="-128"/>
              </a:rPr>
              <a:t>đ</a:t>
            </a:r>
            <a:r>
              <a:rPr lang="sv-SE" altLang="ja-JP" sz="1800">
                <a:latin typeface="Constantia" pitchFamily="18" charset="0"/>
                <a:ea typeface="ＭＳ Ｐゴシック" pitchFamily="34" charset="-128"/>
              </a:rPr>
              <a:t>iều chế </a:t>
            </a:r>
            <a:r>
              <a:rPr lang="sv-SE" altLang="ja-JP" sz="1800">
                <a:latin typeface="Constantia" pitchFamily="18" charset="0"/>
                <a:ea typeface="ＭＳ Ｐゴシック" pitchFamily="34" charset="-128"/>
                <a:sym typeface="Symbol" pitchFamily="18" charset="2"/>
              </a:rPr>
              <a:t></a:t>
            </a:r>
            <a:r>
              <a:rPr lang="sv-SE" altLang="ja-JP" sz="1800">
                <a:latin typeface="Constantia" pitchFamily="18" charset="0"/>
                <a:ea typeface="ＭＳ Ｐゴシック" pitchFamily="34" charset="-128"/>
              </a:rPr>
              <a:t> </a:t>
            </a:r>
            <a:r>
              <a:rPr lang="vi-VN" altLang="ja-JP" sz="1800">
                <a:latin typeface="Times New Roman" pitchFamily="18" charset="0"/>
                <a:ea typeface="ＭＳ Ｐゴシック" pitchFamily="34" charset="-128"/>
              </a:rPr>
              <a:t>đư</a:t>
            </a:r>
            <a:r>
              <a:rPr lang="sv-SE" altLang="ja-JP" sz="1800">
                <a:latin typeface="Constantia" pitchFamily="18" charset="0"/>
                <a:ea typeface="ＭＳ Ｐゴシック" pitchFamily="34" charset="-128"/>
              </a:rPr>
              <a:t>ợc tính nh</a:t>
            </a:r>
            <a:r>
              <a:rPr lang="vi-VN" altLang="ja-JP" sz="1800">
                <a:latin typeface="Times New Roman" pitchFamily="18" charset="0"/>
                <a:ea typeface="ＭＳ Ｐゴシック" pitchFamily="34" charset="-128"/>
              </a:rPr>
              <a:t>ư</a:t>
            </a:r>
            <a:r>
              <a:rPr lang="sv-SE" altLang="ja-JP" sz="1800">
                <a:latin typeface="Constantia" pitchFamily="18" charset="0"/>
                <a:ea typeface="ＭＳ Ｐゴシック" pitchFamily="34" charset="-128"/>
              </a:rPr>
              <a:t> sau:</a:t>
            </a:r>
          </a:p>
          <a:p>
            <a:pPr eaLnBrk="1" hangingPunct="1"/>
            <a:r>
              <a:rPr lang="sv-SE" altLang="ja-JP" sz="1800">
                <a:latin typeface="Constantia" pitchFamily="18" charset="0"/>
                <a:ea typeface="ＭＳ Ｐゴシック" pitchFamily="34" charset="-128"/>
              </a:rPr>
              <a:t>+ </a:t>
            </a:r>
            <a:r>
              <a:rPr lang="sv-SE" altLang="ja-JP" sz="1800">
                <a:latin typeface="Constantia" pitchFamily="18" charset="0"/>
                <a:ea typeface="ＭＳ Ｐゴシック" pitchFamily="34" charset="-128"/>
                <a:sym typeface="Symbol" pitchFamily="18" charset="2"/>
              </a:rPr>
              <a:t></a:t>
            </a:r>
            <a:r>
              <a:rPr lang="sv-SE" altLang="ja-JP" sz="1800">
                <a:latin typeface="Constantia" pitchFamily="18" charset="0"/>
                <a:ea typeface="ＭＳ Ｐゴシック" pitchFamily="34" charset="-128"/>
              </a:rPr>
              <a:t>f : L</a:t>
            </a:r>
            <a:r>
              <a:rPr lang="vi-VN" altLang="ja-JP" sz="1800">
                <a:latin typeface="Times New Roman" pitchFamily="18" charset="0"/>
                <a:ea typeface="ＭＳ Ｐゴシック" pitchFamily="34" charset="-128"/>
              </a:rPr>
              <a:t>ư</a:t>
            </a:r>
            <a:r>
              <a:rPr lang="sv-SE" altLang="ja-JP" sz="1800">
                <a:latin typeface="Constantia" pitchFamily="18" charset="0"/>
                <a:ea typeface="ＭＳ Ｐゴシック" pitchFamily="34" charset="-128"/>
              </a:rPr>
              <a:t>ợng di tần cực </a:t>
            </a:r>
            <a:r>
              <a:rPr lang="vi-VN" altLang="ja-JP" sz="1800">
                <a:latin typeface="Times New Roman" pitchFamily="18" charset="0"/>
                <a:ea typeface="ＭＳ Ｐゴシック" pitchFamily="34" charset="-128"/>
              </a:rPr>
              <a:t>đ</a:t>
            </a:r>
            <a:r>
              <a:rPr lang="sv-SE" altLang="ja-JP" sz="1800">
                <a:latin typeface="Constantia" pitchFamily="18" charset="0"/>
                <a:ea typeface="ＭＳ Ｐゴシック" pitchFamily="34" charset="-128"/>
              </a:rPr>
              <a:t>ại</a:t>
            </a:r>
          </a:p>
          <a:p>
            <a:pPr eaLnBrk="1" hangingPunct="1"/>
            <a:r>
              <a:rPr lang="sv-SE" altLang="ja-JP" sz="1800">
                <a:latin typeface="Constantia" pitchFamily="18" charset="0"/>
                <a:ea typeface="ＭＳ Ｐゴシック" pitchFamily="34" charset="-128"/>
              </a:rPr>
              <a:t>+ f</a:t>
            </a:r>
            <a:r>
              <a:rPr lang="sv-SE" altLang="ja-JP" sz="1800" baseline="-25000">
                <a:latin typeface="Constantia" pitchFamily="18" charset="0"/>
                <a:ea typeface="ＭＳ Ｐゴシック" pitchFamily="34" charset="-128"/>
              </a:rPr>
              <a:t>m</a:t>
            </a:r>
            <a:r>
              <a:rPr lang="sv-SE" altLang="ja-JP" sz="1800">
                <a:latin typeface="Constantia" pitchFamily="18" charset="0"/>
                <a:ea typeface="ＭＳ Ｐゴシック" pitchFamily="34" charset="-128"/>
              </a:rPr>
              <a:t>: Tần số của tín hiệu </a:t>
            </a:r>
            <a:r>
              <a:rPr lang="vi-VN" altLang="ja-JP" sz="1800">
                <a:latin typeface="Times New Roman" pitchFamily="18" charset="0"/>
                <a:ea typeface="ＭＳ Ｐゴシック" pitchFamily="34" charset="-128"/>
              </a:rPr>
              <a:t>đ</a:t>
            </a:r>
            <a:r>
              <a:rPr lang="sv-SE" altLang="ja-JP" sz="1800">
                <a:latin typeface="Constantia" pitchFamily="18" charset="0"/>
                <a:ea typeface="ＭＳ Ｐゴシック" pitchFamily="34" charset="-128"/>
              </a:rPr>
              <a:t>iều chế.</a:t>
            </a:r>
            <a:endParaRPr lang="en-US" altLang="en-US" sz="1800">
              <a:latin typeface="Constantia" pitchFamily="18" charset="0"/>
            </a:endParaRPr>
          </a:p>
        </p:txBody>
      </p:sp>
      <p:sp>
        <p:nvSpPr>
          <p:cNvPr id="45064" name="Rectangle 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5065" name="Object 7"/>
          <p:cNvGraphicFramePr>
            <a:graphicFrameLocks noChangeAspect="1"/>
          </p:cNvGraphicFramePr>
          <p:nvPr/>
        </p:nvGraphicFramePr>
        <p:xfrm>
          <a:off x="6629400" y="5791200"/>
          <a:ext cx="914400" cy="747713"/>
        </p:xfrm>
        <a:graphic>
          <a:graphicData uri="http://schemas.openxmlformats.org/presentationml/2006/ole">
            <mc:AlternateContent xmlns:mc="http://schemas.openxmlformats.org/markup-compatibility/2006">
              <mc:Choice xmlns:v="urn:schemas-microsoft-com:vml" Requires="v">
                <p:oleObj spid="_x0000_s45090" name="Equation" r:id="rId5" imgW="520474" imgH="431613" progId="Equation.3">
                  <p:embed/>
                </p:oleObj>
              </mc:Choice>
              <mc:Fallback>
                <p:oleObj name="Equation" r:id="rId5" imgW="520474" imgH="431613"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5791200"/>
                        <a:ext cx="914400" cy="747713"/>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898D90F6-13E9-462C-A0C6-AEB43C0473E8}" type="datetime1">
              <a:rPr lang="en-US">
                <a:latin typeface="Arial" pitchFamily="34" charset="0"/>
              </a:rPr>
              <a:pPr/>
              <a:t>23/12/2019</a:t>
            </a:fld>
            <a:endParaRPr lang="en-US" altLang="en-US">
              <a:latin typeface="Arial" pitchFamily="34" charset="0"/>
            </a:endParaRPr>
          </a:p>
        </p:txBody>
      </p:sp>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38616719-203C-4BD1-BF86-47CDE55F2CD2}" type="slidenum">
              <a:rPr lang="en-US" altLang="en-US" sz="1000"/>
              <a:pPr/>
              <a:t>37</a:t>
            </a:fld>
            <a:endParaRPr lang="en-US" altLang="en-US" sz="1000"/>
          </a:p>
        </p:txBody>
      </p:sp>
      <p:sp>
        <p:nvSpPr>
          <p:cNvPr id="46083" name="Rectangle 2"/>
          <p:cNvSpPr>
            <a:spLocks noGrp="1" noChangeArrowheads="1"/>
          </p:cNvSpPr>
          <p:nvPr>
            <p:ph type="title"/>
          </p:nvPr>
        </p:nvSpPr>
        <p:spPr/>
        <p:txBody>
          <a:bodyPr/>
          <a:lstStyle/>
          <a:p>
            <a:pPr marL="742950" indent="-742950" eaLnBrk="1" hangingPunct="1"/>
            <a:r>
              <a:rPr lang="sv-SE" altLang="ja-JP" sz="3600" b="0" smtClean="0">
                <a:latin typeface="Times New Roman" pitchFamily="18" charset="0"/>
                <a:ea typeface="ＭＳ Ｐゴシック" pitchFamily="34" charset="-128"/>
              </a:rPr>
              <a:t>Các công thức c</a:t>
            </a:r>
            <a:r>
              <a:rPr lang="vi-VN" altLang="ja-JP" sz="3600" b="0" smtClean="0">
                <a:latin typeface="Times New Roman" pitchFamily="18" charset="0"/>
                <a:ea typeface="ＭＳ Ｐゴシック" pitchFamily="34" charset="-128"/>
              </a:rPr>
              <a:t>ơ</a:t>
            </a:r>
            <a:r>
              <a:rPr lang="sv-SE" altLang="ja-JP" sz="3600" b="0" smtClean="0">
                <a:latin typeface="Times New Roman" pitchFamily="18" charset="0"/>
                <a:ea typeface="ＭＳ Ｐゴシック" pitchFamily="34" charset="-128"/>
              </a:rPr>
              <a:t> bản và mối quan hệ của 2 ph</a:t>
            </a:r>
            <a:r>
              <a:rPr lang="vi-VN" altLang="ja-JP" sz="3600" b="0" smtClean="0">
                <a:latin typeface="Times New Roman" pitchFamily="18" charset="0"/>
                <a:ea typeface="ＭＳ Ｐゴシック" pitchFamily="34" charset="-128"/>
              </a:rPr>
              <a:t>ươ</a:t>
            </a:r>
            <a:r>
              <a:rPr lang="sv-SE" altLang="ja-JP" sz="3600" b="0" smtClean="0">
                <a:latin typeface="Times New Roman" pitchFamily="18" charset="0"/>
                <a:ea typeface="ＭＳ Ｐゴシック" pitchFamily="34" charset="-128"/>
              </a:rPr>
              <a:t>ng pháp FM và PM</a:t>
            </a:r>
            <a:endParaRPr lang="en-US" altLang="en-US" sz="3600" b="0" smtClean="0">
              <a:latin typeface="Times New Roman" pitchFamily="18" charset="0"/>
            </a:endParaRPr>
          </a:p>
        </p:txBody>
      </p:sp>
      <p:sp>
        <p:nvSpPr>
          <p:cNvPr id="46084" name="Rectangle 3"/>
          <p:cNvSpPr>
            <a:spLocks noGrp="1" noChangeArrowheads="1"/>
          </p:cNvSpPr>
          <p:nvPr>
            <p:ph type="body" idx="1"/>
          </p:nvPr>
        </p:nvSpPr>
        <p:spPr>
          <a:xfrm>
            <a:off x="304800" y="1524000"/>
            <a:ext cx="8229600" cy="5029200"/>
          </a:xfrm>
        </p:spPr>
        <p:txBody>
          <a:bodyPr/>
          <a:lstStyle/>
          <a:p>
            <a:pPr eaLnBrk="1" hangingPunct="1">
              <a:lnSpc>
                <a:spcPct val="105000"/>
              </a:lnSpc>
            </a:pPr>
            <a:r>
              <a:rPr lang="sv-SE" altLang="ja-JP" sz="2000" smtClean="0">
                <a:latin typeface="Constantia" pitchFamily="18" charset="0"/>
                <a:ea typeface="ＭＳ Ｐゴシック" pitchFamily="34" charset="-128"/>
              </a:rPr>
              <a:t>Giữa tần số và một góc pha của một dao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ộng có quan hệ</a:t>
            </a:r>
          </a:p>
          <a:p>
            <a:pPr eaLnBrk="1" hangingPunct="1">
              <a:lnSpc>
                <a:spcPct val="105000"/>
              </a:lnSpc>
            </a:pPr>
            <a:endParaRPr lang="en-US" altLang="ja-JP" sz="2000" smtClean="0">
              <a:latin typeface="Constantia" pitchFamily="18" charset="0"/>
              <a:ea typeface="ＭＳ Ｐゴシック" pitchFamily="34" charset="-128"/>
            </a:endParaRPr>
          </a:p>
          <a:p>
            <a:pPr eaLnBrk="1" hangingPunct="1">
              <a:lnSpc>
                <a:spcPct val="105000"/>
              </a:lnSpc>
            </a:pPr>
            <a:r>
              <a:rPr lang="sv-SE" altLang="ja-JP" sz="2000" smtClean="0">
                <a:latin typeface="Constantia" pitchFamily="18" charset="0"/>
                <a:ea typeface="ＭＳ Ｐゴシック" pitchFamily="34" charset="-128"/>
              </a:rPr>
              <a:t>Với tải tin là dao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ộng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hoà ta có:</a:t>
            </a:r>
          </a:p>
          <a:p>
            <a:pPr eaLnBrk="1" hangingPunct="1">
              <a:lnSpc>
                <a:spcPct val="105000"/>
              </a:lnSpc>
            </a:pPr>
            <a:endParaRPr lang="sv-SE" altLang="ja-JP" sz="2000" smtClean="0">
              <a:latin typeface="Constantia" pitchFamily="18" charset="0"/>
              <a:ea typeface="ＭＳ Ｐゴシック" pitchFamily="34" charset="-128"/>
            </a:endParaRPr>
          </a:p>
          <a:p>
            <a:pPr eaLnBrk="1" hangingPunct="1">
              <a:lnSpc>
                <a:spcPct val="105000"/>
              </a:lnSpc>
            </a:pPr>
            <a:endParaRPr lang="sv-SE" altLang="ja-JP" sz="2000" smtClean="0">
              <a:latin typeface="Constantia" pitchFamily="18" charset="0"/>
              <a:ea typeface="ＭＳ Ｐゴシック" pitchFamily="34" charset="-128"/>
            </a:endParaRPr>
          </a:p>
          <a:p>
            <a:pPr eaLnBrk="1" hangingPunct="1">
              <a:lnSpc>
                <a:spcPct val="105000"/>
              </a:lnSpc>
            </a:pPr>
            <a:r>
              <a:rPr lang="sv-SE" altLang="ja-JP" sz="2000" smtClean="0">
                <a:latin typeface="Constantia" pitchFamily="18" charset="0"/>
                <a:ea typeface="ＭＳ Ｐゴシック" pitchFamily="34" charset="-128"/>
              </a:rPr>
              <a:t>Giả thiết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chế là </a:t>
            </a:r>
            <a:r>
              <a:rPr lang="vi-VN" altLang="ja-JP" sz="2000" smtClean="0">
                <a:latin typeface="Times New Roman" pitchFamily="18" charset="0"/>
                <a:ea typeface="ＭＳ Ｐゴシック" pitchFamily="34" charset="-128"/>
              </a:rPr>
              <a:t>đơ</a:t>
            </a:r>
            <a:r>
              <a:rPr lang="sv-SE" altLang="ja-JP" sz="2000" smtClean="0">
                <a:latin typeface="Constantia" pitchFamily="18" charset="0"/>
                <a:ea typeface="ＭＳ Ｐゴシック" pitchFamily="34" charset="-128"/>
              </a:rPr>
              <a:t>n âm: U</a:t>
            </a:r>
            <a:r>
              <a:rPr lang="sv-SE" altLang="ja-JP" sz="2000" baseline="-25000" smtClean="0">
                <a:latin typeface="Constantia" pitchFamily="18" charset="0"/>
                <a:ea typeface="ＭＳ Ｐゴシック" pitchFamily="34" charset="-128"/>
              </a:rPr>
              <a:t>s</a:t>
            </a:r>
            <a:r>
              <a:rPr lang="sv-SE" altLang="ja-JP" sz="2000" smtClean="0">
                <a:latin typeface="Constantia" pitchFamily="18" charset="0"/>
                <a:ea typeface="ＭＳ Ｐゴシック" pitchFamily="34" charset="-128"/>
              </a:rPr>
              <a:t> =U</a:t>
            </a:r>
            <a:r>
              <a:rPr lang="sv-SE" altLang="ja-JP" sz="2000" baseline="-25000" smtClean="0">
                <a:latin typeface="Constantia" pitchFamily="18" charset="0"/>
                <a:ea typeface="ＭＳ Ｐゴシック" pitchFamily="34" charset="-128"/>
              </a:rPr>
              <a:t>ms</a:t>
            </a:r>
            <a:r>
              <a:rPr lang="sv-SE" altLang="ja-JP" sz="2000" smtClean="0">
                <a:latin typeface="Constantia" pitchFamily="18" charset="0"/>
                <a:ea typeface="ＭＳ Ｐゴシック" pitchFamily="34" charset="-128"/>
              </a:rPr>
              <a:t>.cos</a:t>
            </a:r>
            <a:r>
              <a:rPr lang="sv-SE" altLang="ja-JP" sz="2000" smtClean="0">
                <a:latin typeface="Constantia" pitchFamily="18" charset="0"/>
                <a:ea typeface="ＭＳ Ｐゴシック" pitchFamily="34" charset="-128"/>
                <a:sym typeface="Symbol" pitchFamily="18" charset="2"/>
              </a:rPr>
              <a:t></a:t>
            </a:r>
            <a:r>
              <a:rPr lang="sv-SE" altLang="ja-JP" sz="2000" baseline="-25000" smtClean="0">
                <a:latin typeface="Constantia" pitchFamily="18" charset="0"/>
                <a:ea typeface="ＭＳ Ｐゴシック" pitchFamily="34" charset="-128"/>
              </a:rPr>
              <a:t>S</a:t>
            </a:r>
            <a:r>
              <a:rPr lang="sv-SE" altLang="ja-JP" sz="2000" smtClean="0">
                <a:latin typeface="Constantia" pitchFamily="18" charset="0"/>
                <a:ea typeface="ＭＳ Ｐゴシック" pitchFamily="34" charset="-128"/>
              </a:rPr>
              <a:t>t</a:t>
            </a:r>
          </a:p>
          <a:p>
            <a:pPr eaLnBrk="1" hangingPunct="1">
              <a:lnSpc>
                <a:spcPct val="105000"/>
              </a:lnSpc>
            </a:pPr>
            <a:r>
              <a:rPr lang="sv-SE" altLang="ja-JP" sz="2000" smtClean="0">
                <a:latin typeface="Constantia" pitchFamily="18" charset="0"/>
                <a:ea typeface="ＭＳ Ｐゴシック" pitchFamily="34" charset="-128"/>
              </a:rPr>
              <a:t>Khi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chế tần số hoặc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chế pha thì tần số hoặc góc pha của dao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ộng cao tần biến thiên tỷ lệ với tín hiệu </a:t>
            </a:r>
            <a:r>
              <a:rPr lang="vi-VN" altLang="ja-JP" sz="2000" smtClean="0">
                <a:latin typeface="Times New Roman" pitchFamily="18" charset="0"/>
                <a:ea typeface="ＭＳ Ｐゴシック" pitchFamily="34" charset="-128"/>
              </a:rPr>
              <a:t>đ</a:t>
            </a:r>
            <a:r>
              <a:rPr lang="sv-SE" altLang="ja-JP" sz="2000" smtClean="0">
                <a:latin typeface="Constantia" pitchFamily="18" charset="0"/>
                <a:ea typeface="ＭＳ Ｐゴシック" pitchFamily="34" charset="-128"/>
              </a:rPr>
              <a:t>iều chế:</a:t>
            </a:r>
          </a:p>
          <a:p>
            <a:pPr eaLnBrk="1" hangingPunct="1">
              <a:lnSpc>
                <a:spcPct val="105000"/>
              </a:lnSpc>
            </a:pPr>
            <a:endParaRPr lang="sv-SE" altLang="ja-JP" sz="2000" smtClean="0">
              <a:latin typeface="Constantia" pitchFamily="18" charset="0"/>
              <a:ea typeface="ＭＳ Ｐゴシック" pitchFamily="34" charset="-128"/>
            </a:endParaRPr>
          </a:p>
          <a:p>
            <a:pPr lvl="1" eaLnBrk="1" hangingPunct="1">
              <a:lnSpc>
                <a:spcPct val="105000"/>
              </a:lnSpc>
            </a:pPr>
            <a:endParaRPr lang="sv-SE" altLang="ja-JP" sz="1800" smtClean="0">
              <a:latin typeface="Constantia" pitchFamily="18" charset="0"/>
              <a:ea typeface="ＭＳ Ｐゴシック" pitchFamily="34" charset="-128"/>
            </a:endParaRPr>
          </a:p>
          <a:p>
            <a:pPr lvl="1" eaLnBrk="1" hangingPunct="1">
              <a:lnSpc>
                <a:spcPct val="105000"/>
              </a:lnSpc>
            </a:pPr>
            <a:r>
              <a:rPr lang="sv-SE" altLang="ja-JP" sz="1800" smtClean="0">
                <a:latin typeface="Constantia" pitchFamily="18" charset="0"/>
                <a:ea typeface="ＭＳ Ｐゴシック" pitchFamily="34" charset="-128"/>
              </a:rPr>
              <a:t>Trong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ó </a:t>
            </a:r>
            <a:r>
              <a:rPr lang="sv-SE" altLang="ja-JP" sz="1800" smtClean="0">
                <a:latin typeface="Constantia" pitchFamily="18" charset="0"/>
                <a:ea typeface="ＭＳ Ｐゴシック" pitchFamily="34" charset="-128"/>
                <a:sym typeface="Symbol" pitchFamily="18" charset="2"/>
              </a:rPr>
              <a:t></a:t>
            </a:r>
            <a:r>
              <a:rPr lang="sv-SE" altLang="ja-JP" sz="1800" baseline="-25000" smtClean="0">
                <a:latin typeface="Constantia" pitchFamily="18" charset="0"/>
                <a:ea typeface="ＭＳ Ｐゴシック" pitchFamily="34" charset="-128"/>
              </a:rPr>
              <a:t>t</a:t>
            </a:r>
            <a:r>
              <a:rPr lang="sv-SE" altLang="ja-JP" sz="1800" smtClean="0">
                <a:latin typeface="Constantia" pitchFamily="18" charset="0"/>
                <a:ea typeface="ＭＳ Ｐゴシック" pitchFamily="34" charset="-128"/>
              </a:rPr>
              <a:t>: tần số trung tâm của tín hiệu </a:t>
            </a:r>
            <a:r>
              <a:rPr lang="vi-VN" altLang="ja-JP" sz="1800" smtClean="0">
                <a:latin typeface="Times New Roman" pitchFamily="18" charset="0"/>
                <a:ea typeface="ＭＳ Ｐゴシック" pitchFamily="34" charset="-128"/>
              </a:rPr>
              <a:t>đ</a:t>
            </a:r>
            <a:r>
              <a:rPr lang="sv-SE" altLang="ja-JP" sz="1800" smtClean="0">
                <a:latin typeface="Constantia" pitchFamily="18" charset="0"/>
                <a:ea typeface="ＭＳ Ｐゴシック" pitchFamily="34" charset="-128"/>
              </a:rPr>
              <a:t>iều tần</a:t>
            </a:r>
            <a:r>
              <a:rPr lang="en-US" altLang="ja-JP" sz="1800" smtClean="0">
                <a:latin typeface="Constantia" pitchFamily="18" charset="0"/>
                <a:ea typeface="ＭＳ Ｐゴシック" pitchFamily="34" charset="-128"/>
              </a:rPr>
              <a:t> </a:t>
            </a:r>
          </a:p>
          <a:p>
            <a:pPr lvl="1" eaLnBrk="1" hangingPunct="1">
              <a:lnSpc>
                <a:spcPct val="105000"/>
              </a:lnSpc>
            </a:pPr>
            <a:r>
              <a:rPr lang="sv-SE" altLang="ja-JP" sz="1800" smtClean="0">
                <a:latin typeface="Constantia" pitchFamily="18" charset="0"/>
                <a:ea typeface="ＭＳ Ｐゴシック" pitchFamily="34" charset="-128"/>
              </a:rPr>
              <a:t>đặt: k</a:t>
            </a:r>
            <a:r>
              <a:rPr lang="vi-VN" altLang="ja-JP" sz="1800" baseline="-25000" smtClean="0">
                <a:latin typeface="Times New Roman" pitchFamily="18" charset="0"/>
                <a:ea typeface="ＭＳ Ｐゴシック" pitchFamily="34" charset="-128"/>
              </a:rPr>
              <a:t>đ</a:t>
            </a:r>
            <a:r>
              <a:rPr lang="sv-SE" altLang="ja-JP" sz="1800" baseline="-25000" smtClean="0">
                <a:latin typeface="Constantia" pitchFamily="18" charset="0"/>
                <a:ea typeface="ＭＳ Ｐゴシック" pitchFamily="34" charset="-128"/>
              </a:rPr>
              <a:t>t</a:t>
            </a:r>
            <a:r>
              <a:rPr lang="sv-SE" altLang="ja-JP" sz="1800" smtClean="0">
                <a:latin typeface="Constantia" pitchFamily="18" charset="0"/>
                <a:ea typeface="ＭＳ Ｐゴシック" pitchFamily="34" charset="-128"/>
              </a:rPr>
              <a:t>.U</a:t>
            </a:r>
            <a:r>
              <a:rPr lang="sv-SE" altLang="ja-JP" sz="1800" baseline="-25000" smtClean="0">
                <a:latin typeface="Constantia" pitchFamily="18" charset="0"/>
                <a:ea typeface="ＭＳ Ｐゴシック" pitchFamily="34" charset="-128"/>
              </a:rPr>
              <a:t>ms</a:t>
            </a:r>
            <a:r>
              <a:rPr lang="sv-SE" altLang="ja-JP" sz="1800" smtClean="0">
                <a:latin typeface="Constantia" pitchFamily="18" charset="0"/>
                <a:ea typeface="ＭＳ Ｐゴシック" pitchFamily="34" charset="-128"/>
              </a:rPr>
              <a:t> = </a:t>
            </a:r>
            <a:r>
              <a:rPr lang="sv-SE" altLang="ja-JP" sz="1800" smtClean="0">
                <a:latin typeface="Constantia" pitchFamily="18" charset="0"/>
                <a:ea typeface="ＭＳ Ｐゴシック" pitchFamily="34" charset="-128"/>
                <a:sym typeface="Symbol" pitchFamily="18" charset="2"/>
              </a:rPr>
              <a:t></a:t>
            </a:r>
            <a:r>
              <a:rPr lang="sv-SE" altLang="ja-JP" sz="1800" baseline="-25000" smtClean="0">
                <a:latin typeface="Constantia" pitchFamily="18" charset="0"/>
                <a:ea typeface="ＭＳ Ｐゴシック" pitchFamily="34" charset="-128"/>
              </a:rPr>
              <a:t>m</a:t>
            </a:r>
            <a:r>
              <a:rPr lang="sv-SE" altLang="ja-JP" sz="1800" smtClean="0">
                <a:latin typeface="Constantia" pitchFamily="18" charset="0"/>
                <a:ea typeface="ＭＳ Ｐゴシック" pitchFamily="34" charset="-128"/>
              </a:rPr>
              <a:t> và k</a:t>
            </a:r>
            <a:r>
              <a:rPr lang="vi-VN" altLang="ja-JP" sz="1800" baseline="-25000" smtClean="0">
                <a:latin typeface="Times New Roman" pitchFamily="18" charset="0"/>
                <a:ea typeface="ＭＳ Ｐゴシック" pitchFamily="34" charset="-128"/>
              </a:rPr>
              <a:t>đ</a:t>
            </a:r>
            <a:r>
              <a:rPr lang="sv-SE" altLang="ja-JP" sz="1800" baseline="-25000" smtClean="0">
                <a:latin typeface="Constantia" pitchFamily="18" charset="0"/>
                <a:ea typeface="ＭＳ Ｐゴシック" pitchFamily="34" charset="-128"/>
              </a:rPr>
              <a:t>p</a:t>
            </a:r>
            <a:r>
              <a:rPr lang="sv-SE" altLang="ja-JP" sz="1800" smtClean="0">
                <a:latin typeface="Constantia" pitchFamily="18" charset="0"/>
                <a:ea typeface="ＭＳ Ｐゴシック" pitchFamily="34" charset="-128"/>
              </a:rPr>
              <a:t>U</a:t>
            </a:r>
            <a:r>
              <a:rPr lang="sv-SE" altLang="ja-JP" sz="1800" baseline="-25000" smtClean="0">
                <a:latin typeface="Constantia" pitchFamily="18" charset="0"/>
                <a:ea typeface="ＭＳ Ｐゴシック" pitchFamily="34" charset="-128"/>
              </a:rPr>
              <a:t>ms</a:t>
            </a:r>
            <a:r>
              <a:rPr lang="sv-SE" altLang="ja-JP" sz="1800" smtClean="0">
                <a:latin typeface="Constantia" pitchFamily="18" charset="0"/>
                <a:ea typeface="ＭＳ Ｐゴシック" pitchFamily="34" charset="-128"/>
              </a:rPr>
              <a:t> = </a:t>
            </a:r>
            <a:r>
              <a:rPr lang="sv-SE" altLang="ja-JP" sz="1800" smtClean="0">
                <a:latin typeface="Constantia" pitchFamily="18" charset="0"/>
                <a:ea typeface="ＭＳ Ｐゴシック" pitchFamily="34" charset="-128"/>
                <a:sym typeface="Symbol" pitchFamily="18" charset="2"/>
              </a:rPr>
              <a:t></a:t>
            </a:r>
            <a:r>
              <a:rPr lang="sv-SE" altLang="ja-JP" sz="1800" baseline="-25000" smtClean="0">
                <a:latin typeface="Constantia" pitchFamily="18" charset="0"/>
                <a:ea typeface="ＭＳ Ｐゴシック" pitchFamily="34" charset="-128"/>
              </a:rPr>
              <a:t>m</a:t>
            </a:r>
            <a:r>
              <a:rPr lang="sv-SE" altLang="ja-JP" sz="1800" smtClean="0">
                <a:latin typeface="Constantia" pitchFamily="18" charset="0"/>
                <a:ea typeface="ＭＳ Ｐゴシック" pitchFamily="34" charset="-128"/>
              </a:rPr>
              <a:t> ta viết lại 2 biểu thức trên :</a:t>
            </a:r>
            <a:endParaRPr lang="en-US" altLang="en-US" sz="1800" smtClean="0">
              <a:latin typeface="Constantia" pitchFamily="18" charset="0"/>
              <a:ea typeface="ＭＳ Ｐゴシック" pitchFamily="34" charset="-128"/>
            </a:endParaRPr>
          </a:p>
        </p:txBody>
      </p:sp>
      <p:sp>
        <p:nvSpPr>
          <p:cNvPr id="46085"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6086" name="Object 4"/>
          <p:cNvGraphicFramePr>
            <a:graphicFrameLocks noChangeAspect="1"/>
          </p:cNvGraphicFramePr>
          <p:nvPr/>
        </p:nvGraphicFramePr>
        <p:xfrm>
          <a:off x="4267200" y="1858963"/>
          <a:ext cx="763588" cy="549275"/>
        </p:xfrm>
        <a:graphic>
          <a:graphicData uri="http://schemas.openxmlformats.org/presentationml/2006/ole">
            <mc:AlternateContent xmlns:mc="http://schemas.openxmlformats.org/markup-compatibility/2006">
              <mc:Choice xmlns:v="urn:schemas-microsoft-com:vml" Requires="v">
                <p:oleObj spid="_x0000_s46237" name="Equation" r:id="rId3" imgW="545863" imgH="393529" progId="Equation.3">
                  <p:embed/>
                </p:oleObj>
              </mc:Choice>
              <mc:Fallback>
                <p:oleObj name="Equation" r:id="rId3" imgW="545863" imgH="39352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1858963"/>
                        <a:ext cx="763588" cy="5492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7"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6088" name="Object 6"/>
          <p:cNvGraphicFramePr>
            <a:graphicFrameLocks noChangeAspect="1"/>
          </p:cNvGraphicFramePr>
          <p:nvPr/>
        </p:nvGraphicFramePr>
        <p:xfrm>
          <a:off x="1219200" y="2901950"/>
          <a:ext cx="3735388" cy="365125"/>
        </p:xfrm>
        <a:graphic>
          <a:graphicData uri="http://schemas.openxmlformats.org/presentationml/2006/ole">
            <mc:AlternateContent xmlns:mc="http://schemas.openxmlformats.org/markup-compatibility/2006">
              <mc:Choice xmlns:v="urn:schemas-microsoft-com:vml" Requires="v">
                <p:oleObj spid="_x0000_s46238" name="Equation" r:id="rId5" imgW="2336800" imgH="228600" progId="Equation.3">
                  <p:embed/>
                </p:oleObj>
              </mc:Choice>
              <mc:Fallback>
                <p:oleObj name="Equation" r:id="rId5" imgW="23368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2901950"/>
                        <a:ext cx="3735388" cy="3651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6089" name="Rectangle 9"/>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6090" name="Object 8"/>
          <p:cNvGraphicFramePr>
            <a:graphicFrameLocks noChangeAspect="1"/>
          </p:cNvGraphicFramePr>
          <p:nvPr/>
        </p:nvGraphicFramePr>
        <p:xfrm>
          <a:off x="5943600" y="1905000"/>
          <a:ext cx="1644650" cy="639763"/>
        </p:xfrm>
        <a:graphic>
          <a:graphicData uri="http://schemas.openxmlformats.org/presentationml/2006/ole">
            <mc:AlternateContent xmlns:mc="http://schemas.openxmlformats.org/markup-compatibility/2006">
              <mc:Choice xmlns:v="urn:schemas-microsoft-com:vml" Requires="v">
                <p:oleObj spid="_x0000_s46239" name="Equation" r:id="rId7" imgW="1244600" imgH="482600" progId="Equation.3">
                  <p:embed/>
                </p:oleObj>
              </mc:Choice>
              <mc:Fallback>
                <p:oleObj name="Equation" r:id="rId7" imgW="1244600" imgH="482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1905000"/>
                        <a:ext cx="1644650" cy="639763"/>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6091" name="Text Box 10"/>
          <p:cNvSpPr txBox="1">
            <a:spLocks noChangeArrowheads="1"/>
          </p:cNvSpPr>
          <p:nvPr/>
        </p:nvSpPr>
        <p:spPr bwMode="auto">
          <a:xfrm>
            <a:off x="5181600" y="1981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spcBef>
                <a:spcPct val="50000"/>
              </a:spcBef>
            </a:pPr>
            <a:r>
              <a:rPr lang="en-US" altLang="en-US" sz="1800">
                <a:latin typeface="Times New Roman" pitchFamily="18" charset="0"/>
              </a:rPr>
              <a:t>hay</a:t>
            </a:r>
          </a:p>
        </p:txBody>
      </p:sp>
      <p:sp>
        <p:nvSpPr>
          <p:cNvPr id="46092" name="Rectangle 12"/>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6093" name="Object 11"/>
          <p:cNvGraphicFramePr>
            <a:graphicFrameLocks noChangeAspect="1"/>
          </p:cNvGraphicFramePr>
          <p:nvPr/>
        </p:nvGraphicFramePr>
        <p:xfrm>
          <a:off x="5562600" y="2747963"/>
          <a:ext cx="2378075" cy="730250"/>
        </p:xfrm>
        <a:graphic>
          <a:graphicData uri="http://schemas.openxmlformats.org/presentationml/2006/ole">
            <mc:AlternateContent xmlns:mc="http://schemas.openxmlformats.org/markup-compatibility/2006">
              <mc:Choice xmlns:v="urn:schemas-microsoft-com:vml" Requires="v">
                <p:oleObj spid="_x0000_s46240" name="Equation" r:id="rId9" imgW="1638300" imgH="508000" progId="Equation.3">
                  <p:embed/>
                </p:oleObj>
              </mc:Choice>
              <mc:Fallback>
                <p:oleObj name="Equation" r:id="rId9" imgW="1638300" imgH="5080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2747963"/>
                        <a:ext cx="2378075" cy="73025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6094" name="Rectangle 14"/>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6095" name="Object 13"/>
          <p:cNvGraphicFramePr>
            <a:graphicFrameLocks noChangeAspect="1"/>
          </p:cNvGraphicFramePr>
          <p:nvPr/>
        </p:nvGraphicFramePr>
        <p:xfrm>
          <a:off x="3436938" y="4495800"/>
          <a:ext cx="2398712" cy="706438"/>
        </p:xfrm>
        <a:graphic>
          <a:graphicData uri="http://schemas.openxmlformats.org/presentationml/2006/ole">
            <mc:AlternateContent xmlns:mc="http://schemas.openxmlformats.org/markup-compatibility/2006">
              <mc:Choice xmlns:v="urn:schemas-microsoft-com:vml" Requires="v">
                <p:oleObj spid="_x0000_s46241" name="Equation" r:id="rId11" imgW="1637589" imgH="482391" progId="Equation.3">
                  <p:embed/>
                </p:oleObj>
              </mc:Choice>
              <mc:Fallback>
                <p:oleObj name="Equation" r:id="rId11" imgW="1637589" imgH="482391"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6938" y="4495800"/>
                        <a:ext cx="2398712" cy="706438"/>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6096" name="Text Box 15"/>
          <p:cNvSpPr txBox="1">
            <a:spLocks noChangeArrowheads="1"/>
          </p:cNvSpPr>
          <p:nvPr/>
        </p:nvSpPr>
        <p:spPr bwMode="auto">
          <a:xfrm>
            <a:off x="4953000" y="28956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spcBef>
                <a:spcPct val="50000"/>
              </a:spcBef>
            </a:pPr>
            <a:r>
              <a:rPr lang="en-US" altLang="en-US" sz="1800">
                <a:latin typeface="Times New Roman" pitchFamily="18" charset="0"/>
              </a:rPr>
              <a:t>hay</a:t>
            </a:r>
          </a:p>
        </p:txBody>
      </p:sp>
      <p:sp>
        <p:nvSpPr>
          <p:cNvPr id="46097" name="Rectangle 1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6098" name="Object 16"/>
          <p:cNvGraphicFramePr>
            <a:graphicFrameLocks noChangeAspect="1"/>
          </p:cNvGraphicFramePr>
          <p:nvPr/>
        </p:nvGraphicFramePr>
        <p:xfrm>
          <a:off x="3352800" y="5943600"/>
          <a:ext cx="2225675" cy="685800"/>
        </p:xfrm>
        <a:graphic>
          <a:graphicData uri="http://schemas.openxmlformats.org/presentationml/2006/ole">
            <mc:AlternateContent xmlns:mc="http://schemas.openxmlformats.org/markup-compatibility/2006">
              <mc:Choice xmlns:v="urn:schemas-microsoft-com:vml" Requires="v">
                <p:oleObj spid="_x0000_s46242" name="Equation" r:id="rId13" imgW="1485900" imgH="457200" progId="Equation.3">
                  <p:embed/>
                </p:oleObj>
              </mc:Choice>
              <mc:Fallback>
                <p:oleObj name="Equation" r:id="rId13" imgW="1485900" imgH="4572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2800" y="5943600"/>
                        <a:ext cx="2225675" cy="68580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E0A2A172-FD0D-476D-BA0B-26FB61B600F5}" type="datetime1">
              <a:rPr lang="en-US">
                <a:latin typeface="Arial" pitchFamily="34" charset="0"/>
              </a:rPr>
              <a:pPr/>
              <a:t>23/12/2019</a:t>
            </a:fld>
            <a:endParaRPr lang="en-US" altLang="en-US">
              <a:latin typeface="Arial" pitchFamily="34" charset="0"/>
            </a:endParaRPr>
          </a:p>
        </p:txBody>
      </p:sp>
      <p:sp>
        <p:nvSpPr>
          <p:cNvPr id="471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34C99D9A-8F79-4FAD-9076-979259E32B5A}" type="slidenum">
              <a:rPr lang="en-US" altLang="en-US" sz="1000"/>
              <a:pPr/>
              <a:t>38</a:t>
            </a:fld>
            <a:endParaRPr lang="en-US" altLang="en-US" sz="1000"/>
          </a:p>
        </p:txBody>
      </p:sp>
      <p:sp>
        <p:nvSpPr>
          <p:cNvPr id="47107" name="Rectangle 2"/>
          <p:cNvSpPr>
            <a:spLocks noGrp="1" noChangeArrowheads="1"/>
          </p:cNvSpPr>
          <p:nvPr>
            <p:ph type="title"/>
          </p:nvPr>
        </p:nvSpPr>
        <p:spPr>
          <a:xfrm>
            <a:off x="457200" y="228600"/>
            <a:ext cx="7543800" cy="1295400"/>
          </a:xfrm>
        </p:spPr>
        <p:txBody>
          <a:bodyPr/>
          <a:lstStyle/>
          <a:p>
            <a:pPr eaLnBrk="1" hangingPunct="1"/>
            <a:r>
              <a:rPr lang="sv-SE" altLang="ja-JP" b="0" smtClean="0">
                <a:latin typeface="Times New Roman" pitchFamily="18" charset="0"/>
                <a:ea typeface="ＭＳ Ｐゴシック" pitchFamily="34" charset="-128"/>
              </a:rPr>
              <a:t>Các công thức c</a:t>
            </a:r>
            <a:r>
              <a:rPr lang="vi-VN" altLang="ja-JP" b="0" smtClean="0">
                <a:latin typeface="Times New Roman" pitchFamily="18" charset="0"/>
                <a:ea typeface="ＭＳ Ｐゴシック" pitchFamily="34" charset="-128"/>
              </a:rPr>
              <a:t>ơ</a:t>
            </a:r>
            <a:r>
              <a:rPr lang="sv-SE" altLang="ja-JP" b="0" smtClean="0">
                <a:latin typeface="Times New Roman" pitchFamily="18" charset="0"/>
                <a:ea typeface="ＭＳ Ｐゴシック" pitchFamily="34" charset="-128"/>
              </a:rPr>
              <a:t> bản và mối quan hệ của 2 ph</a:t>
            </a:r>
            <a:r>
              <a:rPr lang="vi-VN" altLang="ja-JP" b="0" smtClean="0">
                <a:latin typeface="Times New Roman" pitchFamily="18" charset="0"/>
                <a:ea typeface="ＭＳ Ｐゴシック" pitchFamily="34" charset="-128"/>
              </a:rPr>
              <a:t>ươ</a:t>
            </a:r>
            <a:r>
              <a:rPr lang="sv-SE" altLang="ja-JP" b="0" smtClean="0">
                <a:latin typeface="Times New Roman" pitchFamily="18" charset="0"/>
                <a:ea typeface="ＭＳ Ｐゴシック" pitchFamily="34" charset="-128"/>
              </a:rPr>
              <a:t>ng pháp FM và PM</a:t>
            </a:r>
            <a:endParaRPr lang="en-US" altLang="en-US" b="0" smtClean="0">
              <a:latin typeface="Times New Roman" pitchFamily="18" charset="0"/>
            </a:endParaRPr>
          </a:p>
        </p:txBody>
      </p:sp>
      <p:sp>
        <p:nvSpPr>
          <p:cNvPr id="47108" name="Rectangle 3"/>
          <p:cNvSpPr>
            <a:spLocks noGrp="1" noChangeArrowheads="1"/>
          </p:cNvSpPr>
          <p:nvPr>
            <p:ph type="body" idx="1"/>
          </p:nvPr>
        </p:nvSpPr>
        <p:spPr>
          <a:xfrm>
            <a:off x="457200" y="1600200"/>
            <a:ext cx="8229600" cy="4411663"/>
          </a:xfrm>
        </p:spPr>
        <p:txBody>
          <a:bodyPr/>
          <a:lstStyle/>
          <a:p>
            <a:pPr eaLnBrk="1" hangingPunct="1"/>
            <a:r>
              <a:rPr lang="sv-SE" altLang="ja-JP" sz="2000" smtClean="0">
                <a:latin typeface="Times New Roman" pitchFamily="18" charset="0"/>
                <a:ea typeface="ＭＳ Ｐゴシック" pitchFamily="34" charset="-128"/>
              </a:rPr>
              <a:t>điều chế tần số: góc pha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ầu không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ổi nên </a:t>
            </a:r>
            <a:r>
              <a:rPr lang="sv-SE" altLang="ja-JP" sz="2000" smtClean="0">
                <a:latin typeface="Times New Roman" pitchFamily="18" charset="0"/>
                <a:ea typeface="ＭＳ Ｐゴシック" pitchFamily="34" charset="-128"/>
                <a:sym typeface="Symbol" pitchFamily="18" charset="2"/>
              </a:rPr>
              <a:t></a:t>
            </a:r>
            <a:r>
              <a:rPr lang="sv-SE" altLang="ja-JP" sz="2000" smtClean="0">
                <a:latin typeface="Times New Roman" pitchFamily="18" charset="0"/>
                <a:ea typeface="ＭＳ Ｐゴシック" pitchFamily="34" charset="-128"/>
              </a:rPr>
              <a:t>(t) = </a:t>
            </a:r>
            <a:r>
              <a:rPr lang="sv-SE" altLang="ja-JP" sz="2000" smtClean="0">
                <a:latin typeface="Times New Roman" pitchFamily="18" charset="0"/>
                <a:ea typeface="ＭＳ Ｐゴシック" pitchFamily="34" charset="-128"/>
                <a:sym typeface="Symbol" pitchFamily="18" charset="2"/>
              </a:rPr>
              <a:t></a:t>
            </a:r>
            <a:r>
              <a:rPr lang="sv-SE" altLang="ja-JP" sz="2000" baseline="-25000" smtClean="0">
                <a:latin typeface="Times New Roman" pitchFamily="18" charset="0"/>
                <a:ea typeface="ＭＳ Ｐゴシック" pitchFamily="34" charset="-128"/>
              </a:rPr>
              <a:t>o</a:t>
            </a:r>
            <a:r>
              <a:rPr lang="sv-SE" altLang="ja-JP" sz="2000" smtClean="0">
                <a:latin typeface="Times New Roman" pitchFamily="18" charset="0"/>
                <a:ea typeface="ＭＳ Ｐゴシック" pitchFamily="34" charset="-128"/>
              </a:rPr>
              <a:t>.</a:t>
            </a:r>
          </a:p>
          <a:p>
            <a:pPr lvl="1" eaLnBrk="1" hangingPunct="1"/>
            <a:r>
              <a:rPr lang="sv-SE" altLang="ja-JP" sz="1800" smtClean="0">
                <a:latin typeface="Times New Roman" pitchFamily="18" charset="0"/>
                <a:ea typeface="ＭＳ Ｐゴシック" pitchFamily="34" charset="-128"/>
              </a:rPr>
              <a:t>Biểu thức của dao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ộng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tần: </a:t>
            </a:r>
          </a:p>
          <a:p>
            <a:pPr lvl="1" eaLnBrk="1" hangingPunct="1"/>
            <a:endParaRPr lang="sv-SE" altLang="ja-JP" sz="1800" smtClean="0">
              <a:latin typeface="Times New Roman" pitchFamily="18" charset="0"/>
              <a:ea typeface="ＭＳ Ｐゴシック" pitchFamily="34" charset="-128"/>
            </a:endParaRPr>
          </a:p>
          <a:p>
            <a:pPr lvl="1" eaLnBrk="1" hangingPunct="1"/>
            <a:endParaRPr lang="sv-SE" altLang="ja-JP" sz="1800" smtClean="0">
              <a:latin typeface="Times New Roman" pitchFamily="18" charset="0"/>
              <a:ea typeface="ＭＳ Ｐゴシック" pitchFamily="34" charset="-128"/>
            </a:endParaRPr>
          </a:p>
          <a:p>
            <a:pPr lvl="1" eaLnBrk="1" hangingPunct="1"/>
            <a:r>
              <a:rPr lang="sv-SE" altLang="ja-JP" sz="1800" smtClean="0">
                <a:latin typeface="Times New Roman" pitchFamily="18" charset="0"/>
                <a:ea typeface="ＭＳ Ｐゴシック" pitchFamily="34" charset="-128"/>
              </a:rPr>
              <a:t>L</a:t>
            </a:r>
            <a:r>
              <a:rPr lang="vi-VN" altLang="ja-JP" sz="1800" smtClean="0">
                <a:latin typeface="Times New Roman" pitchFamily="18" charset="0"/>
                <a:ea typeface="ＭＳ Ｐゴシック" pitchFamily="34" charset="-128"/>
              </a:rPr>
              <a:t>ư</a:t>
            </a:r>
            <a:r>
              <a:rPr lang="sv-SE" altLang="ja-JP" sz="1800" smtClean="0">
                <a:latin typeface="Times New Roman" pitchFamily="18" charset="0"/>
                <a:ea typeface="ＭＳ Ｐゴシック" pitchFamily="34" charset="-128"/>
              </a:rPr>
              <a:t>ợng di tần cực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ại khi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tần:</a:t>
            </a:r>
          </a:p>
          <a:p>
            <a:pPr eaLnBrk="1" hangingPunct="1"/>
            <a:r>
              <a:rPr lang="sv-SE" altLang="ja-JP" sz="2000" smtClean="0">
                <a:latin typeface="Times New Roman" pitchFamily="18" charset="0"/>
                <a:ea typeface="ＭＳ Ｐゴシック" pitchFamily="34" charset="-128"/>
              </a:rPr>
              <a:t>điều chế pha: tần số không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ổi </a:t>
            </a:r>
            <a:r>
              <a:rPr lang="sv-SE" altLang="ja-JP" sz="2000" smtClean="0">
                <a:latin typeface="Times New Roman" pitchFamily="18" charset="0"/>
                <a:ea typeface="ＭＳ Ｐゴシック" pitchFamily="34" charset="-128"/>
                <a:sym typeface="Symbol" pitchFamily="18" charset="2"/>
              </a:rPr>
              <a:t></a:t>
            </a:r>
            <a:r>
              <a:rPr lang="sv-SE" altLang="ja-JP" sz="2000" smtClean="0">
                <a:latin typeface="Times New Roman" pitchFamily="18" charset="0"/>
                <a:ea typeface="ＭＳ Ｐゴシック" pitchFamily="34" charset="-128"/>
              </a:rPr>
              <a:t> = </a:t>
            </a:r>
            <a:r>
              <a:rPr lang="sv-SE" altLang="ja-JP" sz="2000" smtClean="0">
                <a:latin typeface="Times New Roman" pitchFamily="18" charset="0"/>
                <a:ea typeface="ＭＳ Ｐゴシック" pitchFamily="34" charset="-128"/>
                <a:sym typeface="Symbol" pitchFamily="18" charset="2"/>
              </a:rPr>
              <a:t></a:t>
            </a:r>
            <a:r>
              <a:rPr lang="sv-SE" altLang="ja-JP" sz="2000" baseline="-25000" smtClean="0">
                <a:latin typeface="Times New Roman" pitchFamily="18" charset="0"/>
                <a:ea typeface="ＭＳ Ｐゴシック" pitchFamily="34" charset="-128"/>
              </a:rPr>
              <a:t>t</a:t>
            </a:r>
            <a:r>
              <a:rPr lang="sv-SE" altLang="ja-JP" sz="2000" smtClean="0">
                <a:latin typeface="Times New Roman" pitchFamily="18" charset="0"/>
                <a:ea typeface="ＭＳ Ｐゴシック" pitchFamily="34" charset="-128"/>
              </a:rPr>
              <a:t> = const</a:t>
            </a:r>
          </a:p>
          <a:p>
            <a:pPr lvl="1" eaLnBrk="1" hangingPunct="1"/>
            <a:r>
              <a:rPr lang="sv-SE" altLang="ja-JP" sz="2000" smtClean="0">
                <a:latin typeface="Times New Roman" pitchFamily="18" charset="0"/>
                <a:ea typeface="ＭＳ Ｐゴシック" pitchFamily="34" charset="-128"/>
              </a:rPr>
              <a:t>Biểu thức của dao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ộng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a:t>
            </a:r>
          </a:p>
          <a:p>
            <a:pPr lvl="1" eaLnBrk="1" hangingPunct="1"/>
            <a:endParaRPr lang="sv-SE" altLang="ja-JP" sz="2000" smtClean="0">
              <a:latin typeface="Times New Roman" pitchFamily="18" charset="0"/>
              <a:ea typeface="ＭＳ Ｐゴシック" pitchFamily="34" charset="-128"/>
            </a:endParaRPr>
          </a:p>
          <a:p>
            <a:pPr lvl="1" eaLnBrk="1" hangingPunct="1"/>
            <a:r>
              <a:rPr lang="sv-SE" altLang="ja-JP" sz="2000" smtClean="0">
                <a:latin typeface="Times New Roman" pitchFamily="18" charset="0"/>
                <a:ea typeface="ＭＳ Ｐゴシック" pitchFamily="34" charset="-128"/>
              </a:rPr>
              <a:t>L</a:t>
            </a:r>
            <a:r>
              <a:rPr lang="vi-VN" altLang="ja-JP" sz="2000" smtClean="0">
                <a:latin typeface="Times New Roman" pitchFamily="18" charset="0"/>
                <a:ea typeface="ＭＳ Ｐゴシック" pitchFamily="34" charset="-128"/>
              </a:rPr>
              <a:t>ư</a:t>
            </a:r>
            <a:r>
              <a:rPr lang="sv-SE" altLang="ja-JP" sz="2000" smtClean="0">
                <a:latin typeface="Times New Roman" pitchFamily="18" charset="0"/>
                <a:ea typeface="ＭＳ Ｐゴシック" pitchFamily="34" charset="-128"/>
              </a:rPr>
              <a:t>ợng di pha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ạt </a:t>
            </a:r>
            <a:r>
              <a:rPr lang="vi-VN" altLang="ja-JP" sz="2000" smtClean="0">
                <a:latin typeface="Times New Roman" pitchFamily="18" charset="0"/>
                <a:ea typeface="ＭＳ Ｐゴシック" pitchFamily="34" charset="-128"/>
              </a:rPr>
              <a:t>đư</a:t>
            </a:r>
            <a:r>
              <a:rPr lang="sv-SE" altLang="ja-JP" sz="2000" smtClean="0">
                <a:latin typeface="Times New Roman" pitchFamily="18" charset="0"/>
                <a:ea typeface="ＭＳ Ｐゴシック" pitchFamily="34" charset="-128"/>
              </a:rPr>
              <a:t>ợc khi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a:t>
            </a:r>
          </a:p>
          <a:p>
            <a:pPr lvl="1" eaLnBrk="1" hangingPunct="1"/>
            <a:endParaRPr lang="sv-SE" altLang="ja-JP" sz="2000" smtClean="0">
              <a:latin typeface="Times New Roman" pitchFamily="18" charset="0"/>
              <a:ea typeface="ＭＳ Ｐゴシック" pitchFamily="34" charset="-128"/>
            </a:endParaRPr>
          </a:p>
          <a:p>
            <a:pPr lvl="1" eaLnBrk="1" hangingPunct="1"/>
            <a:r>
              <a:rPr lang="sv-SE" altLang="ja-JP" sz="2000" smtClean="0">
                <a:latin typeface="Times New Roman" pitchFamily="18" charset="0"/>
                <a:ea typeface="ＭＳ Ｐゴシック" pitchFamily="34" charset="-128"/>
              </a:rPr>
              <a:t>L</a:t>
            </a:r>
            <a:r>
              <a:rPr lang="vi-VN" altLang="ja-JP" sz="2000" smtClean="0">
                <a:latin typeface="Times New Roman" pitchFamily="18" charset="0"/>
                <a:ea typeface="ＭＳ Ｐゴシック" pitchFamily="34" charset="-128"/>
              </a:rPr>
              <a:t>ư</a:t>
            </a:r>
            <a:r>
              <a:rPr lang="sv-SE" altLang="ja-JP" sz="2000" smtClean="0">
                <a:latin typeface="Times New Roman" pitchFamily="18" charset="0"/>
                <a:ea typeface="ＭＳ Ｐゴシック" pitchFamily="34" charset="-128"/>
              </a:rPr>
              <a:t>ợng di tần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ạt </a:t>
            </a:r>
            <a:r>
              <a:rPr lang="vi-VN" altLang="ja-JP" sz="2000" smtClean="0">
                <a:latin typeface="Times New Roman" pitchFamily="18" charset="0"/>
                <a:ea typeface="ＭＳ Ｐゴシック" pitchFamily="34" charset="-128"/>
              </a:rPr>
              <a:t>đư</a:t>
            </a:r>
            <a:r>
              <a:rPr lang="sv-SE" altLang="ja-JP" sz="2000" smtClean="0">
                <a:latin typeface="Times New Roman" pitchFamily="18" charset="0"/>
                <a:ea typeface="ＭＳ Ｐゴシック" pitchFamily="34" charset="-128"/>
              </a:rPr>
              <a:t>ợc khi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a:t>
            </a:r>
            <a:r>
              <a:rPr lang="en-US" altLang="ja-JP" sz="2000" smtClean="0">
                <a:latin typeface="Times New Roman" pitchFamily="18" charset="0"/>
                <a:ea typeface="ＭＳ Ｐゴシック" pitchFamily="34" charset="-128"/>
              </a:rPr>
              <a:t> </a:t>
            </a:r>
          </a:p>
          <a:p>
            <a:pPr lvl="1" eaLnBrk="1" hangingPunct="1"/>
            <a:endParaRPr lang="sv-SE" altLang="ja-JP" sz="2000" smtClean="0">
              <a:latin typeface="Times New Roman" pitchFamily="18" charset="0"/>
              <a:ea typeface="ＭＳ Ｐゴシック" pitchFamily="34" charset="-128"/>
            </a:endParaRPr>
          </a:p>
          <a:p>
            <a:pPr lvl="1" eaLnBrk="1" hangingPunct="1"/>
            <a:r>
              <a:rPr lang="sv-SE" altLang="ja-JP" sz="2000" smtClean="0">
                <a:latin typeface="Times New Roman" pitchFamily="18" charset="0"/>
                <a:ea typeface="ＭＳ Ｐゴシック" pitchFamily="34" charset="-128"/>
              </a:rPr>
              <a:t>L</a:t>
            </a:r>
            <a:r>
              <a:rPr lang="vi-VN" altLang="ja-JP" sz="2000" smtClean="0">
                <a:latin typeface="Times New Roman" pitchFamily="18" charset="0"/>
                <a:ea typeface="ＭＳ Ｐゴシック" pitchFamily="34" charset="-128"/>
              </a:rPr>
              <a:t>ư</a:t>
            </a:r>
            <a:r>
              <a:rPr lang="sv-SE" altLang="ja-JP" sz="2000" smtClean="0">
                <a:latin typeface="Times New Roman" pitchFamily="18" charset="0"/>
                <a:ea typeface="ＭＳ Ｐゴシック" pitchFamily="34" charset="-128"/>
              </a:rPr>
              <a:t>ợng di tần cực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ại khi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 là:</a:t>
            </a:r>
            <a:r>
              <a:rPr lang="en-US" altLang="ja-JP" sz="2000" smtClean="0">
                <a:latin typeface="Times New Roman" pitchFamily="18" charset="0"/>
                <a:ea typeface="ＭＳ Ｐゴシック" pitchFamily="34" charset="-128"/>
              </a:rPr>
              <a:t> </a:t>
            </a:r>
            <a:endParaRPr lang="sv-SE" altLang="ja-JP" sz="2000" smtClean="0">
              <a:latin typeface="Times New Roman" pitchFamily="18" charset="0"/>
              <a:ea typeface="ＭＳ Ｐゴシック" pitchFamily="34" charset="-128"/>
            </a:endParaRPr>
          </a:p>
          <a:p>
            <a:pPr lvl="1" eaLnBrk="1" hangingPunct="1">
              <a:buFont typeface="Wingdings" pitchFamily="2" charset="2"/>
              <a:buNone/>
            </a:pPr>
            <a:endParaRPr lang="sv-SE" altLang="ja-JP" sz="2000" smtClean="0">
              <a:latin typeface="Times New Roman" pitchFamily="18" charset="0"/>
              <a:ea typeface="ＭＳ Ｐゴシック" pitchFamily="34" charset="-128"/>
            </a:endParaRPr>
          </a:p>
          <a:p>
            <a:pPr lvl="1" eaLnBrk="1" hangingPunct="1"/>
            <a:endParaRPr lang="sv-SE" altLang="ja-JP" sz="1800" smtClean="0">
              <a:latin typeface="Times New Roman" pitchFamily="18" charset="0"/>
              <a:ea typeface="ＭＳ Ｐゴシック" pitchFamily="34" charset="-128"/>
            </a:endParaRPr>
          </a:p>
          <a:p>
            <a:pPr lvl="1" eaLnBrk="1" hangingPunct="1">
              <a:buFont typeface="Wingdings" pitchFamily="2" charset="2"/>
              <a:buNone/>
            </a:pPr>
            <a:endParaRPr lang="en-US" altLang="en-US" sz="1800" smtClean="0">
              <a:latin typeface="Times New Roman" pitchFamily="18" charset="0"/>
            </a:endParaRPr>
          </a:p>
        </p:txBody>
      </p:sp>
      <p:sp>
        <p:nvSpPr>
          <p:cNvPr id="47109" name="Rectangle 5"/>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7110" name="Object 4"/>
          <p:cNvGraphicFramePr>
            <a:graphicFrameLocks noChangeAspect="1"/>
          </p:cNvGraphicFramePr>
          <p:nvPr/>
        </p:nvGraphicFramePr>
        <p:xfrm>
          <a:off x="3352800" y="2362200"/>
          <a:ext cx="2409825" cy="485775"/>
        </p:xfrm>
        <a:graphic>
          <a:graphicData uri="http://schemas.openxmlformats.org/presentationml/2006/ole">
            <mc:AlternateContent xmlns:mc="http://schemas.openxmlformats.org/markup-compatibility/2006">
              <mc:Choice xmlns:v="urn:schemas-microsoft-com:vml" Requires="v">
                <p:oleObj spid="_x0000_s47258" name="Equation" r:id="rId3" imgW="2413000" imgH="482600" progId="Equation.3">
                  <p:embed/>
                </p:oleObj>
              </mc:Choice>
              <mc:Fallback>
                <p:oleObj name="Equation" r:id="rId3" imgW="24130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362200"/>
                        <a:ext cx="2409825" cy="4857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11" name="Rectangle 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7112" name="Object 6"/>
          <p:cNvGraphicFramePr>
            <a:graphicFrameLocks noChangeAspect="1"/>
          </p:cNvGraphicFramePr>
          <p:nvPr/>
        </p:nvGraphicFramePr>
        <p:xfrm>
          <a:off x="4495800" y="2971800"/>
          <a:ext cx="1219200" cy="307975"/>
        </p:xfrm>
        <a:graphic>
          <a:graphicData uri="http://schemas.openxmlformats.org/presentationml/2006/ole">
            <mc:AlternateContent xmlns:mc="http://schemas.openxmlformats.org/markup-compatibility/2006">
              <mc:Choice xmlns:v="urn:schemas-microsoft-com:vml" Requires="v">
                <p:oleObj spid="_x0000_s47259" name="Equation" r:id="rId5" imgW="901309" imgH="228501" progId="Equation.3">
                  <p:embed/>
                </p:oleObj>
              </mc:Choice>
              <mc:Fallback>
                <p:oleObj name="Equation" r:id="rId5" imgW="901309" imgH="228501"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971800"/>
                        <a:ext cx="1219200" cy="30797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113" name="Rectangle 11"/>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7114" name="Object 10"/>
          <p:cNvGraphicFramePr>
            <a:graphicFrameLocks noChangeAspect="1"/>
          </p:cNvGraphicFramePr>
          <p:nvPr/>
        </p:nvGraphicFramePr>
        <p:xfrm>
          <a:off x="3429000" y="4114800"/>
          <a:ext cx="2362200" cy="238125"/>
        </p:xfrm>
        <a:graphic>
          <a:graphicData uri="http://schemas.openxmlformats.org/presentationml/2006/ole">
            <mc:AlternateContent xmlns:mc="http://schemas.openxmlformats.org/markup-compatibility/2006">
              <mc:Choice xmlns:v="urn:schemas-microsoft-com:vml" Requires="v">
                <p:oleObj spid="_x0000_s47260" name="Equation" r:id="rId7" imgW="2362200" imgH="241300" progId="Equation.3">
                  <p:embed/>
                </p:oleObj>
              </mc:Choice>
              <mc:Fallback>
                <p:oleObj name="Equation" r:id="rId7" imgW="2362200" imgH="2413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4114800"/>
                        <a:ext cx="2362200" cy="2381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115" name="Rectangle 1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7116" name="Object 12"/>
          <p:cNvGraphicFramePr>
            <a:graphicFrameLocks noChangeAspect="1"/>
          </p:cNvGraphicFramePr>
          <p:nvPr/>
        </p:nvGraphicFramePr>
        <p:xfrm>
          <a:off x="3733800" y="4800600"/>
          <a:ext cx="1143000" cy="228600"/>
        </p:xfrm>
        <a:graphic>
          <a:graphicData uri="http://schemas.openxmlformats.org/presentationml/2006/ole">
            <mc:AlternateContent xmlns:mc="http://schemas.openxmlformats.org/markup-compatibility/2006">
              <mc:Choice xmlns:v="urn:schemas-microsoft-com:vml" Requires="v">
                <p:oleObj spid="_x0000_s47261" name="Equation" r:id="rId9" imgW="1143000" imgH="228600" progId="Equation.3">
                  <p:embed/>
                </p:oleObj>
              </mc:Choice>
              <mc:Fallback>
                <p:oleObj name="Equation" r:id="rId9" imgW="1143000" imgH="2286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3800" y="4800600"/>
                        <a:ext cx="1143000" cy="22860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17" name="Object 14"/>
          <p:cNvGraphicFramePr>
            <a:graphicFrameLocks noChangeAspect="1"/>
          </p:cNvGraphicFramePr>
          <p:nvPr/>
        </p:nvGraphicFramePr>
        <p:xfrm>
          <a:off x="3657600" y="5486400"/>
          <a:ext cx="1762125" cy="390525"/>
        </p:xfrm>
        <a:graphic>
          <a:graphicData uri="http://schemas.openxmlformats.org/presentationml/2006/ole">
            <mc:AlternateContent xmlns:mc="http://schemas.openxmlformats.org/markup-compatibility/2006">
              <mc:Choice xmlns:v="urn:schemas-microsoft-com:vml" Requires="v">
                <p:oleObj spid="_x0000_s47262" name="Equation" r:id="rId11" imgW="1765300" imgH="393700" progId="Equation.3">
                  <p:embed/>
                </p:oleObj>
              </mc:Choice>
              <mc:Fallback>
                <p:oleObj name="Equation" r:id="rId11" imgW="1765300" imgH="3937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7600" y="5486400"/>
                        <a:ext cx="1762125" cy="3905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118"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7119" name="Object 16"/>
          <p:cNvGraphicFramePr>
            <a:graphicFrameLocks noChangeAspect="1"/>
          </p:cNvGraphicFramePr>
          <p:nvPr/>
        </p:nvGraphicFramePr>
        <p:xfrm>
          <a:off x="4038600" y="6324600"/>
          <a:ext cx="942975" cy="228600"/>
        </p:xfrm>
        <a:graphic>
          <a:graphicData uri="http://schemas.openxmlformats.org/presentationml/2006/ole">
            <mc:AlternateContent xmlns:mc="http://schemas.openxmlformats.org/markup-compatibility/2006">
              <mc:Choice xmlns:v="urn:schemas-microsoft-com:vml" Requires="v">
                <p:oleObj spid="_x0000_s47263" name="Equation" r:id="rId13" imgW="939800" imgH="228600" progId="Equation.3">
                  <p:embed/>
                </p:oleObj>
              </mc:Choice>
              <mc:Fallback>
                <p:oleObj name="Equation" r:id="rId13" imgW="939800" imgH="2286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0" y="6324600"/>
                        <a:ext cx="942975" cy="22860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8FB88710-968B-4544-B9CB-2250BF8D3264}" type="datetime1">
              <a:rPr lang="en-US">
                <a:latin typeface="Arial" pitchFamily="34" charset="0"/>
              </a:rPr>
              <a:pPr/>
              <a:t>23/12/2019</a:t>
            </a:fld>
            <a:endParaRPr lang="en-US" altLang="en-US">
              <a:latin typeface="Arial" pitchFamily="34" charset="0"/>
            </a:endParaRPr>
          </a:p>
        </p:txBody>
      </p:sp>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13362AA4-3B1D-46B5-9BAA-A2F676E0292E}" type="slidenum">
              <a:rPr lang="en-US" altLang="en-US" sz="1000"/>
              <a:pPr/>
              <a:t>39</a:t>
            </a:fld>
            <a:endParaRPr lang="en-US" altLang="en-US" sz="1000"/>
          </a:p>
        </p:txBody>
      </p:sp>
      <p:sp>
        <p:nvSpPr>
          <p:cNvPr id="48131" name="Rectangle 2"/>
          <p:cNvSpPr>
            <a:spLocks noGrp="1" noChangeArrowheads="1"/>
          </p:cNvSpPr>
          <p:nvPr>
            <p:ph type="title"/>
          </p:nvPr>
        </p:nvSpPr>
        <p:spPr/>
        <p:txBody>
          <a:bodyPr/>
          <a:lstStyle/>
          <a:p>
            <a:pPr eaLnBrk="1" hangingPunct="1"/>
            <a:r>
              <a:rPr lang="sv-SE" altLang="ja-JP" b="0" smtClean="0">
                <a:latin typeface="Times New Roman" pitchFamily="18" charset="0"/>
                <a:ea typeface="ＭＳ Ｐゴシック" pitchFamily="34" charset="-128"/>
              </a:rPr>
              <a:t>Các công thức c</a:t>
            </a:r>
            <a:r>
              <a:rPr lang="vi-VN" altLang="ja-JP" b="0" smtClean="0">
                <a:latin typeface="Times New Roman" pitchFamily="18" charset="0"/>
                <a:ea typeface="ＭＳ Ｐゴシック" pitchFamily="34" charset="-128"/>
              </a:rPr>
              <a:t>ơ</a:t>
            </a:r>
            <a:r>
              <a:rPr lang="sv-SE" altLang="ja-JP" b="0" smtClean="0">
                <a:latin typeface="Times New Roman" pitchFamily="18" charset="0"/>
                <a:ea typeface="ＭＳ Ｐゴシック" pitchFamily="34" charset="-128"/>
              </a:rPr>
              <a:t> bản và mối quan hệ của 2 ph</a:t>
            </a:r>
            <a:r>
              <a:rPr lang="vi-VN" altLang="ja-JP" b="0" smtClean="0">
                <a:latin typeface="Times New Roman" pitchFamily="18" charset="0"/>
                <a:ea typeface="ＭＳ Ｐゴシック" pitchFamily="34" charset="-128"/>
              </a:rPr>
              <a:t>ươ</a:t>
            </a:r>
            <a:r>
              <a:rPr lang="sv-SE" altLang="ja-JP" b="0" smtClean="0">
                <a:latin typeface="Times New Roman" pitchFamily="18" charset="0"/>
                <a:ea typeface="ＭＳ Ｐゴシック" pitchFamily="34" charset="-128"/>
              </a:rPr>
              <a:t>ng pháp FM và PM</a:t>
            </a:r>
            <a:endParaRPr lang="en-US" altLang="en-US" b="0" smtClean="0">
              <a:latin typeface="Times New Roman" pitchFamily="18" charset="0"/>
            </a:endParaRPr>
          </a:p>
        </p:txBody>
      </p:sp>
      <p:sp>
        <p:nvSpPr>
          <p:cNvPr id="48132" name="Rectangle 3"/>
          <p:cNvSpPr>
            <a:spLocks noGrp="1" noChangeArrowheads="1"/>
          </p:cNvSpPr>
          <p:nvPr>
            <p:ph type="body" idx="1"/>
          </p:nvPr>
        </p:nvSpPr>
        <p:spPr>
          <a:xfrm>
            <a:off x="457200" y="1719263"/>
            <a:ext cx="8686800" cy="4411662"/>
          </a:xfrm>
        </p:spPr>
        <p:txBody>
          <a:bodyPr/>
          <a:lstStyle/>
          <a:p>
            <a:pPr eaLnBrk="1" hangingPunct="1">
              <a:lnSpc>
                <a:spcPct val="120000"/>
              </a:lnSpc>
            </a:pPr>
            <a:r>
              <a:rPr lang="sv-SE" altLang="ja-JP" sz="2000" smtClean="0">
                <a:latin typeface="Times New Roman" pitchFamily="18" charset="0"/>
                <a:ea typeface="ＭＳ Ｐゴシック" pitchFamily="34" charset="-128"/>
              </a:rPr>
              <a:t>Cả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tần và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ều có góc pha thay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ổi nên gọi chung là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chế góc</a:t>
            </a:r>
          </a:p>
          <a:p>
            <a:pPr eaLnBrk="1" hangingPunct="1">
              <a:lnSpc>
                <a:spcPct val="120000"/>
              </a:lnSpc>
            </a:pPr>
            <a:r>
              <a:rPr lang="sv-SE" altLang="ja-JP" sz="2000" smtClean="0">
                <a:latin typeface="Times New Roman" pitchFamily="18" charset="0"/>
                <a:ea typeface="ＭＳ Ｐゴシック" pitchFamily="34" charset="-128"/>
              </a:rPr>
              <a:t>điều khác nhau c</a:t>
            </a:r>
            <a:r>
              <a:rPr lang="vi-VN" altLang="ja-JP" sz="2000" smtClean="0">
                <a:latin typeface="Times New Roman" pitchFamily="18" charset="0"/>
                <a:ea typeface="ＭＳ Ｐゴシック" pitchFamily="34" charset="-128"/>
              </a:rPr>
              <a:t>ơ</a:t>
            </a:r>
            <a:r>
              <a:rPr lang="sv-SE" altLang="ja-JP" sz="2000" smtClean="0">
                <a:latin typeface="Times New Roman" pitchFamily="18" charset="0"/>
                <a:ea typeface="ＭＳ Ｐゴシック" pitchFamily="34" charset="-128"/>
              </a:rPr>
              <a:t> bản giữa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tần và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 là l</a:t>
            </a:r>
            <a:r>
              <a:rPr lang="vi-VN" altLang="ja-JP" sz="2000" smtClean="0">
                <a:latin typeface="Times New Roman" pitchFamily="18" charset="0"/>
                <a:ea typeface="ＭＳ Ｐゴシック" pitchFamily="34" charset="-128"/>
              </a:rPr>
              <a:t>ư</a:t>
            </a:r>
            <a:r>
              <a:rPr lang="sv-SE" altLang="ja-JP" sz="2000" smtClean="0">
                <a:latin typeface="Times New Roman" pitchFamily="18" charset="0"/>
                <a:ea typeface="ＭＳ Ｐゴシック" pitchFamily="34" charset="-128"/>
              </a:rPr>
              <a:t>ợng di tần khi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 tỷ lệ với biên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ộ của tín hiệu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chế và tần số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chế còn l</a:t>
            </a:r>
            <a:r>
              <a:rPr lang="vi-VN" altLang="ja-JP" sz="2000" smtClean="0">
                <a:latin typeface="Times New Roman" pitchFamily="18" charset="0"/>
                <a:ea typeface="ＭＳ Ｐゴシック" pitchFamily="34" charset="-128"/>
              </a:rPr>
              <a:t>ư</a:t>
            </a:r>
            <a:r>
              <a:rPr lang="sv-SE" altLang="ja-JP" sz="2000" smtClean="0">
                <a:latin typeface="Times New Roman" pitchFamily="18" charset="0"/>
                <a:ea typeface="ＭＳ Ｐゴシック" pitchFamily="34" charset="-128"/>
              </a:rPr>
              <a:t>ợng di tần khi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tần chỉ tỷ lệ với biên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ộ tín hiệu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chế mà thôi.</a:t>
            </a:r>
          </a:p>
          <a:p>
            <a:pPr eaLnBrk="1" hangingPunct="1">
              <a:lnSpc>
                <a:spcPct val="120000"/>
              </a:lnSpc>
            </a:pPr>
            <a:r>
              <a:rPr lang="sv-SE" altLang="ja-JP" sz="2000" smtClean="0">
                <a:latin typeface="Times New Roman" pitchFamily="18" charset="0"/>
                <a:ea typeface="ＭＳ Ｐゴシック" pitchFamily="34" charset="-128"/>
              </a:rPr>
              <a:t>Minh hoạ mối quan hệ giữa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tần và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pha:</a:t>
            </a:r>
            <a:endParaRPr lang="en-US" altLang="en-US" sz="2000" smtClean="0">
              <a:latin typeface="Times New Roman" pitchFamily="18" charset="0"/>
              <a:ea typeface="ＭＳ Ｐゴシック" pitchFamily="34" charset="-128"/>
            </a:endParaRPr>
          </a:p>
        </p:txBody>
      </p:sp>
      <p:sp>
        <p:nvSpPr>
          <p:cNvPr id="48133" name="Rectangle 5"/>
          <p:cNvSpPr>
            <a:spLocks noChangeArrowheads="1"/>
          </p:cNvSpPr>
          <p:nvPr/>
        </p:nvSpPr>
        <p:spPr bwMode="auto">
          <a:xfrm>
            <a:off x="0" y="3105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8134" name="Object 4"/>
          <p:cNvGraphicFramePr>
            <a:graphicFrameLocks noChangeAspect="1"/>
          </p:cNvGraphicFramePr>
          <p:nvPr/>
        </p:nvGraphicFramePr>
        <p:xfrm>
          <a:off x="2286000" y="3962400"/>
          <a:ext cx="4991100" cy="647700"/>
        </p:xfrm>
        <a:graphic>
          <a:graphicData uri="http://schemas.openxmlformats.org/presentationml/2006/ole">
            <mc:AlternateContent xmlns:mc="http://schemas.openxmlformats.org/markup-compatibility/2006">
              <mc:Choice xmlns:v="urn:schemas-microsoft-com:vml" Requires="v">
                <p:oleObj spid="_x0000_s48183" name="Visio" r:id="rId3" imgW="5003800" imgH="660400" progId="Visio.Drawing.11">
                  <p:embed/>
                </p:oleObj>
              </mc:Choice>
              <mc:Fallback>
                <p:oleObj name="Visio" r:id="rId3" imgW="5003800" imgH="6604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3962400"/>
                        <a:ext cx="4991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5" name="Rectangle 7"/>
          <p:cNvSpPr>
            <a:spLocks noChangeArrowheads="1"/>
          </p:cNvSpPr>
          <p:nvPr/>
        </p:nvSpPr>
        <p:spPr bwMode="auto">
          <a:xfrm>
            <a:off x="0" y="3105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48136" name="Object 6"/>
          <p:cNvGraphicFramePr>
            <a:graphicFrameLocks noChangeAspect="1"/>
          </p:cNvGraphicFramePr>
          <p:nvPr/>
        </p:nvGraphicFramePr>
        <p:xfrm>
          <a:off x="2057400" y="5105400"/>
          <a:ext cx="5210175" cy="647700"/>
        </p:xfrm>
        <a:graphic>
          <a:graphicData uri="http://schemas.openxmlformats.org/presentationml/2006/ole">
            <mc:AlternateContent xmlns:mc="http://schemas.openxmlformats.org/markup-compatibility/2006">
              <mc:Choice xmlns:v="urn:schemas-microsoft-com:vml" Requires="v">
                <p:oleObj spid="_x0000_s48184" name="Visio" r:id="rId5" imgW="5219700" imgH="660400" progId="Visio.Drawing.11">
                  <p:embed/>
                </p:oleObj>
              </mc:Choice>
              <mc:Fallback>
                <p:oleObj name="Visio" r:id="rId5" imgW="5219700" imgH="660400" progId="Visio.Drawing.11">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5105400"/>
                        <a:ext cx="52101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B3633045-2A9D-483C-B47F-875AA713F3E8}" type="datetime1">
              <a:rPr lang="en-US">
                <a:latin typeface="Arial" pitchFamily="34" charset="0"/>
              </a:rPr>
              <a:pPr/>
              <a:t>23/12/2019</a:t>
            </a:fld>
            <a:endParaRPr lang="en-US" altLang="en-US">
              <a:latin typeface="Arial" pitchFamily="34" charset="0"/>
            </a:endParaRPr>
          </a:p>
        </p:txBody>
      </p:sp>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EAAD4BBF-4285-4877-8386-66306C2DD0B8}" type="slidenum">
              <a:rPr lang="en-US" altLang="en-US" sz="1000"/>
              <a:pPr/>
              <a:t>40</a:t>
            </a:fld>
            <a:endParaRPr lang="en-US" altLang="en-US" sz="1000"/>
          </a:p>
        </p:txBody>
      </p:sp>
      <p:sp>
        <p:nvSpPr>
          <p:cNvPr id="49155" name="Rectangle 2"/>
          <p:cNvSpPr>
            <a:spLocks noGrp="1" noChangeArrowheads="1"/>
          </p:cNvSpPr>
          <p:nvPr>
            <p:ph type="title"/>
          </p:nvPr>
        </p:nvSpPr>
        <p:spPr/>
        <p:txBody>
          <a:bodyPr/>
          <a:lstStyle/>
          <a:p>
            <a:pPr marL="742950" indent="-742950" eaLnBrk="1" hangingPunct="1"/>
            <a:r>
              <a:rPr lang="sv-SE" altLang="ja-JP" b="0" smtClean="0">
                <a:latin typeface="Times New Roman" pitchFamily="18" charset="0"/>
                <a:ea typeface="ＭＳ Ｐゴシック" pitchFamily="34" charset="-128"/>
              </a:rPr>
              <a:t>Mạch </a:t>
            </a:r>
            <a:r>
              <a:rPr lang="vi-VN" altLang="ja-JP" b="0" smtClean="0">
                <a:latin typeface="Times New Roman" pitchFamily="18" charset="0"/>
                <a:ea typeface="ＭＳ Ｐゴシック" pitchFamily="34" charset="-128"/>
              </a:rPr>
              <a:t>đ</a:t>
            </a:r>
            <a:r>
              <a:rPr lang="sv-SE" altLang="ja-JP" b="0" smtClean="0">
                <a:latin typeface="Times New Roman" pitchFamily="18" charset="0"/>
                <a:ea typeface="ＭＳ Ｐゴシック" pitchFamily="34" charset="-128"/>
              </a:rPr>
              <a:t>iều tần</a:t>
            </a:r>
            <a:endParaRPr lang="en-US" altLang="en-US" smtClean="0">
              <a:latin typeface="Times New Roman" pitchFamily="18" charset="0"/>
            </a:endParaRPr>
          </a:p>
        </p:txBody>
      </p:sp>
      <p:sp>
        <p:nvSpPr>
          <p:cNvPr id="49156" name="Rectangle 3"/>
          <p:cNvSpPr>
            <a:spLocks noGrp="1" noChangeArrowheads="1"/>
          </p:cNvSpPr>
          <p:nvPr>
            <p:ph type="body" idx="1"/>
          </p:nvPr>
        </p:nvSpPr>
        <p:spPr>
          <a:xfrm>
            <a:off x="457200" y="1447800"/>
            <a:ext cx="8229600" cy="4411663"/>
          </a:xfrm>
        </p:spPr>
        <p:txBody>
          <a:bodyPr/>
          <a:lstStyle/>
          <a:p>
            <a:pPr eaLnBrk="1" hangingPunct="1">
              <a:lnSpc>
                <a:spcPct val="90000"/>
              </a:lnSpc>
            </a:pPr>
            <a:r>
              <a:rPr lang="sv-SE" altLang="ja-JP" sz="1900" smtClean="0">
                <a:latin typeface="Times New Roman" pitchFamily="18" charset="0"/>
                <a:ea typeface="ＭＳ Ｐゴシック" pitchFamily="34" charset="-128"/>
              </a:rPr>
              <a:t>Có thể dùng mạch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iều tần trực tiếp hoặc gián tiếp thông qua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iều pha.</a:t>
            </a:r>
          </a:p>
          <a:p>
            <a:pPr eaLnBrk="1" hangingPunct="1">
              <a:lnSpc>
                <a:spcPct val="90000"/>
              </a:lnSpc>
            </a:pPr>
            <a:r>
              <a:rPr lang="sv-SE" altLang="ja-JP" sz="1900" smtClean="0">
                <a:latin typeface="Times New Roman" pitchFamily="18" charset="0"/>
                <a:ea typeface="ＭＳ Ｐゴシック" pitchFamily="34" charset="-128"/>
              </a:rPr>
              <a:t>Các mạch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iều tần trực tiếp </a:t>
            </a:r>
            <a:r>
              <a:rPr lang="vi-VN" altLang="ja-JP" sz="1900" smtClean="0">
                <a:latin typeface="Times New Roman" pitchFamily="18" charset="0"/>
                <a:ea typeface="ＭＳ Ｐゴシック" pitchFamily="34" charset="-128"/>
              </a:rPr>
              <a:t>đư</a:t>
            </a:r>
            <a:r>
              <a:rPr lang="sv-SE" altLang="ja-JP" sz="1900" smtClean="0">
                <a:latin typeface="Times New Roman" pitchFamily="18" charset="0"/>
                <a:ea typeface="ＭＳ Ｐゴシック" pitchFamily="34" charset="-128"/>
              </a:rPr>
              <a:t>ợc thực hiện bằng các mạch tạo dao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ộng mà tần số của nó phụ thuộc vào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iện áp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ặt vào (VCO) hoặc bằng các mạch biến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ổi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iện áp – tần số.</a:t>
            </a:r>
          </a:p>
          <a:p>
            <a:pPr eaLnBrk="1" hangingPunct="1">
              <a:lnSpc>
                <a:spcPct val="90000"/>
              </a:lnSpc>
            </a:pPr>
            <a:r>
              <a:rPr lang="sv-SE" altLang="ja-JP" sz="1900" smtClean="0">
                <a:latin typeface="Times New Roman" pitchFamily="18" charset="0"/>
                <a:ea typeface="ＭＳ Ｐゴシック" pitchFamily="34" charset="-128"/>
              </a:rPr>
              <a:t>Nguyên tắc thực hiện mạch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iều tần trong các bộ tạo dao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ộng là làm biến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ổi  trị số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iện kháng theo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iện áp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ặt vào </a:t>
            </a:r>
            <a:r>
              <a:rPr lang="sv-SE" altLang="ja-JP" sz="1900" smtClean="0">
                <a:latin typeface="Times New Roman" pitchFamily="18" charset="0"/>
                <a:ea typeface="ＭＳ Ｐゴシック" pitchFamily="34" charset="-128"/>
                <a:sym typeface="Wingdings" pitchFamily="2" charset="2"/>
              </a:rPr>
              <a:t></a:t>
            </a:r>
            <a:r>
              <a:rPr lang="sv-SE" altLang="ja-JP" sz="1900" smtClean="0">
                <a:latin typeface="Times New Roman" pitchFamily="18" charset="0"/>
                <a:ea typeface="ＭＳ Ｐゴシック" pitchFamily="34" charset="-128"/>
              </a:rPr>
              <a:t> ph</a:t>
            </a:r>
            <a:r>
              <a:rPr lang="vi-VN" altLang="ja-JP" sz="1900" smtClean="0">
                <a:latin typeface="Times New Roman" pitchFamily="18" charset="0"/>
                <a:ea typeface="ＭＳ Ｐゴシック" pitchFamily="34" charset="-128"/>
              </a:rPr>
              <a:t>ươ</a:t>
            </a:r>
            <a:r>
              <a:rPr lang="sv-SE" altLang="ja-JP" sz="1900" smtClean="0">
                <a:latin typeface="Times New Roman" pitchFamily="18" charset="0"/>
                <a:ea typeface="ＭＳ Ｐゴシック" pitchFamily="34" charset="-128"/>
              </a:rPr>
              <a:t>ng pháp phổ biến nhất là dùng diode biến dung và transistor biến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ổi </a:t>
            </a:r>
            <a:r>
              <a:rPr lang="vi-VN" altLang="ja-JP" sz="1900" smtClean="0">
                <a:latin typeface="Times New Roman" pitchFamily="18" charset="0"/>
                <a:ea typeface="ＭＳ Ｐゴシック" pitchFamily="34" charset="-128"/>
              </a:rPr>
              <a:t>đ</a:t>
            </a:r>
            <a:r>
              <a:rPr lang="sv-SE" altLang="ja-JP" sz="1900" smtClean="0">
                <a:latin typeface="Times New Roman" pitchFamily="18" charset="0"/>
                <a:ea typeface="ＭＳ Ｐゴシック" pitchFamily="34" charset="-128"/>
              </a:rPr>
              <a:t>iện kháng.</a:t>
            </a:r>
          </a:p>
          <a:p>
            <a:pPr eaLnBrk="1" hangingPunct="1">
              <a:lnSpc>
                <a:spcPct val="90000"/>
              </a:lnSpc>
            </a:pPr>
            <a:r>
              <a:rPr lang="en-AU" altLang="ja-JP" sz="1900" smtClean="0">
                <a:latin typeface="Times New Roman" pitchFamily="18" charset="0"/>
                <a:ea typeface="ＭＳ Ｐゴシック" pitchFamily="34" charset="-128"/>
              </a:rPr>
              <a:t>Bộ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iều chế thông dụng nhất trong các hệ thống FM là bộ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iều chế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iện kháng. Bộ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iều chế này dùng ph</a:t>
            </a:r>
            <a:r>
              <a:rPr lang="vi-VN" altLang="ja-JP" sz="1900" smtClean="0">
                <a:latin typeface="Times New Roman" pitchFamily="18" charset="0"/>
                <a:ea typeface="ＭＳ Ｐゴシック" pitchFamily="34" charset="-128"/>
              </a:rPr>
              <a:t>ươ</a:t>
            </a:r>
            <a:r>
              <a:rPr lang="en-AU" altLang="ja-JP" sz="1900" smtClean="0">
                <a:latin typeface="Times New Roman" pitchFamily="18" charset="0"/>
                <a:ea typeface="ＭＳ Ｐゴシック" pitchFamily="34" charset="-128"/>
              </a:rPr>
              <a:t>ng pháp thay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ổi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iện kháng (dung kháng hoặc cảm kháng) theo  tần số mạch dao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ộng.</a:t>
            </a:r>
            <a:r>
              <a:rPr lang="en-AU" altLang="ja-JP" sz="2100" smtClean="0">
                <a:latin typeface="Times New Roman" pitchFamily="18" charset="0"/>
                <a:ea typeface="ＭＳ Ｐゴシック" pitchFamily="34" charset="-128"/>
              </a:rPr>
              <a:t> </a:t>
            </a:r>
          </a:p>
          <a:p>
            <a:pPr eaLnBrk="1" hangingPunct="1">
              <a:lnSpc>
                <a:spcPct val="90000"/>
              </a:lnSpc>
            </a:pPr>
            <a:r>
              <a:rPr lang="en-AU" altLang="ja-JP" sz="1900" smtClean="0">
                <a:latin typeface="Times New Roman" pitchFamily="18" charset="0"/>
                <a:ea typeface="ＭＳ Ｐゴシック" pitchFamily="34" charset="-128"/>
              </a:rPr>
              <a:t>điện dung của diode phụ thuộc vào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ộ rộng miền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iện tích không gian khi </a:t>
            </a:r>
            <a:r>
              <a:rPr lang="vi-VN" altLang="ja-JP" sz="1900" smtClean="0">
                <a:latin typeface="Times New Roman" pitchFamily="18" charset="0"/>
                <a:ea typeface="ＭＳ Ｐゴシック" pitchFamily="34" charset="-128"/>
              </a:rPr>
              <a:t>đư</a:t>
            </a:r>
            <a:r>
              <a:rPr lang="en-AU" altLang="ja-JP" sz="1900" smtClean="0">
                <a:latin typeface="Times New Roman" pitchFamily="18" charset="0"/>
                <a:ea typeface="ＭＳ Ｐゴシック" pitchFamily="34" charset="-128"/>
              </a:rPr>
              <a:t>ợc phân cực thuận hoặc ng</a:t>
            </a:r>
            <a:r>
              <a:rPr lang="vi-VN" altLang="ja-JP" sz="1900" smtClean="0">
                <a:latin typeface="Times New Roman" pitchFamily="18" charset="0"/>
                <a:ea typeface="ＭＳ Ｐゴシック" pitchFamily="34" charset="-128"/>
              </a:rPr>
              <a:t>ư</a:t>
            </a:r>
            <a:r>
              <a:rPr lang="en-AU" altLang="ja-JP" sz="1900" smtClean="0">
                <a:latin typeface="Times New Roman" pitchFamily="18" charset="0"/>
                <a:ea typeface="ＭＳ Ｐゴシック" pitchFamily="34" charset="-128"/>
              </a:rPr>
              <a:t>ợc </a:t>
            </a:r>
            <a:r>
              <a:rPr lang="en-AU" altLang="ja-JP" sz="1900" smtClean="0">
                <a:latin typeface="Times New Roman" pitchFamily="18" charset="0"/>
                <a:ea typeface="ＭＳ Ｐゴシック" pitchFamily="34" charset="-128"/>
                <a:sym typeface="Wingdings" pitchFamily="2" charset="2"/>
              </a:rPr>
              <a:t></a:t>
            </a:r>
            <a:r>
              <a:rPr lang="en-AU" altLang="ja-JP" sz="1900" smtClean="0">
                <a:latin typeface="Times New Roman" pitchFamily="18" charset="0"/>
                <a:ea typeface="ＭＳ Ｐゴシック" pitchFamily="34" charset="-128"/>
              </a:rPr>
              <a:t> diode biến dung. điện dung của diode thay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ổi theo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iện áp dặt vào </a:t>
            </a:r>
            <a:r>
              <a:rPr lang="en-AU" altLang="ja-JP" sz="1900" smtClean="0">
                <a:latin typeface="Times New Roman" pitchFamily="18" charset="0"/>
                <a:ea typeface="ＭＳ Ｐゴシック" pitchFamily="34" charset="-128"/>
                <a:sym typeface="Wingdings" pitchFamily="2" charset="2"/>
              </a:rPr>
              <a:t></a:t>
            </a:r>
            <a:r>
              <a:rPr lang="en-AU" altLang="ja-JP" sz="1900" smtClean="0">
                <a:latin typeface="Times New Roman" pitchFamily="18" charset="0"/>
                <a:ea typeface="ＭＳ Ｐゴシック" pitchFamily="34" charset="-128"/>
              </a:rPr>
              <a:t> thay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ổi tần số dao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ộng </a:t>
            </a:r>
            <a:r>
              <a:rPr lang="en-AU" altLang="ja-JP" sz="1900" smtClean="0">
                <a:latin typeface="Times New Roman" pitchFamily="18" charset="0"/>
                <a:ea typeface="ＭＳ Ｐゴシック" pitchFamily="34" charset="-128"/>
                <a:sym typeface="Wingdings" pitchFamily="2" charset="2"/>
              </a:rPr>
              <a:t></a:t>
            </a:r>
            <a:r>
              <a:rPr lang="en-AU" altLang="ja-JP" sz="1900" smtClean="0">
                <a:latin typeface="Times New Roman" pitchFamily="18" charset="0"/>
                <a:ea typeface="ＭＳ Ｐゴシック" pitchFamily="34" charset="-128"/>
              </a:rPr>
              <a:t> Bộ chuyển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ổi </a:t>
            </a:r>
            <a:r>
              <a:rPr lang="vi-VN" altLang="ja-JP" sz="1900" smtClean="0">
                <a:latin typeface="Times New Roman" pitchFamily="18" charset="0"/>
                <a:ea typeface="ＭＳ Ｐゴシック" pitchFamily="34" charset="-128"/>
              </a:rPr>
              <a:t>đ</a:t>
            </a:r>
            <a:r>
              <a:rPr lang="en-AU" altLang="ja-JP" sz="1900" smtClean="0">
                <a:latin typeface="Times New Roman" pitchFamily="18" charset="0"/>
                <a:ea typeface="ＭＳ Ｐゴシック" pitchFamily="34" charset="-128"/>
              </a:rPr>
              <a:t>iện áp- tần số</a:t>
            </a:r>
            <a:r>
              <a:rPr lang="en-US" altLang="ja-JP" sz="1900" smtClean="0">
                <a:latin typeface="Times New Roman" pitchFamily="18" charset="0"/>
                <a:ea typeface="ＭＳ Ｐゴシック" pitchFamily="34" charset="-128"/>
              </a:rPr>
              <a:t> </a:t>
            </a:r>
            <a:endParaRPr lang="en-US" altLang="en-US" sz="1900" smtClean="0">
              <a:latin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D1F2914D-231A-4116-BCF1-C2395518A5AB}" type="datetime1">
              <a:rPr lang="en-US">
                <a:latin typeface="Arial" pitchFamily="34" charset="0"/>
              </a:rPr>
              <a:pPr/>
              <a:t>23/12/2019</a:t>
            </a:fld>
            <a:endParaRPr lang="en-US" altLang="en-US">
              <a:latin typeface="Arial" pitchFamily="34" charset="0"/>
            </a:endParaRPr>
          </a:p>
        </p:txBody>
      </p:sp>
      <p:sp>
        <p:nvSpPr>
          <p:cNvPr id="501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E091129F-D55B-4F91-A466-A20277C8EADE}" type="slidenum">
              <a:rPr lang="en-US" altLang="en-US" sz="1000"/>
              <a:pPr/>
              <a:t>41</a:t>
            </a:fld>
            <a:endParaRPr lang="en-US" altLang="en-US" sz="1000"/>
          </a:p>
        </p:txBody>
      </p:sp>
      <p:sp>
        <p:nvSpPr>
          <p:cNvPr id="50179" name="Rectangle 2"/>
          <p:cNvSpPr>
            <a:spLocks noGrp="1" noChangeArrowheads="1"/>
          </p:cNvSpPr>
          <p:nvPr>
            <p:ph type="title"/>
          </p:nvPr>
        </p:nvSpPr>
        <p:spPr>
          <a:xfrm>
            <a:off x="457200" y="152400"/>
            <a:ext cx="7543800" cy="792163"/>
          </a:xfrm>
        </p:spPr>
        <p:txBody>
          <a:bodyPr/>
          <a:lstStyle/>
          <a:p>
            <a:pPr eaLnBrk="1" hangingPunct="1"/>
            <a:r>
              <a:rPr lang="sv-SE" altLang="ja-JP" b="0" smtClean="0">
                <a:latin typeface="Times New Roman" pitchFamily="18" charset="0"/>
                <a:ea typeface="ＭＳ Ｐゴシック" pitchFamily="34" charset="-128"/>
              </a:rPr>
              <a:t>Mạch </a:t>
            </a:r>
            <a:r>
              <a:rPr lang="vi-VN" altLang="ja-JP" b="0" smtClean="0">
                <a:latin typeface="Times New Roman" pitchFamily="18" charset="0"/>
                <a:ea typeface="ＭＳ Ｐゴシック" pitchFamily="34" charset="-128"/>
              </a:rPr>
              <a:t>đ</a:t>
            </a:r>
            <a:r>
              <a:rPr lang="sv-SE" altLang="ja-JP" b="0" smtClean="0">
                <a:latin typeface="Times New Roman" pitchFamily="18" charset="0"/>
                <a:ea typeface="ＭＳ Ｐゴシック" pitchFamily="34" charset="-128"/>
              </a:rPr>
              <a:t>iều tần</a:t>
            </a:r>
            <a:endParaRPr lang="en-US" altLang="en-US" b="0" smtClean="0">
              <a:latin typeface="Times New Roman" pitchFamily="18" charset="0"/>
            </a:endParaRPr>
          </a:p>
        </p:txBody>
      </p:sp>
      <p:sp>
        <p:nvSpPr>
          <p:cNvPr id="50180" name="Rectangle 3"/>
          <p:cNvSpPr>
            <a:spLocks noGrp="1" noChangeArrowheads="1"/>
          </p:cNvSpPr>
          <p:nvPr>
            <p:ph type="body" idx="1"/>
          </p:nvPr>
        </p:nvSpPr>
        <p:spPr>
          <a:xfrm>
            <a:off x="457200" y="1143000"/>
            <a:ext cx="8229600" cy="4987925"/>
          </a:xfrm>
        </p:spPr>
        <p:txBody>
          <a:bodyPr/>
          <a:lstStyle/>
          <a:p>
            <a:pPr eaLnBrk="1" hangingPunct="1">
              <a:lnSpc>
                <a:spcPct val="80000"/>
              </a:lnSpc>
            </a:pPr>
            <a:r>
              <a:rPr lang="en-AU" altLang="ja-JP" sz="2000" smtClean="0">
                <a:latin typeface="Times New Roman" pitchFamily="18" charset="0"/>
                <a:ea typeface="ＭＳ Ｐゴシック" pitchFamily="34" charset="-128"/>
              </a:rPr>
              <a:t>Bộ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iều chế FM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iển hình dùng diode nh</a:t>
            </a:r>
            <a:r>
              <a:rPr lang="vi-VN" altLang="ja-JP" sz="2000" smtClean="0">
                <a:latin typeface="Times New Roman" pitchFamily="18" charset="0"/>
                <a:ea typeface="ＭＳ Ｐゴシック" pitchFamily="34" charset="-128"/>
              </a:rPr>
              <a:t>ư</a:t>
            </a:r>
            <a:r>
              <a:rPr lang="en-AU" altLang="ja-JP" sz="2000" smtClean="0">
                <a:latin typeface="Times New Roman" pitchFamily="18" charset="0"/>
                <a:ea typeface="ＭＳ Ｐゴシック" pitchFamily="34" charset="-128"/>
              </a:rPr>
              <a:t> sau:</a:t>
            </a: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endParaRPr lang="en-AU" altLang="ja-JP" sz="2000" smtClean="0">
              <a:latin typeface="Times New Roman" pitchFamily="18" charset="0"/>
              <a:ea typeface="ＭＳ Ｐゴシック" pitchFamily="34" charset="-128"/>
            </a:endParaRPr>
          </a:p>
          <a:p>
            <a:pPr eaLnBrk="1" hangingPunct="1">
              <a:lnSpc>
                <a:spcPct val="80000"/>
              </a:lnSpc>
            </a:pPr>
            <a:r>
              <a:rPr lang="en-AU" altLang="ja-JP" sz="2000" smtClean="0">
                <a:latin typeface="Times New Roman" pitchFamily="18" charset="0"/>
                <a:ea typeface="ＭＳ Ｐゴシック" pitchFamily="34" charset="-128"/>
              </a:rPr>
              <a:t>Tín hiệu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iều chế </a:t>
            </a:r>
            <a:r>
              <a:rPr lang="vi-VN" altLang="ja-JP" sz="2000" smtClean="0">
                <a:latin typeface="Times New Roman" pitchFamily="18" charset="0"/>
                <a:ea typeface="ＭＳ Ｐゴシック" pitchFamily="34" charset="-128"/>
              </a:rPr>
              <a:t>đư</a:t>
            </a:r>
            <a:r>
              <a:rPr lang="en-AU" altLang="ja-JP" sz="2000" smtClean="0">
                <a:latin typeface="Times New Roman" pitchFamily="18" charset="0"/>
                <a:ea typeface="ＭＳ Ｐゴシック" pitchFamily="34" charset="-128"/>
              </a:rPr>
              <a:t>ợc </a:t>
            </a:r>
            <a:r>
              <a:rPr lang="vi-VN" altLang="ja-JP" sz="2000" smtClean="0">
                <a:latin typeface="Times New Roman" pitchFamily="18" charset="0"/>
                <a:ea typeface="ＭＳ Ｐゴシック" pitchFamily="34" charset="-128"/>
              </a:rPr>
              <a:t>đư</a:t>
            </a:r>
            <a:r>
              <a:rPr lang="en-AU" altLang="ja-JP" sz="2000" smtClean="0">
                <a:latin typeface="Times New Roman" pitchFamily="18" charset="0"/>
                <a:ea typeface="ＭＳ Ｐゴシック" pitchFamily="34" charset="-128"/>
              </a:rPr>
              <a:t>a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ến bộ tạo dao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ộng Colpitt thông qua một biến áp</a:t>
            </a:r>
          </a:p>
          <a:p>
            <a:pPr eaLnBrk="1" hangingPunct="1">
              <a:lnSpc>
                <a:spcPct val="80000"/>
              </a:lnSpc>
            </a:pPr>
            <a:r>
              <a:rPr lang="en-AU" altLang="ja-JP" sz="2000" smtClean="0">
                <a:latin typeface="Times New Roman" pitchFamily="18" charset="0"/>
                <a:ea typeface="ＭＳ Ｐゴシック" pitchFamily="34" charset="-128"/>
              </a:rPr>
              <a:t>Diode biến dung C4 </a:t>
            </a:r>
            <a:r>
              <a:rPr lang="vi-VN" altLang="ja-JP" sz="2000" smtClean="0">
                <a:latin typeface="Times New Roman" pitchFamily="18" charset="0"/>
                <a:ea typeface="ＭＳ Ｐゴシック" pitchFamily="34" charset="-128"/>
              </a:rPr>
              <a:t>đư</a:t>
            </a:r>
            <a:r>
              <a:rPr lang="en-AU" altLang="ja-JP" sz="2000" smtClean="0">
                <a:latin typeface="Times New Roman" pitchFamily="18" charset="0"/>
                <a:ea typeface="ＭＳ Ｐゴシック" pitchFamily="34" charset="-128"/>
              </a:rPr>
              <a:t>ợc phân cực ng</a:t>
            </a:r>
            <a:r>
              <a:rPr lang="vi-VN" altLang="ja-JP" sz="2000" smtClean="0">
                <a:latin typeface="Times New Roman" pitchFamily="18" charset="0"/>
                <a:ea typeface="ＭＳ Ｐゴシック" pitchFamily="34" charset="-128"/>
              </a:rPr>
              <a:t>ư</a:t>
            </a:r>
            <a:r>
              <a:rPr lang="en-AU" altLang="ja-JP" sz="2000" smtClean="0">
                <a:latin typeface="Times New Roman" pitchFamily="18" charset="0"/>
                <a:ea typeface="ＭＳ Ｐゴシック" pitchFamily="34" charset="-128"/>
              </a:rPr>
              <a:t>ợc bằng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iện áp Vg. Điện áp phân cực ng</a:t>
            </a:r>
            <a:r>
              <a:rPr lang="vi-VN" altLang="ja-JP" sz="2000" smtClean="0">
                <a:latin typeface="Times New Roman" pitchFamily="18" charset="0"/>
                <a:ea typeface="ＭＳ Ｐゴシック" pitchFamily="34" charset="-128"/>
              </a:rPr>
              <a:t>ư</a:t>
            </a:r>
            <a:r>
              <a:rPr lang="en-AU" altLang="ja-JP" sz="2000" smtClean="0">
                <a:latin typeface="Times New Roman" pitchFamily="18" charset="0"/>
                <a:ea typeface="ＭＳ Ｐゴシック" pitchFamily="34" charset="-128"/>
              </a:rPr>
              <a:t>ợc thay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ổi theo tín hiệu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iều chế </a:t>
            </a:r>
            <a:r>
              <a:rPr lang="en-AU" altLang="ja-JP" sz="2000" smtClean="0">
                <a:latin typeface="Times New Roman" pitchFamily="18" charset="0"/>
                <a:ea typeface="ＭＳ Ｐゴシック" pitchFamily="34" charset="-128"/>
                <a:sym typeface="Wingdings" pitchFamily="2" charset="2"/>
              </a:rPr>
              <a:t></a:t>
            </a:r>
            <a:r>
              <a:rPr lang="en-AU" altLang="ja-JP" sz="2000" smtClean="0">
                <a:latin typeface="Times New Roman" pitchFamily="18" charset="0"/>
                <a:ea typeface="ＭＳ Ｐゴシック" pitchFamily="34" charset="-128"/>
              </a:rPr>
              <a:t> C4 thay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ổi </a:t>
            </a:r>
            <a:r>
              <a:rPr lang="en-AU" altLang="ja-JP" sz="2000" smtClean="0">
                <a:latin typeface="Times New Roman" pitchFamily="18" charset="0"/>
                <a:ea typeface="ＭＳ Ｐゴシック" pitchFamily="34" charset="-128"/>
                <a:sym typeface="Wingdings" pitchFamily="2" charset="2"/>
              </a:rPr>
              <a:t></a:t>
            </a:r>
            <a:r>
              <a:rPr lang="en-AU" altLang="ja-JP" sz="2000" smtClean="0">
                <a:latin typeface="Times New Roman" pitchFamily="18" charset="0"/>
                <a:ea typeface="ＭＳ Ｐゴシック" pitchFamily="34" charset="-128"/>
              </a:rPr>
              <a:t> thay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ổi tần số dao dộng.</a:t>
            </a:r>
          </a:p>
          <a:p>
            <a:pPr eaLnBrk="1" hangingPunct="1">
              <a:lnSpc>
                <a:spcPct val="80000"/>
              </a:lnSpc>
            </a:pPr>
            <a:r>
              <a:rPr lang="en-AU" altLang="ja-JP" sz="2000" smtClean="0">
                <a:latin typeface="Times New Roman" pitchFamily="18" charset="0"/>
                <a:ea typeface="ＭＳ Ｐゴシック" pitchFamily="34" charset="-128"/>
              </a:rPr>
              <a:t>Cuộn chặn cao tần (RFC)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ể ng</a:t>
            </a:r>
            <a:r>
              <a:rPr lang="vi-VN" altLang="ja-JP" sz="2000" smtClean="0">
                <a:latin typeface="Times New Roman" pitchFamily="18" charset="0"/>
                <a:ea typeface="ＭＳ Ｐゴシック" pitchFamily="34" charset="-128"/>
              </a:rPr>
              <a:t>ă</a:t>
            </a:r>
            <a:r>
              <a:rPr lang="en-AU" altLang="ja-JP" sz="2000" smtClean="0">
                <a:latin typeface="Times New Roman" pitchFamily="18" charset="0"/>
                <a:ea typeface="ＭＳ Ｐゴシック" pitchFamily="34" charset="-128"/>
              </a:rPr>
              <a:t>n C4 không bị ngắn mạch với nguồn Vm và Vg.</a:t>
            </a:r>
          </a:p>
          <a:p>
            <a:pPr eaLnBrk="1" hangingPunct="1">
              <a:lnSpc>
                <a:spcPct val="80000"/>
              </a:lnSpc>
            </a:pPr>
            <a:r>
              <a:rPr lang="en-AU" altLang="ja-JP" sz="2000" smtClean="0">
                <a:latin typeface="Times New Roman" pitchFamily="18" charset="0"/>
                <a:ea typeface="ＭＳ Ｐゴシック" pitchFamily="34" charset="-128"/>
              </a:rPr>
              <a:t>Tụ C3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ể ng</a:t>
            </a:r>
            <a:r>
              <a:rPr lang="vi-VN" altLang="ja-JP" sz="2000" smtClean="0">
                <a:latin typeface="Times New Roman" pitchFamily="18" charset="0"/>
                <a:ea typeface="ＭＳ Ｐゴシック" pitchFamily="34" charset="-128"/>
              </a:rPr>
              <a:t>ă</a:t>
            </a:r>
            <a:r>
              <a:rPr lang="en-AU" altLang="ja-JP" sz="2000" smtClean="0">
                <a:latin typeface="Times New Roman" pitchFamily="18" charset="0"/>
                <a:ea typeface="ＭＳ Ｐゴシック" pitchFamily="34" charset="-128"/>
              </a:rPr>
              <a:t>n tín hiệu 1 chiều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ến bộ tạo dao </a:t>
            </a:r>
            <a:r>
              <a:rPr lang="vi-VN" altLang="ja-JP" sz="2000" smtClean="0">
                <a:latin typeface="Times New Roman" pitchFamily="18" charset="0"/>
                <a:ea typeface="ＭＳ Ｐゴシック" pitchFamily="34" charset="-128"/>
              </a:rPr>
              <a:t>đ</a:t>
            </a:r>
            <a:r>
              <a:rPr lang="en-AU" altLang="ja-JP" sz="2000" smtClean="0">
                <a:latin typeface="Times New Roman" pitchFamily="18" charset="0"/>
                <a:ea typeface="ＭＳ Ｐゴシック" pitchFamily="34" charset="-128"/>
              </a:rPr>
              <a:t>ộng</a:t>
            </a:r>
            <a:endParaRPr lang="en-US" altLang="en-US" sz="2000" smtClean="0">
              <a:latin typeface="Times New Roman" pitchFamily="18" charset="0"/>
            </a:endParaRPr>
          </a:p>
        </p:txBody>
      </p:sp>
      <p:pic>
        <p:nvPicPr>
          <p:cNvPr id="5018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676400"/>
            <a:ext cx="37655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05F72F9C-999E-45C2-95AE-3F12130F9293}" type="datetime1">
              <a:rPr lang="en-US">
                <a:latin typeface="Arial" pitchFamily="34" charset="0"/>
              </a:rPr>
              <a:pPr/>
              <a:t>23/12/2019</a:t>
            </a:fld>
            <a:endParaRPr lang="en-US" altLang="en-US">
              <a:latin typeface="Arial" pitchFamily="34" charset="0"/>
            </a:endParaRPr>
          </a:p>
        </p:txBody>
      </p:sp>
      <p:sp>
        <p:nvSpPr>
          <p:cNvPr id="512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93585612-B01C-429C-9620-A65EC8848C50}" type="slidenum">
              <a:rPr lang="en-US" altLang="en-US" sz="1000"/>
              <a:pPr/>
              <a:t>42</a:t>
            </a:fld>
            <a:endParaRPr lang="en-US" altLang="en-US" sz="1000"/>
          </a:p>
        </p:txBody>
      </p:sp>
      <p:sp>
        <p:nvSpPr>
          <p:cNvPr id="51203" name="Rectangle 2"/>
          <p:cNvSpPr>
            <a:spLocks noGrp="1" noChangeArrowheads="1"/>
          </p:cNvSpPr>
          <p:nvPr>
            <p:ph type="title"/>
          </p:nvPr>
        </p:nvSpPr>
        <p:spPr/>
        <p:txBody>
          <a:bodyPr/>
          <a:lstStyle/>
          <a:p>
            <a:pPr eaLnBrk="1" hangingPunct="1"/>
            <a:r>
              <a:rPr lang="sv-SE" altLang="ja-JP" b="0" smtClean="0">
                <a:latin typeface="Times New Roman" pitchFamily="18" charset="0"/>
                <a:ea typeface="ＭＳ Ｐゴシック" pitchFamily="34" charset="-128"/>
              </a:rPr>
              <a:t>Mạch </a:t>
            </a:r>
            <a:r>
              <a:rPr lang="vi-VN" altLang="ja-JP" b="0" smtClean="0">
                <a:latin typeface="Times New Roman" pitchFamily="18" charset="0"/>
                <a:ea typeface="ＭＳ Ｐゴシック" pitchFamily="34" charset="-128"/>
              </a:rPr>
              <a:t>đ</a:t>
            </a:r>
            <a:r>
              <a:rPr lang="sv-SE" altLang="ja-JP" b="0" smtClean="0">
                <a:latin typeface="Times New Roman" pitchFamily="18" charset="0"/>
                <a:ea typeface="ＭＳ Ｐゴシック" pitchFamily="34" charset="-128"/>
              </a:rPr>
              <a:t>iều tần</a:t>
            </a:r>
            <a:endParaRPr lang="en-US" altLang="en-US" b="0" smtClean="0">
              <a:latin typeface="Times New Roman" pitchFamily="18" charset="0"/>
              <a:ea typeface="ＭＳ Ｐゴシック" pitchFamily="34" charset="-128"/>
            </a:endParaRPr>
          </a:p>
        </p:txBody>
      </p:sp>
      <p:sp>
        <p:nvSpPr>
          <p:cNvPr id="51204" name="Rectangle 3"/>
          <p:cNvSpPr>
            <a:spLocks noGrp="1" noChangeArrowheads="1"/>
          </p:cNvSpPr>
          <p:nvPr>
            <p:ph type="body" idx="1"/>
          </p:nvPr>
        </p:nvSpPr>
        <p:spPr/>
        <p:txBody>
          <a:bodyPr/>
          <a:lstStyle/>
          <a:p>
            <a:pPr eaLnBrk="1" hangingPunct="1"/>
            <a:r>
              <a:rPr lang="en-AU" altLang="ja-JP" smtClean="0">
                <a:latin typeface="Times New Roman" pitchFamily="18" charset="0"/>
                <a:ea typeface="ＭＳ Ｐゴシック" pitchFamily="34" charset="-128"/>
              </a:rPr>
              <a:t>S</a:t>
            </a:r>
            <a:r>
              <a:rPr lang="vi-VN" altLang="ja-JP" smtClean="0">
                <a:latin typeface="Times New Roman" pitchFamily="18" charset="0"/>
                <a:ea typeface="ＭＳ Ｐゴシック" pitchFamily="34" charset="-128"/>
              </a:rPr>
              <a:t>ơ</a:t>
            </a:r>
            <a:r>
              <a:rPr lang="en-AU" altLang="ja-JP" smtClean="0">
                <a:latin typeface="Times New Roman" pitchFamily="18" charset="0"/>
                <a:ea typeface="ＭＳ Ｐゴシック" pitchFamily="34" charset="-128"/>
              </a:rPr>
              <a:t> </a:t>
            </a:r>
            <a:r>
              <a:rPr lang="vi-VN" altLang="ja-JP" smtClean="0">
                <a:latin typeface="Times New Roman" pitchFamily="18" charset="0"/>
                <a:ea typeface="ＭＳ Ｐゴシック" pitchFamily="34" charset="-128"/>
              </a:rPr>
              <a:t>đ</a:t>
            </a:r>
            <a:r>
              <a:rPr lang="en-AU" altLang="ja-JP" smtClean="0">
                <a:latin typeface="Times New Roman" pitchFamily="18" charset="0"/>
                <a:ea typeface="ＭＳ Ｐゴシック" pitchFamily="34" charset="-128"/>
              </a:rPr>
              <a:t>ồ ghép với bộ tạo dao </a:t>
            </a:r>
            <a:r>
              <a:rPr lang="vi-VN" altLang="ja-JP" smtClean="0">
                <a:latin typeface="Times New Roman" pitchFamily="18" charset="0"/>
                <a:ea typeface="ＭＳ Ｐゴシック" pitchFamily="34" charset="-128"/>
              </a:rPr>
              <a:t>đ</a:t>
            </a:r>
            <a:r>
              <a:rPr lang="en-AU" altLang="ja-JP" smtClean="0">
                <a:latin typeface="Times New Roman" pitchFamily="18" charset="0"/>
                <a:ea typeface="ＭＳ Ｐゴシック" pitchFamily="34" charset="-128"/>
              </a:rPr>
              <a:t>ộng Coplitt nh</a:t>
            </a:r>
            <a:r>
              <a:rPr lang="vi-VN" altLang="ja-JP" smtClean="0">
                <a:latin typeface="Times New Roman" pitchFamily="18" charset="0"/>
                <a:ea typeface="ＭＳ Ｐゴシック" pitchFamily="34" charset="-128"/>
              </a:rPr>
              <a:t>ư</a:t>
            </a:r>
            <a:r>
              <a:rPr lang="en-AU" altLang="ja-JP" smtClean="0">
                <a:latin typeface="Times New Roman" pitchFamily="18" charset="0"/>
                <a:ea typeface="ＭＳ Ｐゴシック" pitchFamily="34" charset="-128"/>
              </a:rPr>
              <a:t> sau:</a:t>
            </a:r>
            <a:endParaRPr lang="en-US" altLang="en-US" smtClean="0">
              <a:latin typeface="Times New Roman" pitchFamily="18" charset="0"/>
            </a:endParaRPr>
          </a:p>
        </p:txBody>
      </p:sp>
      <p:pic>
        <p:nvPicPr>
          <p:cNvPr id="5120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667000"/>
            <a:ext cx="5943600"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B4F92FFC-D0D5-4354-AD45-540D40DEFC8C}" type="datetime1">
              <a:rPr lang="en-US">
                <a:latin typeface="Arial" pitchFamily="34" charset="0"/>
              </a:rPr>
              <a:pPr/>
              <a:t>23/12/2019</a:t>
            </a:fld>
            <a:endParaRPr lang="en-US" altLang="en-US">
              <a:latin typeface="Arial" pitchFamily="34" charset="0"/>
            </a:endParaRPr>
          </a:p>
        </p:txBody>
      </p:sp>
      <p:sp>
        <p:nvSpPr>
          <p:cNvPr id="522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0C46A285-C449-4FE9-834F-D7165E531BC7}" type="slidenum">
              <a:rPr lang="en-US" altLang="en-US" sz="1000"/>
              <a:pPr/>
              <a:t>43</a:t>
            </a:fld>
            <a:endParaRPr lang="en-US" altLang="en-US" sz="1000"/>
          </a:p>
        </p:txBody>
      </p:sp>
      <p:sp>
        <p:nvSpPr>
          <p:cNvPr id="52227" name="Rectangle 2"/>
          <p:cNvSpPr>
            <a:spLocks noGrp="1" noChangeArrowheads="1"/>
          </p:cNvSpPr>
          <p:nvPr>
            <p:ph type="title"/>
          </p:nvPr>
        </p:nvSpPr>
        <p:spPr>
          <a:xfrm>
            <a:off x="228600" y="122238"/>
            <a:ext cx="7772400" cy="1020762"/>
          </a:xfrm>
        </p:spPr>
        <p:txBody>
          <a:bodyPr/>
          <a:lstStyle/>
          <a:p>
            <a:pPr marL="742950" indent="-742950" eaLnBrk="1" hangingPunct="1"/>
            <a:r>
              <a:rPr lang="sv-SE" altLang="ja-JP" sz="4000" b="0" smtClean="0">
                <a:latin typeface="Times New Roman" pitchFamily="18" charset="0"/>
                <a:ea typeface="ＭＳ Ｐゴシック" pitchFamily="34" charset="-128"/>
              </a:rPr>
              <a:t>Mạch </a:t>
            </a:r>
            <a:r>
              <a:rPr lang="vi-VN" altLang="ja-JP" sz="4000" b="0" smtClean="0">
                <a:latin typeface="Times New Roman" pitchFamily="18" charset="0"/>
                <a:ea typeface="ＭＳ Ｐゴシック" pitchFamily="34" charset="-128"/>
              </a:rPr>
              <a:t>đ</a:t>
            </a:r>
            <a:r>
              <a:rPr lang="sv-SE" altLang="ja-JP" sz="4000" b="0" smtClean="0">
                <a:latin typeface="Times New Roman" pitchFamily="18" charset="0"/>
                <a:ea typeface="ＭＳ Ｐゴシック" pitchFamily="34" charset="-128"/>
              </a:rPr>
              <a:t>iều tần dùng diode biến dung</a:t>
            </a:r>
            <a:endParaRPr lang="en-US" altLang="en-US" sz="4000" b="0" smtClean="0">
              <a:latin typeface="Times New Roman" pitchFamily="18" charset="0"/>
            </a:endParaRPr>
          </a:p>
        </p:txBody>
      </p:sp>
      <p:sp>
        <p:nvSpPr>
          <p:cNvPr id="52228" name="Rectangle 3"/>
          <p:cNvSpPr>
            <a:spLocks noGrp="1" noChangeArrowheads="1"/>
          </p:cNvSpPr>
          <p:nvPr>
            <p:ph type="body" idx="1"/>
          </p:nvPr>
        </p:nvSpPr>
        <p:spPr>
          <a:xfrm>
            <a:off x="381000" y="1143000"/>
            <a:ext cx="8229600" cy="4411663"/>
          </a:xfrm>
        </p:spPr>
        <p:txBody>
          <a:bodyPr/>
          <a:lstStyle/>
          <a:p>
            <a:pPr eaLnBrk="1" hangingPunct="1">
              <a:lnSpc>
                <a:spcPct val="90000"/>
              </a:lnSpc>
            </a:pPr>
            <a:r>
              <a:rPr lang="en-US" altLang="en-US" sz="2000" smtClean="0">
                <a:latin typeface="Times New Roman" pitchFamily="18" charset="0"/>
              </a:rPr>
              <a:t>S</a:t>
            </a:r>
            <a:r>
              <a:rPr lang="vi-VN" altLang="en-US" sz="2000" smtClean="0">
                <a:latin typeface="Times New Roman" pitchFamily="18" charset="0"/>
              </a:rPr>
              <a:t>ơ</a:t>
            </a:r>
            <a:r>
              <a:rPr lang="en-US" altLang="en-US" sz="2000" smtClean="0">
                <a:latin typeface="Times New Roman" pitchFamily="18" charset="0"/>
              </a:rPr>
              <a:t> </a:t>
            </a:r>
            <a:r>
              <a:rPr lang="vi-VN" altLang="en-US" sz="2000" smtClean="0">
                <a:latin typeface="Times New Roman" pitchFamily="18" charset="0"/>
              </a:rPr>
              <a:t>đ</a:t>
            </a:r>
            <a:r>
              <a:rPr lang="en-US" altLang="en-US" sz="2000" smtClean="0">
                <a:latin typeface="Times New Roman" pitchFamily="18" charset="0"/>
              </a:rPr>
              <a:t>ồ mạch</a:t>
            </a:r>
          </a:p>
          <a:p>
            <a:pPr eaLnBrk="1" hangingPunct="1">
              <a:lnSpc>
                <a:spcPct val="90000"/>
              </a:lnSpc>
            </a:pPr>
            <a:endParaRPr lang="en-US" altLang="en-US" sz="2000" smtClean="0">
              <a:latin typeface="Times New Roman" pitchFamily="18" charset="0"/>
            </a:endParaRPr>
          </a:p>
          <a:p>
            <a:pPr eaLnBrk="1" hangingPunct="1">
              <a:lnSpc>
                <a:spcPct val="90000"/>
              </a:lnSpc>
            </a:pPr>
            <a:endParaRPr lang="en-US" altLang="en-US" sz="2000" smtClean="0">
              <a:latin typeface="Times New Roman" pitchFamily="18" charset="0"/>
            </a:endParaRPr>
          </a:p>
          <a:p>
            <a:pPr eaLnBrk="1" hangingPunct="1">
              <a:lnSpc>
                <a:spcPct val="90000"/>
              </a:lnSpc>
            </a:pPr>
            <a:endParaRPr lang="sv-SE" altLang="ja-JP" sz="2000" smtClean="0">
              <a:latin typeface="Times New Roman" pitchFamily="18" charset="0"/>
              <a:ea typeface="ＭＳ Ｐゴシック" pitchFamily="34" charset="-128"/>
            </a:endParaRPr>
          </a:p>
          <a:p>
            <a:pPr eaLnBrk="1" hangingPunct="1">
              <a:lnSpc>
                <a:spcPct val="90000"/>
              </a:lnSpc>
            </a:pPr>
            <a:endParaRPr lang="sv-SE" altLang="ja-JP" sz="2000" smtClean="0">
              <a:latin typeface="Times New Roman" pitchFamily="18" charset="0"/>
              <a:ea typeface="ＭＳ Ｐゴシック" pitchFamily="34" charset="-128"/>
            </a:endParaRPr>
          </a:p>
          <a:p>
            <a:pPr eaLnBrk="1" hangingPunct="1">
              <a:lnSpc>
                <a:spcPct val="90000"/>
              </a:lnSpc>
            </a:pPr>
            <a:endParaRPr lang="sv-SE" altLang="ja-JP" sz="2000" smtClean="0">
              <a:latin typeface="Times New Roman" pitchFamily="18" charset="0"/>
              <a:ea typeface="ＭＳ Ｐゴシック" pitchFamily="34" charset="-128"/>
            </a:endParaRPr>
          </a:p>
          <a:p>
            <a:pPr eaLnBrk="1" hangingPunct="1">
              <a:lnSpc>
                <a:spcPct val="90000"/>
              </a:lnSpc>
            </a:pPr>
            <a:r>
              <a:rPr lang="sv-SE" altLang="ja-JP" sz="2000" smtClean="0">
                <a:latin typeface="Times New Roman" pitchFamily="18" charset="0"/>
                <a:ea typeface="ＭＳ Ｐゴシック" pitchFamily="34" charset="-128"/>
              </a:rPr>
              <a:t>Tần số cộng h</a:t>
            </a:r>
            <a:r>
              <a:rPr lang="vi-VN" altLang="ja-JP" sz="2000" smtClean="0">
                <a:latin typeface="Times New Roman" pitchFamily="18" charset="0"/>
                <a:ea typeface="ＭＳ Ｐゴシック" pitchFamily="34" charset="-128"/>
              </a:rPr>
              <a:t>ư</a:t>
            </a:r>
            <a:r>
              <a:rPr lang="sv-SE" altLang="ja-JP" sz="2000" smtClean="0">
                <a:latin typeface="Times New Roman" pitchFamily="18" charset="0"/>
                <a:ea typeface="ＭＳ Ｐゴシック" pitchFamily="34" charset="-128"/>
              </a:rPr>
              <a:t>ởng của bộ tạo dao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ộng :</a:t>
            </a:r>
          </a:p>
          <a:p>
            <a:pPr eaLnBrk="1" hangingPunct="1">
              <a:lnSpc>
                <a:spcPct val="90000"/>
              </a:lnSpc>
            </a:pPr>
            <a:endParaRPr lang="sv-SE" altLang="ja-JP" sz="2000" smtClean="0">
              <a:latin typeface="Times New Roman" pitchFamily="18" charset="0"/>
              <a:ea typeface="ＭＳ Ｐゴシック" pitchFamily="34" charset="-128"/>
            </a:endParaRPr>
          </a:p>
          <a:p>
            <a:pPr eaLnBrk="1" hangingPunct="1">
              <a:lnSpc>
                <a:spcPct val="90000"/>
              </a:lnSpc>
            </a:pPr>
            <a:r>
              <a:rPr lang="sv-SE" altLang="ja-JP" sz="2000" smtClean="0">
                <a:latin typeface="Times New Roman" pitchFamily="18" charset="0"/>
                <a:ea typeface="ＭＳ Ｐゴシック" pitchFamily="34" charset="-128"/>
              </a:rPr>
              <a:t>C</a:t>
            </a:r>
            <a:r>
              <a:rPr lang="sv-SE" altLang="ja-JP" sz="2000" baseline="-25000" smtClean="0">
                <a:latin typeface="Times New Roman" pitchFamily="18" charset="0"/>
                <a:ea typeface="ＭＳ Ｐゴシック" pitchFamily="34" charset="-128"/>
              </a:rPr>
              <a:t>D</a:t>
            </a:r>
            <a:r>
              <a:rPr lang="sv-SE" altLang="ja-JP" sz="2000" smtClean="0">
                <a:latin typeface="Times New Roman" pitchFamily="18" charset="0"/>
                <a:ea typeface="ＭＳ Ｐゴシック" pitchFamily="34" charset="-128"/>
              </a:rPr>
              <a:t> là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iện dung của diode biến dung D: </a:t>
            </a:r>
          </a:p>
          <a:p>
            <a:pPr lvl="1" eaLnBrk="1" hangingPunct="1">
              <a:lnSpc>
                <a:spcPct val="90000"/>
              </a:lnSpc>
            </a:pPr>
            <a:endParaRPr lang="sv-SE" altLang="ja-JP" sz="2000" smtClean="0">
              <a:latin typeface="Times New Roman" pitchFamily="18" charset="0"/>
              <a:ea typeface="ＭＳ Ｐゴシック" pitchFamily="34" charset="-128"/>
              <a:sym typeface="Symbol" pitchFamily="18" charset="2"/>
            </a:endParaRPr>
          </a:p>
          <a:p>
            <a:pPr lvl="1" eaLnBrk="1" hangingPunct="1">
              <a:lnSpc>
                <a:spcPct val="90000"/>
              </a:lnSpc>
            </a:pPr>
            <a:r>
              <a:rPr lang="sv-SE" altLang="ja-JP" sz="2000" smtClean="0">
                <a:latin typeface="Times New Roman" pitchFamily="18" charset="0"/>
                <a:ea typeface="ＭＳ Ｐゴシック" pitchFamily="34" charset="-128"/>
                <a:sym typeface="Symbol" pitchFamily="18" charset="2"/>
              </a:rPr>
              <a:t></a:t>
            </a:r>
            <a:r>
              <a:rPr lang="sv-SE" altLang="ja-JP" sz="2000" baseline="-25000" smtClean="0">
                <a:latin typeface="Times New Roman" pitchFamily="18" charset="0"/>
                <a:ea typeface="ＭＳ Ｐゴシック" pitchFamily="34" charset="-128"/>
              </a:rPr>
              <a:t>k</a:t>
            </a:r>
            <a:r>
              <a:rPr lang="sv-SE" altLang="ja-JP" sz="2000" smtClean="0">
                <a:latin typeface="Times New Roman" pitchFamily="18" charset="0"/>
                <a:ea typeface="ＭＳ Ｐゴシック" pitchFamily="34" charset="-128"/>
              </a:rPr>
              <a:t>: hiệu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iện thế tiếp xúc của mặt ghép (với Si là 0.7V)</a:t>
            </a:r>
          </a:p>
          <a:p>
            <a:pPr lvl="1" eaLnBrk="1" hangingPunct="1">
              <a:lnSpc>
                <a:spcPct val="90000"/>
              </a:lnSpc>
            </a:pPr>
            <a:r>
              <a:rPr lang="sv-SE" altLang="ja-JP" sz="2000" smtClean="0">
                <a:latin typeface="Times New Roman" pitchFamily="18" charset="0"/>
                <a:ea typeface="ＭＳ Ｐゴシック" pitchFamily="34" charset="-128"/>
                <a:sym typeface="Symbol" pitchFamily="18" charset="2"/>
              </a:rPr>
              <a:t></a:t>
            </a:r>
            <a:r>
              <a:rPr lang="sv-SE" altLang="ja-JP" sz="2000" smtClean="0">
                <a:latin typeface="Times New Roman" pitchFamily="18" charset="0"/>
                <a:ea typeface="ＭＳ Ｐゴシック" pitchFamily="34" charset="-128"/>
              </a:rPr>
              <a:t>: là hệ số phụ thuộc vật liệu = (1/3</a:t>
            </a:r>
            <a:r>
              <a:rPr lang="sv-SE" altLang="ja-JP" sz="2000" smtClean="0">
                <a:latin typeface="Times New Roman" pitchFamily="18" charset="0"/>
                <a:ea typeface="ＭＳ Ｐゴシック" pitchFamily="34" charset="-128"/>
                <a:sym typeface="Symbol" pitchFamily="18" charset="2"/>
              </a:rPr>
              <a:t></a:t>
            </a:r>
            <a:r>
              <a:rPr lang="sv-SE" altLang="ja-JP" sz="2000" smtClean="0">
                <a:latin typeface="Times New Roman" pitchFamily="18" charset="0"/>
                <a:ea typeface="ＭＳ Ｐゴシック" pitchFamily="34" charset="-128"/>
              </a:rPr>
              <a:t>1/2)</a:t>
            </a:r>
          </a:p>
          <a:p>
            <a:pPr eaLnBrk="1" hangingPunct="1">
              <a:lnSpc>
                <a:spcPct val="90000"/>
              </a:lnSpc>
            </a:pPr>
            <a:r>
              <a:rPr lang="sv-SE" altLang="ja-JP" sz="2000" smtClean="0">
                <a:latin typeface="Times New Roman" pitchFamily="18" charset="0"/>
                <a:ea typeface="ＭＳ Ｐゴシック" pitchFamily="34" charset="-128"/>
              </a:rPr>
              <a:t>Điện áp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ặt lên diode</a:t>
            </a:r>
          </a:p>
          <a:p>
            <a:pPr eaLnBrk="1" hangingPunct="1">
              <a:lnSpc>
                <a:spcPct val="90000"/>
              </a:lnSpc>
            </a:pPr>
            <a:endParaRPr lang="en-US" altLang="en-US" sz="2000" smtClean="0">
              <a:latin typeface="Times New Roman" pitchFamily="18" charset="0"/>
            </a:endParaRPr>
          </a:p>
        </p:txBody>
      </p:sp>
      <p:grpSp>
        <p:nvGrpSpPr>
          <p:cNvPr id="52229" name="Group 215"/>
          <p:cNvGrpSpPr>
            <a:grpSpLocks/>
          </p:cNvGrpSpPr>
          <p:nvPr/>
        </p:nvGrpSpPr>
        <p:grpSpPr bwMode="auto">
          <a:xfrm>
            <a:off x="2133600" y="1371600"/>
            <a:ext cx="5715000" cy="1981200"/>
            <a:chOff x="1344" y="864"/>
            <a:chExt cx="3600" cy="1248"/>
          </a:xfrm>
        </p:grpSpPr>
        <p:sp>
          <p:nvSpPr>
            <p:cNvPr id="52237" name="Line 5"/>
            <p:cNvSpPr>
              <a:spLocks noChangeShapeType="1"/>
            </p:cNvSpPr>
            <p:nvPr/>
          </p:nvSpPr>
          <p:spPr bwMode="auto">
            <a:xfrm flipH="1">
              <a:off x="2426" y="1936"/>
              <a:ext cx="1775"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8" name="Oval 6"/>
            <p:cNvSpPr>
              <a:spLocks noChangeArrowheads="1"/>
            </p:cNvSpPr>
            <p:nvPr/>
          </p:nvSpPr>
          <p:spPr bwMode="auto">
            <a:xfrm>
              <a:off x="4189" y="1923"/>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39" name="Oval 7"/>
            <p:cNvSpPr>
              <a:spLocks noChangeArrowheads="1"/>
            </p:cNvSpPr>
            <p:nvPr/>
          </p:nvSpPr>
          <p:spPr bwMode="auto">
            <a:xfrm>
              <a:off x="2414" y="1923"/>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40" name="Line 8"/>
            <p:cNvSpPr>
              <a:spLocks noChangeShapeType="1"/>
            </p:cNvSpPr>
            <p:nvPr/>
          </p:nvSpPr>
          <p:spPr bwMode="auto">
            <a:xfrm>
              <a:off x="1560" y="1025"/>
              <a:ext cx="172"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1" name="Oval 9"/>
            <p:cNvSpPr>
              <a:spLocks noChangeArrowheads="1"/>
            </p:cNvSpPr>
            <p:nvPr/>
          </p:nvSpPr>
          <p:spPr bwMode="auto">
            <a:xfrm>
              <a:off x="1548" y="1011"/>
              <a:ext cx="24" cy="2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42" name="Oval 10"/>
            <p:cNvSpPr>
              <a:spLocks noChangeArrowheads="1"/>
            </p:cNvSpPr>
            <p:nvPr/>
          </p:nvSpPr>
          <p:spPr bwMode="auto">
            <a:xfrm>
              <a:off x="1720" y="1011"/>
              <a:ext cx="24" cy="2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43" name="Line 11"/>
            <p:cNvSpPr>
              <a:spLocks noChangeShapeType="1"/>
            </p:cNvSpPr>
            <p:nvPr/>
          </p:nvSpPr>
          <p:spPr bwMode="auto">
            <a:xfrm flipV="1">
              <a:off x="4551" y="1416"/>
              <a:ext cx="0" cy="10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4" name="Line 12"/>
            <p:cNvSpPr>
              <a:spLocks noChangeShapeType="1"/>
            </p:cNvSpPr>
            <p:nvPr/>
          </p:nvSpPr>
          <p:spPr bwMode="auto">
            <a:xfrm>
              <a:off x="4551" y="1416"/>
              <a:ext cx="268"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5" name="Line 13"/>
            <p:cNvSpPr>
              <a:spLocks noChangeShapeType="1"/>
            </p:cNvSpPr>
            <p:nvPr/>
          </p:nvSpPr>
          <p:spPr bwMode="auto">
            <a:xfrm>
              <a:off x="4819" y="1416"/>
              <a:ext cx="0" cy="13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6" name="Oval 14"/>
            <p:cNvSpPr>
              <a:spLocks noChangeArrowheads="1"/>
            </p:cNvSpPr>
            <p:nvPr/>
          </p:nvSpPr>
          <p:spPr bwMode="auto">
            <a:xfrm>
              <a:off x="4539" y="1504"/>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47" name="Oval 15"/>
            <p:cNvSpPr>
              <a:spLocks noChangeArrowheads="1"/>
            </p:cNvSpPr>
            <p:nvPr/>
          </p:nvSpPr>
          <p:spPr bwMode="auto">
            <a:xfrm>
              <a:off x="4807" y="1538"/>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48" name="Line 16"/>
            <p:cNvSpPr>
              <a:spLocks noChangeShapeType="1"/>
            </p:cNvSpPr>
            <p:nvPr/>
          </p:nvSpPr>
          <p:spPr bwMode="auto">
            <a:xfrm flipV="1">
              <a:off x="4201" y="1653"/>
              <a:ext cx="1" cy="5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49" name="Oval 17"/>
            <p:cNvSpPr>
              <a:spLocks noChangeArrowheads="1"/>
            </p:cNvSpPr>
            <p:nvPr/>
          </p:nvSpPr>
          <p:spPr bwMode="auto">
            <a:xfrm>
              <a:off x="4189" y="1693"/>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50" name="Oval 18"/>
            <p:cNvSpPr>
              <a:spLocks noChangeArrowheads="1"/>
            </p:cNvSpPr>
            <p:nvPr/>
          </p:nvSpPr>
          <p:spPr bwMode="auto">
            <a:xfrm>
              <a:off x="4189" y="1640"/>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51" name="Line 19"/>
            <p:cNvSpPr>
              <a:spLocks noChangeShapeType="1"/>
            </p:cNvSpPr>
            <p:nvPr/>
          </p:nvSpPr>
          <p:spPr bwMode="auto">
            <a:xfrm flipV="1">
              <a:off x="4112" y="1653"/>
              <a:ext cx="0" cy="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2" name="Line 20"/>
            <p:cNvSpPr>
              <a:spLocks noChangeShapeType="1"/>
            </p:cNvSpPr>
            <p:nvPr/>
          </p:nvSpPr>
          <p:spPr bwMode="auto">
            <a:xfrm>
              <a:off x="4112" y="1653"/>
              <a:ext cx="368"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3" name="Oval 21"/>
            <p:cNvSpPr>
              <a:spLocks noChangeArrowheads="1"/>
            </p:cNvSpPr>
            <p:nvPr/>
          </p:nvSpPr>
          <p:spPr bwMode="auto">
            <a:xfrm>
              <a:off x="4100" y="1646"/>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54" name="Oval 22"/>
            <p:cNvSpPr>
              <a:spLocks noChangeArrowheads="1"/>
            </p:cNvSpPr>
            <p:nvPr/>
          </p:nvSpPr>
          <p:spPr bwMode="auto">
            <a:xfrm>
              <a:off x="4468" y="1640"/>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55" name="Line 23"/>
            <p:cNvSpPr>
              <a:spLocks noChangeShapeType="1"/>
            </p:cNvSpPr>
            <p:nvPr/>
          </p:nvSpPr>
          <p:spPr bwMode="auto">
            <a:xfrm>
              <a:off x="4201" y="1828"/>
              <a:ext cx="1" cy="10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6" name="Line 24"/>
            <p:cNvSpPr>
              <a:spLocks noChangeShapeType="1"/>
            </p:cNvSpPr>
            <p:nvPr/>
          </p:nvSpPr>
          <p:spPr bwMode="auto">
            <a:xfrm>
              <a:off x="4201" y="1936"/>
              <a:ext cx="398"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7" name="Oval 25"/>
            <p:cNvSpPr>
              <a:spLocks noChangeArrowheads="1"/>
            </p:cNvSpPr>
            <p:nvPr/>
          </p:nvSpPr>
          <p:spPr bwMode="auto">
            <a:xfrm>
              <a:off x="4189" y="1815"/>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58" name="Oval 26"/>
            <p:cNvSpPr>
              <a:spLocks noChangeArrowheads="1"/>
            </p:cNvSpPr>
            <p:nvPr/>
          </p:nvSpPr>
          <p:spPr bwMode="auto">
            <a:xfrm>
              <a:off x="4587" y="1923"/>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59" name="Line 27"/>
            <p:cNvSpPr>
              <a:spLocks noChangeShapeType="1"/>
            </p:cNvSpPr>
            <p:nvPr/>
          </p:nvSpPr>
          <p:spPr bwMode="auto">
            <a:xfrm>
              <a:off x="4551" y="1761"/>
              <a:ext cx="0" cy="17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0" name="Line 28"/>
            <p:cNvSpPr>
              <a:spLocks noChangeShapeType="1"/>
            </p:cNvSpPr>
            <p:nvPr/>
          </p:nvSpPr>
          <p:spPr bwMode="auto">
            <a:xfrm>
              <a:off x="4551" y="1936"/>
              <a:ext cx="268"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1" name="Line 29"/>
            <p:cNvSpPr>
              <a:spLocks noChangeShapeType="1"/>
            </p:cNvSpPr>
            <p:nvPr/>
          </p:nvSpPr>
          <p:spPr bwMode="auto">
            <a:xfrm flipV="1">
              <a:off x="4819" y="1713"/>
              <a:ext cx="0" cy="22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2" name="Oval 30"/>
            <p:cNvSpPr>
              <a:spLocks noChangeArrowheads="1"/>
            </p:cNvSpPr>
            <p:nvPr/>
          </p:nvSpPr>
          <p:spPr bwMode="auto">
            <a:xfrm>
              <a:off x="4539" y="1747"/>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63" name="Oval 31"/>
            <p:cNvSpPr>
              <a:spLocks noChangeArrowheads="1"/>
            </p:cNvSpPr>
            <p:nvPr/>
          </p:nvSpPr>
          <p:spPr bwMode="auto">
            <a:xfrm>
              <a:off x="4807" y="1700"/>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64" name="Line 32"/>
            <p:cNvSpPr>
              <a:spLocks noChangeShapeType="1"/>
            </p:cNvSpPr>
            <p:nvPr/>
          </p:nvSpPr>
          <p:spPr bwMode="auto">
            <a:xfrm flipV="1">
              <a:off x="3578" y="1660"/>
              <a:ext cx="0" cy="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5" name="Line 33"/>
            <p:cNvSpPr>
              <a:spLocks noChangeShapeType="1"/>
            </p:cNvSpPr>
            <p:nvPr/>
          </p:nvSpPr>
          <p:spPr bwMode="auto">
            <a:xfrm>
              <a:off x="3578" y="1660"/>
              <a:ext cx="321"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6" name="Oval 34"/>
            <p:cNvSpPr>
              <a:spLocks noChangeArrowheads="1"/>
            </p:cNvSpPr>
            <p:nvPr/>
          </p:nvSpPr>
          <p:spPr bwMode="auto">
            <a:xfrm>
              <a:off x="3566" y="1653"/>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67" name="Oval 35"/>
            <p:cNvSpPr>
              <a:spLocks noChangeArrowheads="1"/>
            </p:cNvSpPr>
            <p:nvPr/>
          </p:nvSpPr>
          <p:spPr bwMode="auto">
            <a:xfrm>
              <a:off x="3887" y="1646"/>
              <a:ext cx="23"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68" name="Line 36"/>
            <p:cNvSpPr>
              <a:spLocks noChangeShapeType="1"/>
            </p:cNvSpPr>
            <p:nvPr/>
          </p:nvSpPr>
          <p:spPr bwMode="auto">
            <a:xfrm>
              <a:off x="2426" y="1383"/>
              <a:ext cx="1" cy="63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69" name="Oval 37"/>
            <p:cNvSpPr>
              <a:spLocks noChangeArrowheads="1"/>
            </p:cNvSpPr>
            <p:nvPr/>
          </p:nvSpPr>
          <p:spPr bwMode="auto">
            <a:xfrm>
              <a:off x="2414" y="1369"/>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70" name="Oval 38"/>
            <p:cNvSpPr>
              <a:spLocks noChangeArrowheads="1"/>
            </p:cNvSpPr>
            <p:nvPr/>
          </p:nvSpPr>
          <p:spPr bwMode="auto">
            <a:xfrm>
              <a:off x="2414" y="2004"/>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71" name="Line 39"/>
            <p:cNvSpPr>
              <a:spLocks noChangeShapeType="1"/>
            </p:cNvSpPr>
            <p:nvPr/>
          </p:nvSpPr>
          <p:spPr bwMode="auto">
            <a:xfrm flipV="1">
              <a:off x="2426" y="1018"/>
              <a:ext cx="1" cy="12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2" name="Oval 40"/>
            <p:cNvSpPr>
              <a:spLocks noChangeArrowheads="1"/>
            </p:cNvSpPr>
            <p:nvPr/>
          </p:nvSpPr>
          <p:spPr bwMode="auto">
            <a:xfrm>
              <a:off x="2414" y="1127"/>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73" name="Oval 41"/>
            <p:cNvSpPr>
              <a:spLocks noChangeArrowheads="1"/>
            </p:cNvSpPr>
            <p:nvPr/>
          </p:nvSpPr>
          <p:spPr bwMode="auto">
            <a:xfrm>
              <a:off x="2414" y="1005"/>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74" name="Line 42"/>
            <p:cNvSpPr>
              <a:spLocks noChangeShapeType="1"/>
            </p:cNvSpPr>
            <p:nvPr/>
          </p:nvSpPr>
          <p:spPr bwMode="auto">
            <a:xfrm>
              <a:off x="2658" y="1018"/>
              <a:ext cx="570"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5" name="Line 43"/>
            <p:cNvSpPr>
              <a:spLocks noChangeShapeType="1"/>
            </p:cNvSpPr>
            <p:nvPr/>
          </p:nvSpPr>
          <p:spPr bwMode="auto">
            <a:xfrm>
              <a:off x="3228" y="1018"/>
              <a:ext cx="1" cy="35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6" name="Oval 44"/>
            <p:cNvSpPr>
              <a:spLocks noChangeArrowheads="1"/>
            </p:cNvSpPr>
            <p:nvPr/>
          </p:nvSpPr>
          <p:spPr bwMode="auto">
            <a:xfrm>
              <a:off x="2646" y="1005"/>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77" name="Oval 45"/>
            <p:cNvSpPr>
              <a:spLocks noChangeArrowheads="1"/>
            </p:cNvSpPr>
            <p:nvPr/>
          </p:nvSpPr>
          <p:spPr bwMode="auto">
            <a:xfrm>
              <a:off x="3216" y="1355"/>
              <a:ext cx="23" cy="2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78" name="Line 46"/>
            <p:cNvSpPr>
              <a:spLocks noChangeShapeType="1"/>
            </p:cNvSpPr>
            <p:nvPr/>
          </p:nvSpPr>
          <p:spPr bwMode="auto">
            <a:xfrm flipV="1">
              <a:off x="2029" y="1018"/>
              <a:ext cx="1" cy="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9" name="Line 47"/>
            <p:cNvSpPr>
              <a:spLocks noChangeShapeType="1"/>
            </p:cNvSpPr>
            <p:nvPr/>
          </p:nvSpPr>
          <p:spPr bwMode="auto">
            <a:xfrm>
              <a:off x="2029" y="1018"/>
              <a:ext cx="522"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0" name="Oval 48"/>
            <p:cNvSpPr>
              <a:spLocks noChangeArrowheads="1"/>
            </p:cNvSpPr>
            <p:nvPr/>
          </p:nvSpPr>
          <p:spPr bwMode="auto">
            <a:xfrm>
              <a:off x="2017" y="1011"/>
              <a:ext cx="24" cy="2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81" name="Oval 49"/>
            <p:cNvSpPr>
              <a:spLocks noChangeArrowheads="1"/>
            </p:cNvSpPr>
            <p:nvPr/>
          </p:nvSpPr>
          <p:spPr bwMode="auto">
            <a:xfrm>
              <a:off x="2539" y="1005"/>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82" name="Line 50"/>
            <p:cNvSpPr>
              <a:spLocks noChangeShapeType="1"/>
            </p:cNvSpPr>
            <p:nvPr/>
          </p:nvSpPr>
          <p:spPr bwMode="auto">
            <a:xfrm flipH="1">
              <a:off x="1702" y="1025"/>
              <a:ext cx="90"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3" name="Line 51"/>
            <p:cNvSpPr>
              <a:spLocks noChangeShapeType="1"/>
            </p:cNvSpPr>
            <p:nvPr/>
          </p:nvSpPr>
          <p:spPr bwMode="auto">
            <a:xfrm>
              <a:off x="1702" y="1025"/>
              <a:ext cx="1" cy="209"/>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4" name="Oval 52"/>
            <p:cNvSpPr>
              <a:spLocks noChangeArrowheads="1"/>
            </p:cNvSpPr>
            <p:nvPr/>
          </p:nvSpPr>
          <p:spPr bwMode="auto">
            <a:xfrm>
              <a:off x="1780" y="1011"/>
              <a:ext cx="24" cy="2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85" name="Oval 53"/>
            <p:cNvSpPr>
              <a:spLocks noChangeArrowheads="1"/>
            </p:cNvSpPr>
            <p:nvPr/>
          </p:nvSpPr>
          <p:spPr bwMode="auto">
            <a:xfrm>
              <a:off x="1690" y="1221"/>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86" name="Line 54"/>
            <p:cNvSpPr>
              <a:spLocks noChangeShapeType="1"/>
            </p:cNvSpPr>
            <p:nvPr/>
          </p:nvSpPr>
          <p:spPr bwMode="auto">
            <a:xfrm>
              <a:off x="2005" y="1518"/>
              <a:ext cx="69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7" name="Line 55"/>
            <p:cNvSpPr>
              <a:spLocks noChangeShapeType="1"/>
            </p:cNvSpPr>
            <p:nvPr/>
          </p:nvSpPr>
          <p:spPr bwMode="auto">
            <a:xfrm>
              <a:off x="2700" y="1518"/>
              <a:ext cx="0" cy="243"/>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8" name="Oval 56"/>
            <p:cNvSpPr>
              <a:spLocks noChangeArrowheads="1"/>
            </p:cNvSpPr>
            <p:nvPr/>
          </p:nvSpPr>
          <p:spPr bwMode="auto">
            <a:xfrm>
              <a:off x="1993" y="1504"/>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89" name="Oval 57"/>
            <p:cNvSpPr>
              <a:spLocks noChangeArrowheads="1"/>
            </p:cNvSpPr>
            <p:nvPr/>
          </p:nvSpPr>
          <p:spPr bwMode="auto">
            <a:xfrm>
              <a:off x="2688" y="1747"/>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90" name="Line 58"/>
            <p:cNvSpPr>
              <a:spLocks noChangeShapeType="1"/>
            </p:cNvSpPr>
            <p:nvPr/>
          </p:nvSpPr>
          <p:spPr bwMode="auto">
            <a:xfrm flipV="1">
              <a:off x="1702" y="1478"/>
              <a:ext cx="1"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1" name="Oval 59"/>
            <p:cNvSpPr>
              <a:spLocks noChangeArrowheads="1"/>
            </p:cNvSpPr>
            <p:nvPr/>
          </p:nvSpPr>
          <p:spPr bwMode="auto">
            <a:xfrm>
              <a:off x="1690" y="1504"/>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92" name="Oval 60"/>
            <p:cNvSpPr>
              <a:spLocks noChangeArrowheads="1"/>
            </p:cNvSpPr>
            <p:nvPr/>
          </p:nvSpPr>
          <p:spPr bwMode="auto">
            <a:xfrm>
              <a:off x="1690" y="1463"/>
              <a:ext cx="24" cy="2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93" name="Line 61"/>
            <p:cNvSpPr>
              <a:spLocks noChangeShapeType="1"/>
            </p:cNvSpPr>
            <p:nvPr/>
          </p:nvSpPr>
          <p:spPr bwMode="auto">
            <a:xfrm flipH="1">
              <a:off x="1702" y="1518"/>
              <a:ext cx="90"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4" name="Oval 62"/>
            <p:cNvSpPr>
              <a:spLocks noChangeArrowheads="1"/>
            </p:cNvSpPr>
            <p:nvPr/>
          </p:nvSpPr>
          <p:spPr bwMode="auto">
            <a:xfrm>
              <a:off x="1780" y="1504"/>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95" name="Oval 63"/>
            <p:cNvSpPr>
              <a:spLocks noChangeArrowheads="1"/>
            </p:cNvSpPr>
            <p:nvPr/>
          </p:nvSpPr>
          <p:spPr bwMode="auto">
            <a:xfrm>
              <a:off x="1690" y="1504"/>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96" name="Line 64"/>
            <p:cNvSpPr>
              <a:spLocks noChangeShapeType="1"/>
            </p:cNvSpPr>
            <p:nvPr/>
          </p:nvSpPr>
          <p:spPr bwMode="auto">
            <a:xfrm flipH="1">
              <a:off x="1702" y="1761"/>
              <a:ext cx="754"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97" name="Oval 65"/>
            <p:cNvSpPr>
              <a:spLocks noChangeArrowheads="1"/>
            </p:cNvSpPr>
            <p:nvPr/>
          </p:nvSpPr>
          <p:spPr bwMode="auto">
            <a:xfrm>
              <a:off x="2444" y="1747"/>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98" name="Oval 66"/>
            <p:cNvSpPr>
              <a:spLocks noChangeArrowheads="1"/>
            </p:cNvSpPr>
            <p:nvPr/>
          </p:nvSpPr>
          <p:spPr bwMode="auto">
            <a:xfrm>
              <a:off x="1690" y="1747"/>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299" name="Line 67"/>
            <p:cNvSpPr>
              <a:spLocks noChangeShapeType="1"/>
            </p:cNvSpPr>
            <p:nvPr/>
          </p:nvSpPr>
          <p:spPr bwMode="auto">
            <a:xfrm>
              <a:off x="2890" y="1579"/>
              <a:ext cx="0" cy="18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0" name="Line 68"/>
            <p:cNvSpPr>
              <a:spLocks noChangeShapeType="1"/>
            </p:cNvSpPr>
            <p:nvPr/>
          </p:nvSpPr>
          <p:spPr bwMode="auto">
            <a:xfrm flipH="1">
              <a:off x="2563" y="1761"/>
              <a:ext cx="327"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1" name="Oval 69"/>
            <p:cNvSpPr>
              <a:spLocks noChangeArrowheads="1"/>
            </p:cNvSpPr>
            <p:nvPr/>
          </p:nvSpPr>
          <p:spPr bwMode="auto">
            <a:xfrm>
              <a:off x="2878" y="1565"/>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02" name="Oval 70"/>
            <p:cNvSpPr>
              <a:spLocks noChangeArrowheads="1"/>
            </p:cNvSpPr>
            <p:nvPr/>
          </p:nvSpPr>
          <p:spPr bwMode="auto">
            <a:xfrm>
              <a:off x="2551" y="1747"/>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03" name="Line 71"/>
            <p:cNvSpPr>
              <a:spLocks noChangeShapeType="1"/>
            </p:cNvSpPr>
            <p:nvPr/>
          </p:nvSpPr>
          <p:spPr bwMode="auto">
            <a:xfrm>
              <a:off x="2563" y="1261"/>
              <a:ext cx="327"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4" name="Line 72"/>
            <p:cNvSpPr>
              <a:spLocks noChangeShapeType="1"/>
            </p:cNvSpPr>
            <p:nvPr/>
          </p:nvSpPr>
          <p:spPr bwMode="auto">
            <a:xfrm>
              <a:off x="2890" y="1261"/>
              <a:ext cx="0" cy="7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5" name="Oval 73"/>
            <p:cNvSpPr>
              <a:spLocks noChangeArrowheads="1"/>
            </p:cNvSpPr>
            <p:nvPr/>
          </p:nvSpPr>
          <p:spPr bwMode="auto">
            <a:xfrm>
              <a:off x="2551" y="1248"/>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06" name="Oval 74"/>
            <p:cNvSpPr>
              <a:spLocks noChangeArrowheads="1"/>
            </p:cNvSpPr>
            <p:nvPr/>
          </p:nvSpPr>
          <p:spPr bwMode="auto">
            <a:xfrm>
              <a:off x="2878" y="1322"/>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07" name="Line 75"/>
            <p:cNvSpPr>
              <a:spLocks noChangeShapeType="1"/>
            </p:cNvSpPr>
            <p:nvPr/>
          </p:nvSpPr>
          <p:spPr bwMode="auto">
            <a:xfrm flipV="1">
              <a:off x="3228" y="1349"/>
              <a:ext cx="1" cy="6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08" name="Oval 76"/>
            <p:cNvSpPr>
              <a:spLocks noChangeArrowheads="1"/>
            </p:cNvSpPr>
            <p:nvPr/>
          </p:nvSpPr>
          <p:spPr bwMode="auto">
            <a:xfrm>
              <a:off x="3216" y="1396"/>
              <a:ext cx="23"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09" name="Oval 77"/>
            <p:cNvSpPr>
              <a:spLocks noChangeArrowheads="1"/>
            </p:cNvSpPr>
            <p:nvPr/>
          </p:nvSpPr>
          <p:spPr bwMode="auto">
            <a:xfrm>
              <a:off x="3216" y="1335"/>
              <a:ext cx="23"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10" name="Line 78"/>
            <p:cNvSpPr>
              <a:spLocks noChangeShapeType="1"/>
            </p:cNvSpPr>
            <p:nvPr/>
          </p:nvSpPr>
          <p:spPr bwMode="auto">
            <a:xfrm>
              <a:off x="3044" y="1349"/>
              <a:ext cx="534"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1" name="Line 79"/>
            <p:cNvSpPr>
              <a:spLocks noChangeShapeType="1"/>
            </p:cNvSpPr>
            <p:nvPr/>
          </p:nvSpPr>
          <p:spPr bwMode="auto">
            <a:xfrm>
              <a:off x="3578" y="1349"/>
              <a:ext cx="0" cy="5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2" name="Oval 80"/>
            <p:cNvSpPr>
              <a:spLocks noChangeArrowheads="1"/>
            </p:cNvSpPr>
            <p:nvPr/>
          </p:nvSpPr>
          <p:spPr bwMode="auto">
            <a:xfrm>
              <a:off x="3032" y="1335"/>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13" name="Oval 81"/>
            <p:cNvSpPr>
              <a:spLocks noChangeArrowheads="1"/>
            </p:cNvSpPr>
            <p:nvPr/>
          </p:nvSpPr>
          <p:spPr bwMode="auto">
            <a:xfrm>
              <a:off x="3566" y="1390"/>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14" name="Line 82"/>
            <p:cNvSpPr>
              <a:spLocks noChangeShapeType="1"/>
            </p:cNvSpPr>
            <p:nvPr/>
          </p:nvSpPr>
          <p:spPr bwMode="auto">
            <a:xfrm>
              <a:off x="3228" y="1531"/>
              <a:ext cx="1" cy="13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5" name="Oval 83"/>
            <p:cNvSpPr>
              <a:spLocks noChangeArrowheads="1"/>
            </p:cNvSpPr>
            <p:nvPr/>
          </p:nvSpPr>
          <p:spPr bwMode="auto">
            <a:xfrm>
              <a:off x="3216" y="1518"/>
              <a:ext cx="23"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16" name="Oval 84"/>
            <p:cNvSpPr>
              <a:spLocks noChangeArrowheads="1"/>
            </p:cNvSpPr>
            <p:nvPr/>
          </p:nvSpPr>
          <p:spPr bwMode="auto">
            <a:xfrm>
              <a:off x="3216" y="1653"/>
              <a:ext cx="23"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17" name="Line 85"/>
            <p:cNvSpPr>
              <a:spLocks noChangeShapeType="1"/>
            </p:cNvSpPr>
            <p:nvPr/>
          </p:nvSpPr>
          <p:spPr bwMode="auto">
            <a:xfrm>
              <a:off x="3044" y="1592"/>
              <a:ext cx="0" cy="7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8" name="Line 86"/>
            <p:cNvSpPr>
              <a:spLocks noChangeShapeType="1"/>
            </p:cNvSpPr>
            <p:nvPr/>
          </p:nvSpPr>
          <p:spPr bwMode="auto">
            <a:xfrm>
              <a:off x="3044" y="1666"/>
              <a:ext cx="261"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19" name="Oval 87"/>
            <p:cNvSpPr>
              <a:spLocks noChangeArrowheads="1"/>
            </p:cNvSpPr>
            <p:nvPr/>
          </p:nvSpPr>
          <p:spPr bwMode="auto">
            <a:xfrm>
              <a:off x="3032" y="1579"/>
              <a:ext cx="24" cy="26"/>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20" name="Oval 88"/>
            <p:cNvSpPr>
              <a:spLocks noChangeArrowheads="1"/>
            </p:cNvSpPr>
            <p:nvPr/>
          </p:nvSpPr>
          <p:spPr bwMode="auto">
            <a:xfrm>
              <a:off x="3293" y="1653"/>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21" name="Line 89"/>
            <p:cNvSpPr>
              <a:spLocks noChangeShapeType="1"/>
            </p:cNvSpPr>
            <p:nvPr/>
          </p:nvSpPr>
          <p:spPr bwMode="auto">
            <a:xfrm>
              <a:off x="3578" y="1559"/>
              <a:ext cx="0" cy="10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22" name="Line 90"/>
            <p:cNvSpPr>
              <a:spLocks noChangeShapeType="1"/>
            </p:cNvSpPr>
            <p:nvPr/>
          </p:nvSpPr>
          <p:spPr bwMode="auto">
            <a:xfrm flipH="1">
              <a:off x="3412" y="1666"/>
              <a:ext cx="16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23" name="Oval 91"/>
            <p:cNvSpPr>
              <a:spLocks noChangeArrowheads="1"/>
            </p:cNvSpPr>
            <p:nvPr/>
          </p:nvSpPr>
          <p:spPr bwMode="auto">
            <a:xfrm>
              <a:off x="3566" y="1544"/>
              <a:ext cx="24" cy="2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24" name="Oval 92"/>
            <p:cNvSpPr>
              <a:spLocks noChangeArrowheads="1"/>
            </p:cNvSpPr>
            <p:nvPr/>
          </p:nvSpPr>
          <p:spPr bwMode="auto">
            <a:xfrm>
              <a:off x="3400" y="1653"/>
              <a:ext cx="24" cy="27"/>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325" name="Rectangle 93"/>
            <p:cNvSpPr>
              <a:spLocks noChangeArrowheads="1"/>
            </p:cNvSpPr>
            <p:nvPr/>
          </p:nvSpPr>
          <p:spPr bwMode="auto">
            <a:xfrm rot="-5400000">
              <a:off x="1328" y="928"/>
              <a:ext cx="20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Ucc</a:t>
              </a:r>
              <a:endParaRPr lang="en-US" altLang="en-US" sz="1000"/>
            </a:p>
          </p:txBody>
        </p:sp>
        <p:sp>
          <p:nvSpPr>
            <p:cNvPr id="52326" name="Line 94"/>
            <p:cNvSpPr>
              <a:spLocks noChangeShapeType="1"/>
            </p:cNvSpPr>
            <p:nvPr/>
          </p:nvSpPr>
          <p:spPr bwMode="auto">
            <a:xfrm>
              <a:off x="1524" y="1025"/>
              <a:ext cx="36"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27" name="Oval 95"/>
            <p:cNvSpPr>
              <a:spLocks noChangeArrowheads="1"/>
            </p:cNvSpPr>
            <p:nvPr/>
          </p:nvSpPr>
          <p:spPr bwMode="auto">
            <a:xfrm>
              <a:off x="1489" y="1005"/>
              <a:ext cx="30" cy="34"/>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52328" name="Line 96"/>
            <p:cNvSpPr>
              <a:spLocks noChangeShapeType="1"/>
            </p:cNvSpPr>
            <p:nvPr/>
          </p:nvSpPr>
          <p:spPr bwMode="auto">
            <a:xfrm>
              <a:off x="4771" y="1592"/>
              <a:ext cx="9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29" name="Line 97"/>
            <p:cNvSpPr>
              <a:spLocks noChangeShapeType="1"/>
            </p:cNvSpPr>
            <p:nvPr/>
          </p:nvSpPr>
          <p:spPr bwMode="auto">
            <a:xfrm>
              <a:off x="4789" y="1619"/>
              <a:ext cx="59"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30" name="Line 98"/>
            <p:cNvSpPr>
              <a:spLocks noChangeShapeType="1"/>
            </p:cNvSpPr>
            <p:nvPr/>
          </p:nvSpPr>
          <p:spPr bwMode="auto">
            <a:xfrm>
              <a:off x="4771" y="1646"/>
              <a:ext cx="95"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31" name="Line 99"/>
            <p:cNvSpPr>
              <a:spLocks noChangeShapeType="1"/>
            </p:cNvSpPr>
            <p:nvPr/>
          </p:nvSpPr>
          <p:spPr bwMode="auto">
            <a:xfrm>
              <a:off x="4789" y="1673"/>
              <a:ext cx="59"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32" name="Line 100"/>
            <p:cNvSpPr>
              <a:spLocks noChangeShapeType="1"/>
            </p:cNvSpPr>
            <p:nvPr/>
          </p:nvSpPr>
          <p:spPr bwMode="auto">
            <a:xfrm flipV="1">
              <a:off x="4819" y="1552"/>
              <a:ext cx="0"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33" name="Line 101"/>
            <p:cNvSpPr>
              <a:spLocks noChangeShapeType="1"/>
            </p:cNvSpPr>
            <p:nvPr/>
          </p:nvSpPr>
          <p:spPr bwMode="auto">
            <a:xfrm>
              <a:off x="4819" y="1673"/>
              <a:ext cx="0"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34" name="Rectangle 102"/>
            <p:cNvSpPr>
              <a:spLocks noChangeArrowheads="1"/>
            </p:cNvSpPr>
            <p:nvPr/>
          </p:nvSpPr>
          <p:spPr bwMode="auto">
            <a:xfrm>
              <a:off x="4836" y="1524"/>
              <a:ext cx="42"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a:t>
              </a:r>
              <a:endParaRPr lang="en-US" altLang="en-US" sz="1000"/>
            </a:p>
          </p:txBody>
        </p:sp>
        <p:sp>
          <p:nvSpPr>
            <p:cNvPr id="52335" name="Freeform 103"/>
            <p:cNvSpPr>
              <a:spLocks/>
            </p:cNvSpPr>
            <p:nvPr/>
          </p:nvSpPr>
          <p:spPr bwMode="auto">
            <a:xfrm>
              <a:off x="4539" y="1559"/>
              <a:ext cx="24" cy="161"/>
            </a:xfrm>
            <a:custGeom>
              <a:avLst/>
              <a:gdLst>
                <a:gd name="T0" fmla="*/ 1 w 48"/>
                <a:gd name="T1" fmla="*/ 1 h 288"/>
                <a:gd name="T2" fmla="*/ 0 w 48"/>
                <a:gd name="T3" fmla="*/ 1 h 288"/>
                <a:gd name="T4" fmla="*/ 1 w 48"/>
                <a:gd name="T5" fmla="*/ 1 h 288"/>
                <a:gd name="T6" fmla="*/ 0 w 48"/>
                <a:gd name="T7" fmla="*/ 1 h 288"/>
                <a:gd name="T8" fmla="*/ 1 w 48"/>
                <a:gd name="T9" fmla="*/ 1 h 288"/>
                <a:gd name="T10" fmla="*/ 0 w 48"/>
                <a:gd name="T11" fmla="*/ 1 h 288"/>
                <a:gd name="T12" fmla="*/ 1 w 48"/>
                <a:gd name="T13" fmla="*/ 1 h 288"/>
                <a:gd name="T14" fmla="*/ 1 w 48"/>
                <a:gd name="T15" fmla="*/ 0 h 288"/>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288"/>
                <a:gd name="T26" fmla="*/ 48 w 48"/>
                <a:gd name="T27" fmla="*/ 288 h 2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288">
                  <a:moveTo>
                    <a:pt x="24" y="288"/>
                  </a:moveTo>
                  <a:lnTo>
                    <a:pt x="0" y="264"/>
                  </a:lnTo>
                  <a:lnTo>
                    <a:pt x="48" y="216"/>
                  </a:lnTo>
                  <a:lnTo>
                    <a:pt x="0" y="168"/>
                  </a:lnTo>
                  <a:lnTo>
                    <a:pt x="48" y="120"/>
                  </a:lnTo>
                  <a:lnTo>
                    <a:pt x="0" y="72"/>
                  </a:lnTo>
                  <a:lnTo>
                    <a:pt x="48" y="24"/>
                  </a:lnTo>
                  <a:lnTo>
                    <a:pt x="24" y="0"/>
                  </a:lnTo>
                </a:path>
              </a:pathLst>
            </a:custGeom>
            <a:noFill/>
            <a:ln w="762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36" name="Freeform 104"/>
            <p:cNvSpPr>
              <a:spLocks/>
            </p:cNvSpPr>
            <p:nvPr/>
          </p:nvSpPr>
          <p:spPr bwMode="auto">
            <a:xfrm>
              <a:off x="4516" y="1640"/>
              <a:ext cx="23" cy="26"/>
            </a:xfrm>
            <a:custGeom>
              <a:avLst/>
              <a:gdLst>
                <a:gd name="T0" fmla="*/ 0 w 48"/>
                <a:gd name="T1" fmla="*/ 1 h 48"/>
                <a:gd name="T2" fmla="*/ 0 w 48"/>
                <a:gd name="T3" fmla="*/ 0 h 48"/>
                <a:gd name="T4" fmla="*/ 0 w 48"/>
                <a:gd name="T5" fmla="*/ 1 h 48"/>
                <a:gd name="T6" fmla="*/ 0 w 48"/>
                <a:gd name="T7" fmla="*/ 1 h 48"/>
                <a:gd name="T8" fmla="*/ 0 60000 65536"/>
                <a:gd name="T9" fmla="*/ 0 60000 65536"/>
                <a:gd name="T10" fmla="*/ 0 60000 65536"/>
                <a:gd name="T11" fmla="*/ 0 60000 65536"/>
                <a:gd name="T12" fmla="*/ 0 w 48"/>
                <a:gd name="T13" fmla="*/ 0 h 48"/>
                <a:gd name="T14" fmla="*/ 48 w 48"/>
                <a:gd name="T15" fmla="*/ 48 h 48"/>
              </a:gdLst>
              <a:ahLst/>
              <a:cxnLst>
                <a:cxn ang="T8">
                  <a:pos x="T0" y="T1"/>
                </a:cxn>
                <a:cxn ang="T9">
                  <a:pos x="T2" y="T3"/>
                </a:cxn>
                <a:cxn ang="T10">
                  <a:pos x="T4" y="T5"/>
                </a:cxn>
                <a:cxn ang="T11">
                  <a:pos x="T6" y="T7"/>
                </a:cxn>
              </a:cxnLst>
              <a:rect l="T12" t="T13" r="T14" b="T15"/>
              <a:pathLst>
                <a:path w="48" h="48">
                  <a:moveTo>
                    <a:pt x="48" y="24"/>
                  </a:moveTo>
                  <a:lnTo>
                    <a:pt x="0" y="0"/>
                  </a:lnTo>
                  <a:lnTo>
                    <a:pt x="0" y="48"/>
                  </a:lnTo>
                  <a:lnTo>
                    <a:pt x="48" y="24"/>
                  </a:lnTo>
                  <a:close/>
                </a:path>
              </a:pathLst>
            </a:custGeom>
            <a:solidFill>
              <a:srgbClr val="000000"/>
            </a:solidFill>
            <a:ln w="7620">
              <a:solidFill>
                <a:srgbClr val="000000"/>
              </a:solidFill>
              <a:prstDash val="solid"/>
              <a:round/>
              <a:headEnd/>
              <a:tailEnd/>
            </a:ln>
          </p:spPr>
          <p:txBody>
            <a:bodyPr/>
            <a:lstStyle/>
            <a:p>
              <a:endParaRPr lang="en-US"/>
            </a:p>
          </p:txBody>
        </p:sp>
        <p:sp>
          <p:nvSpPr>
            <p:cNvPr id="52337" name="Line 105"/>
            <p:cNvSpPr>
              <a:spLocks noChangeShapeType="1"/>
            </p:cNvSpPr>
            <p:nvPr/>
          </p:nvSpPr>
          <p:spPr bwMode="auto">
            <a:xfrm>
              <a:off x="4551" y="1720"/>
              <a:ext cx="0"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38" name="Line 106"/>
            <p:cNvSpPr>
              <a:spLocks noChangeShapeType="1"/>
            </p:cNvSpPr>
            <p:nvPr/>
          </p:nvSpPr>
          <p:spPr bwMode="auto">
            <a:xfrm flipH="1">
              <a:off x="4480" y="1653"/>
              <a:ext cx="36"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39" name="Line 107"/>
            <p:cNvSpPr>
              <a:spLocks noChangeShapeType="1"/>
            </p:cNvSpPr>
            <p:nvPr/>
          </p:nvSpPr>
          <p:spPr bwMode="auto">
            <a:xfrm flipV="1">
              <a:off x="4551" y="1518"/>
              <a:ext cx="0"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40" name="Line 108"/>
            <p:cNvSpPr>
              <a:spLocks noChangeShapeType="1"/>
            </p:cNvSpPr>
            <p:nvPr/>
          </p:nvSpPr>
          <p:spPr bwMode="auto">
            <a:xfrm>
              <a:off x="4153" y="1787"/>
              <a:ext cx="95"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41" name="Line 109"/>
            <p:cNvSpPr>
              <a:spLocks noChangeShapeType="1"/>
            </p:cNvSpPr>
            <p:nvPr/>
          </p:nvSpPr>
          <p:spPr bwMode="auto">
            <a:xfrm>
              <a:off x="4153" y="1747"/>
              <a:ext cx="95"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42" name="Line 110"/>
            <p:cNvSpPr>
              <a:spLocks noChangeShapeType="1"/>
            </p:cNvSpPr>
            <p:nvPr/>
          </p:nvSpPr>
          <p:spPr bwMode="auto">
            <a:xfrm>
              <a:off x="4201" y="1787"/>
              <a:ext cx="1"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43" name="Line 111"/>
            <p:cNvSpPr>
              <a:spLocks noChangeShapeType="1"/>
            </p:cNvSpPr>
            <p:nvPr/>
          </p:nvSpPr>
          <p:spPr bwMode="auto">
            <a:xfrm flipV="1">
              <a:off x="4201" y="1706"/>
              <a:ext cx="1"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44" name="Rectangle 112"/>
            <p:cNvSpPr>
              <a:spLocks noChangeArrowheads="1"/>
            </p:cNvSpPr>
            <p:nvPr/>
          </p:nvSpPr>
          <p:spPr bwMode="auto">
            <a:xfrm>
              <a:off x="4272" y="1728"/>
              <a:ext cx="17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Cb4</a:t>
              </a:r>
              <a:endParaRPr lang="en-US" altLang="en-US" sz="1000"/>
            </a:p>
          </p:txBody>
        </p:sp>
        <p:sp>
          <p:nvSpPr>
            <p:cNvPr id="52345" name="Rectangle 113"/>
            <p:cNvSpPr>
              <a:spLocks noChangeArrowheads="1"/>
            </p:cNvSpPr>
            <p:nvPr/>
          </p:nvSpPr>
          <p:spPr bwMode="auto">
            <a:xfrm>
              <a:off x="4878" y="1552"/>
              <a:ext cx="66"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E0</a:t>
              </a:r>
              <a:endParaRPr lang="en-US" altLang="en-US" sz="1000"/>
            </a:p>
          </p:txBody>
        </p:sp>
        <p:sp>
          <p:nvSpPr>
            <p:cNvPr id="52346" name="Arc 114"/>
            <p:cNvSpPr>
              <a:spLocks/>
            </p:cNvSpPr>
            <p:nvPr/>
          </p:nvSpPr>
          <p:spPr bwMode="auto">
            <a:xfrm>
              <a:off x="3934" y="1612"/>
              <a:ext cx="42" cy="48"/>
            </a:xfrm>
            <a:custGeom>
              <a:avLst/>
              <a:gdLst>
                <a:gd name="T0" fmla="*/ 0 w 43200"/>
                <a:gd name="T1" fmla="*/ 0 h 23257"/>
                <a:gd name="T2" fmla="*/ 0 w 43200"/>
                <a:gd name="T3" fmla="*/ 0 h 23257"/>
                <a:gd name="T4" fmla="*/ 0 w 43200"/>
                <a:gd name="T5" fmla="*/ 0 h 23257"/>
                <a:gd name="T6" fmla="*/ 0 60000 65536"/>
                <a:gd name="T7" fmla="*/ 0 60000 65536"/>
                <a:gd name="T8" fmla="*/ 0 60000 65536"/>
                <a:gd name="T9" fmla="*/ 0 w 43200"/>
                <a:gd name="T10" fmla="*/ 0 h 23257"/>
                <a:gd name="T11" fmla="*/ 43200 w 43200"/>
                <a:gd name="T12" fmla="*/ 23257 h 23257"/>
              </a:gdLst>
              <a:ahLst/>
              <a:cxnLst>
                <a:cxn ang="T6">
                  <a:pos x="T0" y="T1"/>
                </a:cxn>
                <a:cxn ang="T7">
                  <a:pos x="T2" y="T3"/>
                </a:cxn>
                <a:cxn ang="T8">
                  <a:pos x="T4" y="T5"/>
                </a:cxn>
              </a:cxnLst>
              <a:rect l="T9" t="T10" r="T11" b="T12"/>
              <a:pathLst>
                <a:path w="43200" h="23257" fill="none" extrusionOk="0">
                  <a:moveTo>
                    <a:pt x="63" y="23257"/>
                  </a:moveTo>
                  <a:cubicBezTo>
                    <a:pt x="21" y="22705"/>
                    <a:pt x="0" y="22152"/>
                    <a:pt x="0" y="21600"/>
                  </a:cubicBezTo>
                  <a:cubicBezTo>
                    <a:pt x="0" y="9670"/>
                    <a:pt x="9670" y="0"/>
                    <a:pt x="21600" y="0"/>
                  </a:cubicBezTo>
                  <a:cubicBezTo>
                    <a:pt x="33529" y="0"/>
                    <a:pt x="43200" y="9670"/>
                    <a:pt x="43200" y="21600"/>
                  </a:cubicBezTo>
                  <a:cubicBezTo>
                    <a:pt x="43200" y="22030"/>
                    <a:pt x="43187" y="22460"/>
                    <a:pt x="43161" y="22890"/>
                  </a:cubicBezTo>
                </a:path>
                <a:path w="43200" h="23257" stroke="0" extrusionOk="0">
                  <a:moveTo>
                    <a:pt x="63" y="23257"/>
                  </a:moveTo>
                  <a:cubicBezTo>
                    <a:pt x="21" y="22705"/>
                    <a:pt x="0" y="22152"/>
                    <a:pt x="0" y="21600"/>
                  </a:cubicBezTo>
                  <a:cubicBezTo>
                    <a:pt x="0" y="9670"/>
                    <a:pt x="9670" y="0"/>
                    <a:pt x="21600" y="0"/>
                  </a:cubicBezTo>
                  <a:cubicBezTo>
                    <a:pt x="33529" y="0"/>
                    <a:pt x="43200" y="9670"/>
                    <a:pt x="43200" y="21600"/>
                  </a:cubicBezTo>
                  <a:cubicBezTo>
                    <a:pt x="43200" y="22030"/>
                    <a:pt x="43187" y="22460"/>
                    <a:pt x="43161" y="22890"/>
                  </a:cubicBezTo>
                  <a:lnTo>
                    <a:pt x="21600" y="21600"/>
                  </a:lnTo>
                  <a:lnTo>
                    <a:pt x="63" y="23257"/>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47" name="Arc 115"/>
            <p:cNvSpPr>
              <a:spLocks/>
            </p:cNvSpPr>
            <p:nvPr/>
          </p:nvSpPr>
          <p:spPr bwMode="auto">
            <a:xfrm>
              <a:off x="3982" y="1612"/>
              <a:ext cx="42" cy="48"/>
            </a:xfrm>
            <a:custGeom>
              <a:avLst/>
              <a:gdLst>
                <a:gd name="T0" fmla="*/ 0 w 43200"/>
                <a:gd name="T1" fmla="*/ 0 h 23257"/>
                <a:gd name="T2" fmla="*/ 0 w 43200"/>
                <a:gd name="T3" fmla="*/ 0 h 23257"/>
                <a:gd name="T4" fmla="*/ 0 w 43200"/>
                <a:gd name="T5" fmla="*/ 0 h 23257"/>
                <a:gd name="T6" fmla="*/ 0 60000 65536"/>
                <a:gd name="T7" fmla="*/ 0 60000 65536"/>
                <a:gd name="T8" fmla="*/ 0 60000 65536"/>
                <a:gd name="T9" fmla="*/ 0 w 43200"/>
                <a:gd name="T10" fmla="*/ 0 h 23257"/>
                <a:gd name="T11" fmla="*/ 43200 w 43200"/>
                <a:gd name="T12" fmla="*/ 23257 h 23257"/>
              </a:gdLst>
              <a:ahLst/>
              <a:cxnLst>
                <a:cxn ang="T6">
                  <a:pos x="T0" y="T1"/>
                </a:cxn>
                <a:cxn ang="T7">
                  <a:pos x="T2" y="T3"/>
                </a:cxn>
                <a:cxn ang="T8">
                  <a:pos x="T4" y="T5"/>
                </a:cxn>
              </a:cxnLst>
              <a:rect l="T9" t="T10" r="T11" b="T12"/>
              <a:pathLst>
                <a:path w="43200" h="23257" fill="none" extrusionOk="0">
                  <a:moveTo>
                    <a:pt x="63" y="23257"/>
                  </a:moveTo>
                  <a:cubicBezTo>
                    <a:pt x="21" y="22705"/>
                    <a:pt x="0" y="22152"/>
                    <a:pt x="0" y="21600"/>
                  </a:cubicBezTo>
                  <a:cubicBezTo>
                    <a:pt x="0" y="9670"/>
                    <a:pt x="9670" y="0"/>
                    <a:pt x="21600" y="0"/>
                  </a:cubicBezTo>
                  <a:cubicBezTo>
                    <a:pt x="33529" y="0"/>
                    <a:pt x="43200" y="9670"/>
                    <a:pt x="43200" y="21600"/>
                  </a:cubicBezTo>
                  <a:cubicBezTo>
                    <a:pt x="43200" y="22030"/>
                    <a:pt x="43187" y="22460"/>
                    <a:pt x="43161" y="22890"/>
                  </a:cubicBezTo>
                </a:path>
                <a:path w="43200" h="23257" stroke="0" extrusionOk="0">
                  <a:moveTo>
                    <a:pt x="63" y="23257"/>
                  </a:moveTo>
                  <a:cubicBezTo>
                    <a:pt x="21" y="22705"/>
                    <a:pt x="0" y="22152"/>
                    <a:pt x="0" y="21600"/>
                  </a:cubicBezTo>
                  <a:cubicBezTo>
                    <a:pt x="0" y="9670"/>
                    <a:pt x="9670" y="0"/>
                    <a:pt x="21600" y="0"/>
                  </a:cubicBezTo>
                  <a:cubicBezTo>
                    <a:pt x="33529" y="0"/>
                    <a:pt x="43200" y="9670"/>
                    <a:pt x="43200" y="21600"/>
                  </a:cubicBezTo>
                  <a:cubicBezTo>
                    <a:pt x="43200" y="22030"/>
                    <a:pt x="43187" y="22460"/>
                    <a:pt x="43161" y="22890"/>
                  </a:cubicBezTo>
                  <a:lnTo>
                    <a:pt x="21600" y="21600"/>
                  </a:lnTo>
                  <a:lnTo>
                    <a:pt x="63" y="23257"/>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48" name="Arc 116"/>
            <p:cNvSpPr>
              <a:spLocks/>
            </p:cNvSpPr>
            <p:nvPr/>
          </p:nvSpPr>
          <p:spPr bwMode="auto">
            <a:xfrm>
              <a:off x="4029" y="1612"/>
              <a:ext cx="42" cy="48"/>
            </a:xfrm>
            <a:custGeom>
              <a:avLst/>
              <a:gdLst>
                <a:gd name="T0" fmla="*/ 0 w 43200"/>
                <a:gd name="T1" fmla="*/ 0 h 23257"/>
                <a:gd name="T2" fmla="*/ 0 w 43200"/>
                <a:gd name="T3" fmla="*/ 0 h 23257"/>
                <a:gd name="T4" fmla="*/ 0 w 43200"/>
                <a:gd name="T5" fmla="*/ 0 h 23257"/>
                <a:gd name="T6" fmla="*/ 0 60000 65536"/>
                <a:gd name="T7" fmla="*/ 0 60000 65536"/>
                <a:gd name="T8" fmla="*/ 0 60000 65536"/>
                <a:gd name="T9" fmla="*/ 0 w 43200"/>
                <a:gd name="T10" fmla="*/ 0 h 23257"/>
                <a:gd name="T11" fmla="*/ 43200 w 43200"/>
                <a:gd name="T12" fmla="*/ 23257 h 23257"/>
              </a:gdLst>
              <a:ahLst/>
              <a:cxnLst>
                <a:cxn ang="T6">
                  <a:pos x="T0" y="T1"/>
                </a:cxn>
                <a:cxn ang="T7">
                  <a:pos x="T2" y="T3"/>
                </a:cxn>
                <a:cxn ang="T8">
                  <a:pos x="T4" y="T5"/>
                </a:cxn>
              </a:cxnLst>
              <a:rect l="T9" t="T10" r="T11" b="T12"/>
              <a:pathLst>
                <a:path w="43200" h="23257" fill="none" extrusionOk="0">
                  <a:moveTo>
                    <a:pt x="63" y="23257"/>
                  </a:moveTo>
                  <a:cubicBezTo>
                    <a:pt x="21" y="22705"/>
                    <a:pt x="0" y="22152"/>
                    <a:pt x="0" y="21600"/>
                  </a:cubicBezTo>
                  <a:cubicBezTo>
                    <a:pt x="0" y="9670"/>
                    <a:pt x="9670" y="0"/>
                    <a:pt x="21600" y="0"/>
                  </a:cubicBezTo>
                  <a:cubicBezTo>
                    <a:pt x="33529" y="0"/>
                    <a:pt x="43200" y="9670"/>
                    <a:pt x="43200" y="21600"/>
                  </a:cubicBezTo>
                  <a:cubicBezTo>
                    <a:pt x="43200" y="22030"/>
                    <a:pt x="43187" y="22460"/>
                    <a:pt x="43161" y="22890"/>
                  </a:cubicBezTo>
                </a:path>
                <a:path w="43200" h="23257" stroke="0" extrusionOk="0">
                  <a:moveTo>
                    <a:pt x="63" y="23257"/>
                  </a:moveTo>
                  <a:cubicBezTo>
                    <a:pt x="21" y="22705"/>
                    <a:pt x="0" y="22152"/>
                    <a:pt x="0" y="21600"/>
                  </a:cubicBezTo>
                  <a:cubicBezTo>
                    <a:pt x="0" y="9670"/>
                    <a:pt x="9670" y="0"/>
                    <a:pt x="21600" y="0"/>
                  </a:cubicBezTo>
                  <a:cubicBezTo>
                    <a:pt x="33529" y="0"/>
                    <a:pt x="43200" y="9670"/>
                    <a:pt x="43200" y="21600"/>
                  </a:cubicBezTo>
                  <a:cubicBezTo>
                    <a:pt x="43200" y="22030"/>
                    <a:pt x="43187" y="22460"/>
                    <a:pt x="43161" y="22890"/>
                  </a:cubicBezTo>
                  <a:lnTo>
                    <a:pt x="21600" y="21600"/>
                  </a:lnTo>
                  <a:lnTo>
                    <a:pt x="63" y="23257"/>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49" name="Line 117"/>
            <p:cNvSpPr>
              <a:spLocks noChangeShapeType="1"/>
            </p:cNvSpPr>
            <p:nvPr/>
          </p:nvSpPr>
          <p:spPr bwMode="auto">
            <a:xfrm flipH="1">
              <a:off x="3899" y="1660"/>
              <a:ext cx="3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0" name="Line 118"/>
            <p:cNvSpPr>
              <a:spLocks noChangeShapeType="1"/>
            </p:cNvSpPr>
            <p:nvPr/>
          </p:nvSpPr>
          <p:spPr bwMode="auto">
            <a:xfrm>
              <a:off x="4077" y="1660"/>
              <a:ext cx="3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2351" name="Group 119"/>
            <p:cNvGrpSpPr>
              <a:grpSpLocks/>
            </p:cNvGrpSpPr>
            <p:nvPr/>
          </p:nvGrpSpPr>
          <p:grpSpPr bwMode="auto">
            <a:xfrm>
              <a:off x="3893" y="1258"/>
              <a:ext cx="238" cy="304"/>
              <a:chOff x="7042" y="1867"/>
              <a:chExt cx="481" cy="539"/>
            </a:xfrm>
          </p:grpSpPr>
          <p:sp>
            <p:nvSpPr>
              <p:cNvPr id="52427" name="Line 120"/>
              <p:cNvSpPr>
                <a:spLocks noChangeShapeType="1"/>
              </p:cNvSpPr>
              <p:nvPr/>
            </p:nvSpPr>
            <p:spPr bwMode="auto">
              <a:xfrm>
                <a:off x="7499" y="2178"/>
                <a:ext cx="1" cy="156"/>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28" name="Oval 121"/>
              <p:cNvSpPr>
                <a:spLocks noChangeArrowheads="1"/>
              </p:cNvSpPr>
              <p:nvPr/>
            </p:nvSpPr>
            <p:spPr bwMode="auto">
              <a:xfrm>
                <a:off x="7475" y="2154"/>
                <a:ext cx="48" cy="4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429" name="Oval 122"/>
              <p:cNvSpPr>
                <a:spLocks noChangeArrowheads="1"/>
              </p:cNvSpPr>
              <p:nvPr/>
            </p:nvSpPr>
            <p:spPr bwMode="auto">
              <a:xfrm>
                <a:off x="7475" y="2310"/>
                <a:ext cx="48" cy="4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430" name="Line 123"/>
              <p:cNvSpPr>
                <a:spLocks noChangeShapeType="1"/>
              </p:cNvSpPr>
              <p:nvPr/>
            </p:nvSpPr>
            <p:spPr bwMode="auto">
              <a:xfrm flipH="1">
                <a:off x="7066" y="2190"/>
                <a:ext cx="1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31" name="Line 124"/>
              <p:cNvSpPr>
                <a:spLocks noChangeShapeType="1"/>
              </p:cNvSpPr>
              <p:nvPr/>
            </p:nvSpPr>
            <p:spPr bwMode="auto">
              <a:xfrm>
                <a:off x="7066" y="2190"/>
                <a:ext cx="1" cy="144"/>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32" name="Oval 125"/>
              <p:cNvSpPr>
                <a:spLocks noChangeArrowheads="1"/>
              </p:cNvSpPr>
              <p:nvPr/>
            </p:nvSpPr>
            <p:spPr bwMode="auto">
              <a:xfrm>
                <a:off x="7054" y="2166"/>
                <a:ext cx="49" cy="4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433" name="Oval 126"/>
              <p:cNvSpPr>
                <a:spLocks noChangeArrowheads="1"/>
              </p:cNvSpPr>
              <p:nvPr/>
            </p:nvSpPr>
            <p:spPr bwMode="auto">
              <a:xfrm>
                <a:off x="7042" y="2310"/>
                <a:ext cx="49" cy="48"/>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2434" name="Arc 127"/>
              <p:cNvSpPr>
                <a:spLocks/>
              </p:cNvSpPr>
              <p:nvPr/>
            </p:nvSpPr>
            <p:spPr bwMode="auto">
              <a:xfrm>
                <a:off x="7331" y="2328"/>
                <a:ext cx="84" cy="78"/>
              </a:xfrm>
              <a:custGeom>
                <a:avLst/>
                <a:gdLst>
                  <a:gd name="T0" fmla="*/ 0 w 43097"/>
                  <a:gd name="T1" fmla="*/ 0 h 21600"/>
                  <a:gd name="T2" fmla="*/ 0 w 43097"/>
                  <a:gd name="T3" fmla="*/ 0 h 21600"/>
                  <a:gd name="T4" fmla="*/ 0 w 43097"/>
                  <a:gd name="T5" fmla="*/ 0 h 21600"/>
                  <a:gd name="T6" fmla="*/ 0 60000 65536"/>
                  <a:gd name="T7" fmla="*/ 0 60000 65536"/>
                  <a:gd name="T8" fmla="*/ 0 60000 65536"/>
                  <a:gd name="T9" fmla="*/ 0 w 43097"/>
                  <a:gd name="T10" fmla="*/ 0 h 21600"/>
                  <a:gd name="T11" fmla="*/ 43097 w 43097"/>
                  <a:gd name="T12" fmla="*/ 21600 h 21600"/>
                </a:gdLst>
                <a:ahLst/>
                <a:cxnLst>
                  <a:cxn ang="T6">
                    <a:pos x="T0" y="T1"/>
                  </a:cxn>
                  <a:cxn ang="T7">
                    <a:pos x="T2" y="T3"/>
                  </a:cxn>
                  <a:cxn ang="T8">
                    <a:pos x="T4" y="T5"/>
                  </a:cxn>
                </a:cxnLst>
                <a:rect l="T9" t="T10" r="T11" b="T12"/>
                <a:pathLst>
                  <a:path w="43097" h="21600" fill="none" extrusionOk="0">
                    <a:moveTo>
                      <a:pt x="43097" y="1290"/>
                    </a:moveTo>
                    <a:cubicBezTo>
                      <a:pt x="42414" y="12697"/>
                      <a:pt x="32964" y="21599"/>
                      <a:pt x="21536" y="21600"/>
                    </a:cubicBezTo>
                    <a:cubicBezTo>
                      <a:pt x="10249" y="21600"/>
                      <a:pt x="865" y="12910"/>
                      <a:pt x="-1" y="1657"/>
                    </a:cubicBezTo>
                  </a:path>
                  <a:path w="43097" h="21600" stroke="0" extrusionOk="0">
                    <a:moveTo>
                      <a:pt x="43097" y="1290"/>
                    </a:moveTo>
                    <a:cubicBezTo>
                      <a:pt x="42414" y="12697"/>
                      <a:pt x="32964" y="21599"/>
                      <a:pt x="21536" y="21600"/>
                    </a:cubicBezTo>
                    <a:cubicBezTo>
                      <a:pt x="10249" y="21600"/>
                      <a:pt x="865" y="12910"/>
                      <a:pt x="-1" y="1657"/>
                    </a:cubicBezTo>
                    <a:lnTo>
                      <a:pt x="21536" y="0"/>
                    </a:lnTo>
                    <a:lnTo>
                      <a:pt x="43097" y="129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35" name="Arc 128"/>
              <p:cNvSpPr>
                <a:spLocks/>
              </p:cNvSpPr>
              <p:nvPr/>
            </p:nvSpPr>
            <p:spPr bwMode="auto">
              <a:xfrm>
                <a:off x="7235" y="2328"/>
                <a:ext cx="84" cy="78"/>
              </a:xfrm>
              <a:custGeom>
                <a:avLst/>
                <a:gdLst>
                  <a:gd name="T0" fmla="*/ 0 w 43097"/>
                  <a:gd name="T1" fmla="*/ 0 h 21600"/>
                  <a:gd name="T2" fmla="*/ 0 w 43097"/>
                  <a:gd name="T3" fmla="*/ 0 h 21600"/>
                  <a:gd name="T4" fmla="*/ 0 w 43097"/>
                  <a:gd name="T5" fmla="*/ 0 h 21600"/>
                  <a:gd name="T6" fmla="*/ 0 60000 65536"/>
                  <a:gd name="T7" fmla="*/ 0 60000 65536"/>
                  <a:gd name="T8" fmla="*/ 0 60000 65536"/>
                  <a:gd name="T9" fmla="*/ 0 w 43097"/>
                  <a:gd name="T10" fmla="*/ 0 h 21600"/>
                  <a:gd name="T11" fmla="*/ 43097 w 43097"/>
                  <a:gd name="T12" fmla="*/ 21600 h 21600"/>
                </a:gdLst>
                <a:ahLst/>
                <a:cxnLst>
                  <a:cxn ang="T6">
                    <a:pos x="T0" y="T1"/>
                  </a:cxn>
                  <a:cxn ang="T7">
                    <a:pos x="T2" y="T3"/>
                  </a:cxn>
                  <a:cxn ang="T8">
                    <a:pos x="T4" y="T5"/>
                  </a:cxn>
                </a:cxnLst>
                <a:rect l="T9" t="T10" r="T11" b="T12"/>
                <a:pathLst>
                  <a:path w="43097" h="21600" fill="none" extrusionOk="0">
                    <a:moveTo>
                      <a:pt x="43097" y="1290"/>
                    </a:moveTo>
                    <a:cubicBezTo>
                      <a:pt x="42414" y="12697"/>
                      <a:pt x="32964" y="21599"/>
                      <a:pt x="21536" y="21600"/>
                    </a:cubicBezTo>
                    <a:cubicBezTo>
                      <a:pt x="10249" y="21600"/>
                      <a:pt x="865" y="12910"/>
                      <a:pt x="-1" y="1657"/>
                    </a:cubicBezTo>
                  </a:path>
                  <a:path w="43097" h="21600" stroke="0" extrusionOk="0">
                    <a:moveTo>
                      <a:pt x="43097" y="1290"/>
                    </a:moveTo>
                    <a:cubicBezTo>
                      <a:pt x="42414" y="12697"/>
                      <a:pt x="32964" y="21599"/>
                      <a:pt x="21536" y="21600"/>
                    </a:cubicBezTo>
                    <a:cubicBezTo>
                      <a:pt x="10249" y="21600"/>
                      <a:pt x="865" y="12910"/>
                      <a:pt x="-1" y="1657"/>
                    </a:cubicBezTo>
                    <a:lnTo>
                      <a:pt x="21536" y="0"/>
                    </a:lnTo>
                    <a:lnTo>
                      <a:pt x="43097" y="129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36" name="Arc 129"/>
              <p:cNvSpPr>
                <a:spLocks/>
              </p:cNvSpPr>
              <p:nvPr/>
            </p:nvSpPr>
            <p:spPr bwMode="auto">
              <a:xfrm>
                <a:off x="7139" y="2328"/>
                <a:ext cx="84" cy="78"/>
              </a:xfrm>
              <a:custGeom>
                <a:avLst/>
                <a:gdLst>
                  <a:gd name="T0" fmla="*/ 0 w 43097"/>
                  <a:gd name="T1" fmla="*/ 0 h 21600"/>
                  <a:gd name="T2" fmla="*/ 0 w 43097"/>
                  <a:gd name="T3" fmla="*/ 0 h 21600"/>
                  <a:gd name="T4" fmla="*/ 0 w 43097"/>
                  <a:gd name="T5" fmla="*/ 0 h 21600"/>
                  <a:gd name="T6" fmla="*/ 0 60000 65536"/>
                  <a:gd name="T7" fmla="*/ 0 60000 65536"/>
                  <a:gd name="T8" fmla="*/ 0 60000 65536"/>
                  <a:gd name="T9" fmla="*/ 0 w 43097"/>
                  <a:gd name="T10" fmla="*/ 0 h 21600"/>
                  <a:gd name="T11" fmla="*/ 43097 w 43097"/>
                  <a:gd name="T12" fmla="*/ 21600 h 21600"/>
                </a:gdLst>
                <a:ahLst/>
                <a:cxnLst>
                  <a:cxn ang="T6">
                    <a:pos x="T0" y="T1"/>
                  </a:cxn>
                  <a:cxn ang="T7">
                    <a:pos x="T2" y="T3"/>
                  </a:cxn>
                  <a:cxn ang="T8">
                    <a:pos x="T4" y="T5"/>
                  </a:cxn>
                </a:cxnLst>
                <a:rect l="T9" t="T10" r="T11" b="T12"/>
                <a:pathLst>
                  <a:path w="43097" h="21600" fill="none" extrusionOk="0">
                    <a:moveTo>
                      <a:pt x="43097" y="1290"/>
                    </a:moveTo>
                    <a:cubicBezTo>
                      <a:pt x="42414" y="12697"/>
                      <a:pt x="32964" y="21599"/>
                      <a:pt x="21536" y="21600"/>
                    </a:cubicBezTo>
                    <a:cubicBezTo>
                      <a:pt x="10249" y="21600"/>
                      <a:pt x="865" y="12910"/>
                      <a:pt x="-1" y="1657"/>
                    </a:cubicBezTo>
                  </a:path>
                  <a:path w="43097" h="21600" stroke="0" extrusionOk="0">
                    <a:moveTo>
                      <a:pt x="43097" y="1290"/>
                    </a:moveTo>
                    <a:cubicBezTo>
                      <a:pt x="42414" y="12697"/>
                      <a:pt x="32964" y="21599"/>
                      <a:pt x="21536" y="21600"/>
                    </a:cubicBezTo>
                    <a:cubicBezTo>
                      <a:pt x="10249" y="21600"/>
                      <a:pt x="865" y="12910"/>
                      <a:pt x="-1" y="1657"/>
                    </a:cubicBezTo>
                    <a:lnTo>
                      <a:pt x="21536" y="0"/>
                    </a:lnTo>
                    <a:lnTo>
                      <a:pt x="43097" y="129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37" name="Line 130"/>
              <p:cNvSpPr>
                <a:spLocks noChangeShapeType="1"/>
              </p:cNvSpPr>
              <p:nvPr/>
            </p:nvSpPr>
            <p:spPr bwMode="auto">
              <a:xfrm>
                <a:off x="7427" y="2334"/>
                <a:ext cx="72"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38" name="Line 131"/>
              <p:cNvSpPr>
                <a:spLocks noChangeShapeType="1"/>
              </p:cNvSpPr>
              <p:nvPr/>
            </p:nvSpPr>
            <p:spPr bwMode="auto">
              <a:xfrm flipH="1">
                <a:off x="7066" y="2334"/>
                <a:ext cx="73"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39" name="Line 132"/>
              <p:cNvSpPr>
                <a:spLocks noChangeShapeType="1"/>
              </p:cNvSpPr>
              <p:nvPr/>
            </p:nvSpPr>
            <p:spPr bwMode="auto">
              <a:xfrm>
                <a:off x="7499" y="2106"/>
                <a:ext cx="1" cy="7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40" name="Oval 133"/>
              <p:cNvSpPr>
                <a:spLocks noChangeArrowheads="1"/>
              </p:cNvSpPr>
              <p:nvPr/>
            </p:nvSpPr>
            <p:spPr bwMode="auto">
              <a:xfrm>
                <a:off x="7463" y="2034"/>
                <a:ext cx="60" cy="60"/>
              </a:xfrm>
              <a:prstGeom prst="ellipse">
                <a:avLst/>
              </a:prstGeom>
              <a:solidFill>
                <a:srgbClr val="FFFFFF"/>
              </a:solidFill>
              <a:ln w="7620">
                <a:solidFill>
                  <a:srgbClr val="000000"/>
                </a:solidFill>
                <a:round/>
                <a:headEnd/>
                <a:tailEnd/>
              </a:ln>
            </p:spPr>
            <p:txBody>
              <a:bodyPr/>
              <a:lstStyle/>
              <a:p>
                <a:pPr eaLnBrk="1" hangingPunct="1"/>
                <a:endParaRPr lang="en-US" altLang="en-US"/>
              </a:p>
            </p:txBody>
          </p:sp>
          <p:sp>
            <p:nvSpPr>
              <p:cNvPr id="52441" name="Rectangle 134"/>
              <p:cNvSpPr>
                <a:spLocks noChangeArrowheads="1"/>
              </p:cNvSpPr>
              <p:nvPr/>
            </p:nvSpPr>
            <p:spPr bwMode="auto">
              <a:xfrm>
                <a:off x="7187" y="1867"/>
                <a:ext cx="33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us</a:t>
                </a:r>
                <a:endParaRPr lang="en-US" altLang="en-US" sz="1000"/>
              </a:p>
            </p:txBody>
          </p:sp>
          <p:sp>
            <p:nvSpPr>
              <p:cNvPr id="52442" name="Line 135"/>
              <p:cNvSpPr>
                <a:spLocks noChangeShapeType="1"/>
              </p:cNvSpPr>
              <p:nvPr/>
            </p:nvSpPr>
            <p:spPr bwMode="auto">
              <a:xfrm>
                <a:off x="7079" y="2118"/>
                <a:ext cx="1" cy="7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43" name="Oval 136"/>
              <p:cNvSpPr>
                <a:spLocks noChangeArrowheads="1"/>
              </p:cNvSpPr>
              <p:nvPr/>
            </p:nvSpPr>
            <p:spPr bwMode="auto">
              <a:xfrm>
                <a:off x="7042" y="2046"/>
                <a:ext cx="61" cy="60"/>
              </a:xfrm>
              <a:prstGeom prst="ellipse">
                <a:avLst/>
              </a:prstGeom>
              <a:solidFill>
                <a:srgbClr val="FFFFFF"/>
              </a:solidFill>
              <a:ln w="7620">
                <a:solidFill>
                  <a:srgbClr val="000000"/>
                </a:solidFill>
                <a:round/>
                <a:headEnd/>
                <a:tailEnd/>
              </a:ln>
            </p:spPr>
            <p:txBody>
              <a:bodyPr/>
              <a:lstStyle/>
              <a:p>
                <a:pPr eaLnBrk="1" hangingPunct="1"/>
                <a:endParaRPr lang="en-US" altLang="en-US"/>
              </a:p>
            </p:txBody>
          </p:sp>
        </p:grpSp>
        <p:sp>
          <p:nvSpPr>
            <p:cNvPr id="52352" name="Line 137"/>
            <p:cNvSpPr>
              <a:spLocks noChangeShapeType="1"/>
            </p:cNvSpPr>
            <p:nvPr/>
          </p:nvSpPr>
          <p:spPr bwMode="auto">
            <a:xfrm>
              <a:off x="2373" y="2057"/>
              <a:ext cx="107"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3" name="Line 138"/>
            <p:cNvSpPr>
              <a:spLocks noChangeShapeType="1"/>
            </p:cNvSpPr>
            <p:nvPr/>
          </p:nvSpPr>
          <p:spPr bwMode="auto">
            <a:xfrm>
              <a:off x="2397" y="2085"/>
              <a:ext cx="59"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4" name="Line 139"/>
            <p:cNvSpPr>
              <a:spLocks noChangeShapeType="1"/>
            </p:cNvSpPr>
            <p:nvPr/>
          </p:nvSpPr>
          <p:spPr bwMode="auto">
            <a:xfrm>
              <a:off x="2414" y="2111"/>
              <a:ext cx="24"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5" name="Line 140"/>
            <p:cNvSpPr>
              <a:spLocks noChangeShapeType="1"/>
            </p:cNvSpPr>
            <p:nvPr/>
          </p:nvSpPr>
          <p:spPr bwMode="auto">
            <a:xfrm flipV="1">
              <a:off x="2426" y="2017"/>
              <a:ext cx="1"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6" name="Line 141"/>
            <p:cNvSpPr>
              <a:spLocks noChangeShapeType="1"/>
            </p:cNvSpPr>
            <p:nvPr/>
          </p:nvSpPr>
          <p:spPr bwMode="auto">
            <a:xfrm>
              <a:off x="2587" y="965"/>
              <a:ext cx="1" cy="10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7" name="Line 142"/>
            <p:cNvSpPr>
              <a:spLocks noChangeShapeType="1"/>
            </p:cNvSpPr>
            <p:nvPr/>
          </p:nvSpPr>
          <p:spPr bwMode="auto">
            <a:xfrm>
              <a:off x="2622" y="965"/>
              <a:ext cx="1" cy="10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8" name="Line 143"/>
            <p:cNvSpPr>
              <a:spLocks noChangeShapeType="1"/>
            </p:cNvSpPr>
            <p:nvPr/>
          </p:nvSpPr>
          <p:spPr bwMode="auto">
            <a:xfrm flipH="1">
              <a:off x="2551" y="1018"/>
              <a:ext cx="3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59" name="Line 144"/>
            <p:cNvSpPr>
              <a:spLocks noChangeShapeType="1"/>
            </p:cNvSpPr>
            <p:nvPr/>
          </p:nvSpPr>
          <p:spPr bwMode="auto">
            <a:xfrm>
              <a:off x="2622" y="1018"/>
              <a:ext cx="3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60" name="Rectangle 145"/>
            <p:cNvSpPr>
              <a:spLocks noChangeArrowheads="1"/>
            </p:cNvSpPr>
            <p:nvPr/>
          </p:nvSpPr>
          <p:spPr bwMode="auto">
            <a:xfrm>
              <a:off x="2544" y="864"/>
              <a:ext cx="26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Cb1</a:t>
              </a:r>
              <a:endParaRPr lang="en-US" altLang="en-US" sz="1000"/>
            </a:p>
          </p:txBody>
        </p:sp>
        <p:sp>
          <p:nvSpPr>
            <p:cNvPr id="52361" name="Freeform 146"/>
            <p:cNvSpPr>
              <a:spLocks/>
            </p:cNvSpPr>
            <p:nvPr/>
          </p:nvSpPr>
          <p:spPr bwMode="auto">
            <a:xfrm>
              <a:off x="1690" y="1559"/>
              <a:ext cx="24" cy="161"/>
            </a:xfrm>
            <a:custGeom>
              <a:avLst/>
              <a:gdLst>
                <a:gd name="T0" fmla="*/ 1 w 48"/>
                <a:gd name="T1" fmla="*/ 1 h 288"/>
                <a:gd name="T2" fmla="*/ 0 w 48"/>
                <a:gd name="T3" fmla="*/ 1 h 288"/>
                <a:gd name="T4" fmla="*/ 1 w 48"/>
                <a:gd name="T5" fmla="*/ 1 h 288"/>
                <a:gd name="T6" fmla="*/ 0 w 48"/>
                <a:gd name="T7" fmla="*/ 1 h 288"/>
                <a:gd name="T8" fmla="*/ 1 w 48"/>
                <a:gd name="T9" fmla="*/ 1 h 288"/>
                <a:gd name="T10" fmla="*/ 0 w 48"/>
                <a:gd name="T11" fmla="*/ 1 h 288"/>
                <a:gd name="T12" fmla="*/ 1 w 48"/>
                <a:gd name="T13" fmla="*/ 1 h 288"/>
                <a:gd name="T14" fmla="*/ 1 w 48"/>
                <a:gd name="T15" fmla="*/ 0 h 288"/>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288"/>
                <a:gd name="T26" fmla="*/ 48 w 48"/>
                <a:gd name="T27" fmla="*/ 288 h 2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288">
                  <a:moveTo>
                    <a:pt x="24" y="288"/>
                  </a:moveTo>
                  <a:lnTo>
                    <a:pt x="0" y="264"/>
                  </a:lnTo>
                  <a:lnTo>
                    <a:pt x="48" y="216"/>
                  </a:lnTo>
                  <a:lnTo>
                    <a:pt x="0" y="168"/>
                  </a:lnTo>
                  <a:lnTo>
                    <a:pt x="48" y="120"/>
                  </a:lnTo>
                  <a:lnTo>
                    <a:pt x="0" y="72"/>
                  </a:lnTo>
                  <a:lnTo>
                    <a:pt x="48" y="24"/>
                  </a:lnTo>
                  <a:lnTo>
                    <a:pt x="24" y="0"/>
                  </a:lnTo>
                </a:path>
              </a:pathLst>
            </a:custGeom>
            <a:noFill/>
            <a:ln w="762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62" name="Line 147"/>
            <p:cNvSpPr>
              <a:spLocks noChangeShapeType="1"/>
            </p:cNvSpPr>
            <p:nvPr/>
          </p:nvSpPr>
          <p:spPr bwMode="auto">
            <a:xfrm>
              <a:off x="1702" y="1720"/>
              <a:ext cx="1"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63" name="Line 148"/>
            <p:cNvSpPr>
              <a:spLocks noChangeShapeType="1"/>
            </p:cNvSpPr>
            <p:nvPr/>
          </p:nvSpPr>
          <p:spPr bwMode="auto">
            <a:xfrm flipV="1">
              <a:off x="1702" y="1518"/>
              <a:ext cx="1"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64" name="Rectangle 149"/>
            <p:cNvSpPr>
              <a:spLocks noChangeArrowheads="1"/>
            </p:cNvSpPr>
            <p:nvPr/>
          </p:nvSpPr>
          <p:spPr bwMode="auto">
            <a:xfrm>
              <a:off x="1751" y="1559"/>
              <a:ext cx="16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R3</a:t>
              </a:r>
              <a:endParaRPr lang="en-US" altLang="en-US" sz="1000"/>
            </a:p>
          </p:txBody>
        </p:sp>
        <p:sp>
          <p:nvSpPr>
            <p:cNvPr id="52365" name="Freeform 150"/>
            <p:cNvSpPr>
              <a:spLocks/>
            </p:cNvSpPr>
            <p:nvPr/>
          </p:nvSpPr>
          <p:spPr bwMode="auto">
            <a:xfrm>
              <a:off x="1690" y="1274"/>
              <a:ext cx="24" cy="162"/>
            </a:xfrm>
            <a:custGeom>
              <a:avLst/>
              <a:gdLst>
                <a:gd name="T0" fmla="*/ 1 w 48"/>
                <a:gd name="T1" fmla="*/ 1 h 288"/>
                <a:gd name="T2" fmla="*/ 0 w 48"/>
                <a:gd name="T3" fmla="*/ 1 h 288"/>
                <a:gd name="T4" fmla="*/ 1 w 48"/>
                <a:gd name="T5" fmla="*/ 1 h 288"/>
                <a:gd name="T6" fmla="*/ 0 w 48"/>
                <a:gd name="T7" fmla="*/ 1 h 288"/>
                <a:gd name="T8" fmla="*/ 1 w 48"/>
                <a:gd name="T9" fmla="*/ 1 h 288"/>
                <a:gd name="T10" fmla="*/ 0 w 48"/>
                <a:gd name="T11" fmla="*/ 1 h 288"/>
                <a:gd name="T12" fmla="*/ 1 w 48"/>
                <a:gd name="T13" fmla="*/ 1 h 288"/>
                <a:gd name="T14" fmla="*/ 1 w 48"/>
                <a:gd name="T15" fmla="*/ 0 h 288"/>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288"/>
                <a:gd name="T26" fmla="*/ 48 w 48"/>
                <a:gd name="T27" fmla="*/ 288 h 2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288">
                  <a:moveTo>
                    <a:pt x="24" y="288"/>
                  </a:moveTo>
                  <a:lnTo>
                    <a:pt x="0" y="264"/>
                  </a:lnTo>
                  <a:lnTo>
                    <a:pt x="48" y="216"/>
                  </a:lnTo>
                  <a:lnTo>
                    <a:pt x="0" y="168"/>
                  </a:lnTo>
                  <a:lnTo>
                    <a:pt x="48" y="120"/>
                  </a:lnTo>
                  <a:lnTo>
                    <a:pt x="0" y="72"/>
                  </a:lnTo>
                  <a:lnTo>
                    <a:pt x="48" y="24"/>
                  </a:lnTo>
                  <a:lnTo>
                    <a:pt x="24" y="0"/>
                  </a:lnTo>
                </a:path>
              </a:pathLst>
            </a:custGeom>
            <a:noFill/>
            <a:ln w="762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66" name="Line 151"/>
            <p:cNvSpPr>
              <a:spLocks noChangeShapeType="1"/>
            </p:cNvSpPr>
            <p:nvPr/>
          </p:nvSpPr>
          <p:spPr bwMode="auto">
            <a:xfrm>
              <a:off x="1702" y="1436"/>
              <a:ext cx="1" cy="42"/>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67" name="Line 152"/>
            <p:cNvSpPr>
              <a:spLocks noChangeShapeType="1"/>
            </p:cNvSpPr>
            <p:nvPr/>
          </p:nvSpPr>
          <p:spPr bwMode="auto">
            <a:xfrm flipV="1">
              <a:off x="1702" y="1234"/>
              <a:ext cx="1"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68" name="Rectangle 153"/>
            <p:cNvSpPr>
              <a:spLocks noChangeArrowheads="1"/>
            </p:cNvSpPr>
            <p:nvPr/>
          </p:nvSpPr>
          <p:spPr bwMode="auto">
            <a:xfrm>
              <a:off x="1751" y="1274"/>
              <a:ext cx="16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R2</a:t>
              </a:r>
              <a:endParaRPr lang="en-US" altLang="en-US" sz="1000"/>
            </a:p>
          </p:txBody>
        </p:sp>
        <p:sp>
          <p:nvSpPr>
            <p:cNvPr id="52369" name="Freeform 154"/>
            <p:cNvSpPr>
              <a:spLocks/>
            </p:cNvSpPr>
            <p:nvPr/>
          </p:nvSpPr>
          <p:spPr bwMode="auto">
            <a:xfrm>
              <a:off x="1827" y="1504"/>
              <a:ext cx="143" cy="27"/>
            </a:xfrm>
            <a:custGeom>
              <a:avLst/>
              <a:gdLst>
                <a:gd name="T0" fmla="*/ 0 w 288"/>
                <a:gd name="T1" fmla="*/ 1 h 48"/>
                <a:gd name="T2" fmla="*/ 0 w 288"/>
                <a:gd name="T3" fmla="*/ 0 h 48"/>
                <a:gd name="T4" fmla="*/ 0 w 288"/>
                <a:gd name="T5" fmla="*/ 1 h 48"/>
                <a:gd name="T6" fmla="*/ 0 w 288"/>
                <a:gd name="T7" fmla="*/ 0 h 48"/>
                <a:gd name="T8" fmla="*/ 0 w 288"/>
                <a:gd name="T9" fmla="*/ 1 h 48"/>
                <a:gd name="T10" fmla="*/ 0 w 288"/>
                <a:gd name="T11" fmla="*/ 0 h 48"/>
                <a:gd name="T12" fmla="*/ 0 w 288"/>
                <a:gd name="T13" fmla="*/ 1 h 48"/>
                <a:gd name="T14" fmla="*/ 0 w 288"/>
                <a:gd name="T15" fmla="*/ 1 h 48"/>
                <a:gd name="T16" fmla="*/ 0 60000 65536"/>
                <a:gd name="T17" fmla="*/ 0 60000 65536"/>
                <a:gd name="T18" fmla="*/ 0 60000 65536"/>
                <a:gd name="T19" fmla="*/ 0 60000 65536"/>
                <a:gd name="T20" fmla="*/ 0 60000 65536"/>
                <a:gd name="T21" fmla="*/ 0 60000 65536"/>
                <a:gd name="T22" fmla="*/ 0 60000 65536"/>
                <a:gd name="T23" fmla="*/ 0 60000 65536"/>
                <a:gd name="T24" fmla="*/ 0 w 288"/>
                <a:gd name="T25" fmla="*/ 0 h 48"/>
                <a:gd name="T26" fmla="*/ 288 w 288"/>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8" h="48">
                  <a:moveTo>
                    <a:pt x="0" y="24"/>
                  </a:moveTo>
                  <a:lnTo>
                    <a:pt x="24" y="0"/>
                  </a:lnTo>
                  <a:lnTo>
                    <a:pt x="72" y="48"/>
                  </a:lnTo>
                  <a:lnTo>
                    <a:pt x="120" y="0"/>
                  </a:lnTo>
                  <a:lnTo>
                    <a:pt x="168" y="48"/>
                  </a:lnTo>
                  <a:lnTo>
                    <a:pt x="216" y="0"/>
                  </a:lnTo>
                  <a:lnTo>
                    <a:pt x="264" y="48"/>
                  </a:lnTo>
                  <a:lnTo>
                    <a:pt x="288" y="24"/>
                  </a:lnTo>
                </a:path>
              </a:pathLst>
            </a:custGeom>
            <a:noFill/>
            <a:ln w="762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70" name="Line 155"/>
            <p:cNvSpPr>
              <a:spLocks noChangeShapeType="1"/>
            </p:cNvSpPr>
            <p:nvPr/>
          </p:nvSpPr>
          <p:spPr bwMode="auto">
            <a:xfrm flipH="1">
              <a:off x="1792" y="1518"/>
              <a:ext cx="3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71" name="Line 156"/>
            <p:cNvSpPr>
              <a:spLocks noChangeShapeType="1"/>
            </p:cNvSpPr>
            <p:nvPr/>
          </p:nvSpPr>
          <p:spPr bwMode="auto">
            <a:xfrm>
              <a:off x="1970" y="1518"/>
              <a:ext cx="3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72" name="Rectangle 157"/>
            <p:cNvSpPr>
              <a:spLocks noChangeArrowheads="1"/>
            </p:cNvSpPr>
            <p:nvPr/>
          </p:nvSpPr>
          <p:spPr bwMode="auto">
            <a:xfrm>
              <a:off x="1872" y="1392"/>
              <a:ext cx="15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R1</a:t>
              </a:r>
              <a:endParaRPr lang="en-US" altLang="en-US" sz="1000"/>
            </a:p>
          </p:txBody>
        </p:sp>
        <p:sp>
          <p:nvSpPr>
            <p:cNvPr id="52373" name="Arc 158"/>
            <p:cNvSpPr>
              <a:spLocks/>
            </p:cNvSpPr>
            <p:nvPr/>
          </p:nvSpPr>
          <p:spPr bwMode="auto">
            <a:xfrm>
              <a:off x="1827" y="985"/>
              <a:ext cx="54" cy="40"/>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74" name="Arc 159"/>
            <p:cNvSpPr>
              <a:spLocks/>
            </p:cNvSpPr>
            <p:nvPr/>
          </p:nvSpPr>
          <p:spPr bwMode="auto">
            <a:xfrm>
              <a:off x="1863" y="1021"/>
              <a:ext cx="18" cy="25"/>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75" name="Arc 160"/>
            <p:cNvSpPr>
              <a:spLocks/>
            </p:cNvSpPr>
            <p:nvPr/>
          </p:nvSpPr>
          <p:spPr bwMode="auto">
            <a:xfrm>
              <a:off x="1863" y="985"/>
              <a:ext cx="54" cy="40"/>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76" name="Arc 161"/>
            <p:cNvSpPr>
              <a:spLocks/>
            </p:cNvSpPr>
            <p:nvPr/>
          </p:nvSpPr>
          <p:spPr bwMode="auto">
            <a:xfrm>
              <a:off x="1898" y="1021"/>
              <a:ext cx="19" cy="25"/>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77" name="Arc 162"/>
            <p:cNvSpPr>
              <a:spLocks/>
            </p:cNvSpPr>
            <p:nvPr/>
          </p:nvSpPr>
          <p:spPr bwMode="auto">
            <a:xfrm>
              <a:off x="1898" y="985"/>
              <a:ext cx="54" cy="40"/>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78" name="Arc 163"/>
            <p:cNvSpPr>
              <a:spLocks/>
            </p:cNvSpPr>
            <p:nvPr/>
          </p:nvSpPr>
          <p:spPr bwMode="auto">
            <a:xfrm>
              <a:off x="1934" y="1021"/>
              <a:ext cx="18" cy="25"/>
            </a:xfrm>
            <a:custGeom>
              <a:avLst/>
              <a:gdLst>
                <a:gd name="T0" fmla="*/ 0 w 42904"/>
                <a:gd name="T1" fmla="*/ 0 h 21600"/>
                <a:gd name="T2" fmla="*/ 0 w 42904"/>
                <a:gd name="T3" fmla="*/ 0 h 21600"/>
                <a:gd name="T4" fmla="*/ 0 w 42904"/>
                <a:gd name="T5" fmla="*/ 0 h 21600"/>
                <a:gd name="T6" fmla="*/ 0 60000 65536"/>
                <a:gd name="T7" fmla="*/ 0 60000 65536"/>
                <a:gd name="T8" fmla="*/ 0 60000 65536"/>
                <a:gd name="T9" fmla="*/ 0 w 42904"/>
                <a:gd name="T10" fmla="*/ 0 h 21600"/>
                <a:gd name="T11" fmla="*/ 42904 w 42904"/>
                <a:gd name="T12" fmla="*/ 21600 h 21600"/>
              </a:gdLst>
              <a:ahLst/>
              <a:cxnLst>
                <a:cxn ang="T6">
                  <a:pos x="T0" y="T1"/>
                </a:cxn>
                <a:cxn ang="T7">
                  <a:pos x="T2" y="T3"/>
                </a:cxn>
                <a:cxn ang="T8">
                  <a:pos x="T4" y="T5"/>
                </a:cxn>
              </a:cxnLst>
              <a:rect l="T9" t="T10" r="T11" b="T12"/>
              <a:pathLst>
                <a:path w="42904" h="21600" fill="none" extrusionOk="0">
                  <a:moveTo>
                    <a:pt x="42904" y="1845"/>
                  </a:moveTo>
                  <a:cubicBezTo>
                    <a:pt x="41946" y="13018"/>
                    <a:pt x="32597" y="21599"/>
                    <a:pt x="21383" y="21600"/>
                  </a:cubicBezTo>
                  <a:cubicBezTo>
                    <a:pt x="10633" y="21600"/>
                    <a:pt x="1520" y="13696"/>
                    <a:pt x="0" y="3054"/>
                  </a:cubicBezTo>
                </a:path>
                <a:path w="42904" h="21600" stroke="0" extrusionOk="0">
                  <a:moveTo>
                    <a:pt x="42904" y="1845"/>
                  </a:moveTo>
                  <a:cubicBezTo>
                    <a:pt x="41946" y="13018"/>
                    <a:pt x="32597" y="21599"/>
                    <a:pt x="21383" y="21600"/>
                  </a:cubicBezTo>
                  <a:cubicBezTo>
                    <a:pt x="10633" y="21600"/>
                    <a:pt x="1520" y="13696"/>
                    <a:pt x="0" y="3054"/>
                  </a:cubicBezTo>
                  <a:lnTo>
                    <a:pt x="21383" y="0"/>
                  </a:lnTo>
                  <a:lnTo>
                    <a:pt x="42904" y="1845"/>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79" name="Arc 164"/>
            <p:cNvSpPr>
              <a:spLocks/>
            </p:cNvSpPr>
            <p:nvPr/>
          </p:nvSpPr>
          <p:spPr bwMode="auto">
            <a:xfrm>
              <a:off x="1934" y="985"/>
              <a:ext cx="54" cy="40"/>
            </a:xfrm>
            <a:custGeom>
              <a:avLst/>
              <a:gdLst>
                <a:gd name="T0" fmla="*/ 0 w 43200"/>
                <a:gd name="T1" fmla="*/ 0 h 23556"/>
                <a:gd name="T2" fmla="*/ 0 w 43200"/>
                <a:gd name="T3" fmla="*/ 0 h 23556"/>
                <a:gd name="T4" fmla="*/ 0 w 43200"/>
                <a:gd name="T5" fmla="*/ 0 h 23556"/>
                <a:gd name="T6" fmla="*/ 0 60000 65536"/>
                <a:gd name="T7" fmla="*/ 0 60000 65536"/>
                <a:gd name="T8" fmla="*/ 0 60000 65536"/>
                <a:gd name="T9" fmla="*/ 0 w 43200"/>
                <a:gd name="T10" fmla="*/ 0 h 23556"/>
                <a:gd name="T11" fmla="*/ 43200 w 43200"/>
                <a:gd name="T12" fmla="*/ 23556 h 23556"/>
              </a:gdLst>
              <a:ahLst/>
              <a:cxnLst>
                <a:cxn ang="T6">
                  <a:pos x="T0" y="T1"/>
                </a:cxn>
                <a:cxn ang="T7">
                  <a:pos x="T2" y="T3"/>
                </a:cxn>
                <a:cxn ang="T8">
                  <a:pos x="T4" y="T5"/>
                </a:cxn>
              </a:cxnLst>
              <a:rect l="T9" t="T10" r="T11" b="T12"/>
              <a:pathLst>
                <a:path w="43200" h="23556" fill="none"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path>
                <a:path w="43200" h="23556" stroke="0" extrusionOk="0">
                  <a:moveTo>
                    <a:pt x="88" y="23556"/>
                  </a:moveTo>
                  <a:cubicBezTo>
                    <a:pt x="29" y="22905"/>
                    <a:pt x="0" y="22253"/>
                    <a:pt x="0" y="21600"/>
                  </a:cubicBezTo>
                  <a:cubicBezTo>
                    <a:pt x="0" y="9670"/>
                    <a:pt x="9670" y="0"/>
                    <a:pt x="21600" y="0"/>
                  </a:cubicBezTo>
                  <a:cubicBezTo>
                    <a:pt x="33529" y="0"/>
                    <a:pt x="43200" y="9670"/>
                    <a:pt x="43200" y="21600"/>
                  </a:cubicBezTo>
                  <a:cubicBezTo>
                    <a:pt x="43200" y="22134"/>
                    <a:pt x="43180" y="22668"/>
                    <a:pt x="43140" y="23202"/>
                  </a:cubicBezTo>
                  <a:lnTo>
                    <a:pt x="21600" y="21600"/>
                  </a:lnTo>
                  <a:lnTo>
                    <a:pt x="88" y="23556"/>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380" name="Line 165"/>
            <p:cNvSpPr>
              <a:spLocks noChangeShapeType="1"/>
            </p:cNvSpPr>
            <p:nvPr/>
          </p:nvSpPr>
          <p:spPr bwMode="auto">
            <a:xfrm flipH="1">
              <a:off x="1792" y="1025"/>
              <a:ext cx="3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81" name="Line 166"/>
            <p:cNvSpPr>
              <a:spLocks noChangeShapeType="1"/>
            </p:cNvSpPr>
            <p:nvPr/>
          </p:nvSpPr>
          <p:spPr bwMode="auto">
            <a:xfrm>
              <a:off x="1993" y="1025"/>
              <a:ext cx="36"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82" name="Rectangle 167"/>
            <p:cNvSpPr>
              <a:spLocks noChangeArrowheads="1"/>
            </p:cNvSpPr>
            <p:nvPr/>
          </p:nvSpPr>
          <p:spPr bwMode="auto">
            <a:xfrm>
              <a:off x="1869" y="878"/>
              <a:ext cx="19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Lc</a:t>
              </a:r>
              <a:endParaRPr lang="en-US" altLang="en-US" sz="1000"/>
            </a:p>
          </p:txBody>
        </p:sp>
        <p:sp>
          <p:nvSpPr>
            <p:cNvPr id="52383" name="Line 168"/>
            <p:cNvSpPr>
              <a:spLocks noChangeShapeType="1"/>
            </p:cNvSpPr>
            <p:nvPr/>
          </p:nvSpPr>
          <p:spPr bwMode="auto">
            <a:xfrm>
              <a:off x="3341" y="1612"/>
              <a:ext cx="0" cy="10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84" name="Line 169"/>
            <p:cNvSpPr>
              <a:spLocks noChangeShapeType="1"/>
            </p:cNvSpPr>
            <p:nvPr/>
          </p:nvSpPr>
          <p:spPr bwMode="auto">
            <a:xfrm>
              <a:off x="3376" y="1612"/>
              <a:ext cx="0" cy="10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85" name="Line 170"/>
            <p:cNvSpPr>
              <a:spLocks noChangeShapeType="1"/>
            </p:cNvSpPr>
            <p:nvPr/>
          </p:nvSpPr>
          <p:spPr bwMode="auto">
            <a:xfrm flipH="1">
              <a:off x="3305" y="1666"/>
              <a:ext cx="3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86" name="Line 171"/>
            <p:cNvSpPr>
              <a:spLocks noChangeShapeType="1"/>
            </p:cNvSpPr>
            <p:nvPr/>
          </p:nvSpPr>
          <p:spPr bwMode="auto">
            <a:xfrm>
              <a:off x="3376" y="1666"/>
              <a:ext cx="3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87" name="Rectangle 172"/>
            <p:cNvSpPr>
              <a:spLocks noChangeArrowheads="1"/>
            </p:cNvSpPr>
            <p:nvPr/>
          </p:nvSpPr>
          <p:spPr bwMode="auto">
            <a:xfrm>
              <a:off x="3317" y="1463"/>
              <a:ext cx="42"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C</a:t>
              </a:r>
              <a:endParaRPr lang="en-US" altLang="en-US" sz="1000"/>
            </a:p>
          </p:txBody>
        </p:sp>
        <p:sp>
          <p:nvSpPr>
            <p:cNvPr id="52388" name="Rectangle 173"/>
            <p:cNvSpPr>
              <a:spLocks noChangeArrowheads="1"/>
            </p:cNvSpPr>
            <p:nvPr/>
          </p:nvSpPr>
          <p:spPr bwMode="auto">
            <a:xfrm>
              <a:off x="3376" y="1706"/>
              <a:ext cx="176"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t>Cb3</a:t>
              </a:r>
            </a:p>
          </p:txBody>
        </p:sp>
        <p:sp>
          <p:nvSpPr>
            <p:cNvPr id="52389" name="Line 174"/>
            <p:cNvSpPr>
              <a:spLocks noChangeShapeType="1"/>
            </p:cNvSpPr>
            <p:nvPr/>
          </p:nvSpPr>
          <p:spPr bwMode="auto">
            <a:xfrm flipH="1">
              <a:off x="3531" y="1498"/>
              <a:ext cx="9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0" name="Line 175"/>
            <p:cNvSpPr>
              <a:spLocks noChangeShapeType="1"/>
            </p:cNvSpPr>
            <p:nvPr/>
          </p:nvSpPr>
          <p:spPr bwMode="auto">
            <a:xfrm flipH="1">
              <a:off x="3531" y="1518"/>
              <a:ext cx="9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1" name="Freeform 176"/>
            <p:cNvSpPr>
              <a:spLocks/>
            </p:cNvSpPr>
            <p:nvPr/>
          </p:nvSpPr>
          <p:spPr bwMode="auto">
            <a:xfrm>
              <a:off x="3531" y="1443"/>
              <a:ext cx="95" cy="55"/>
            </a:xfrm>
            <a:custGeom>
              <a:avLst/>
              <a:gdLst>
                <a:gd name="T0" fmla="*/ 0 w 192"/>
                <a:gd name="T1" fmla="*/ 1 h 96"/>
                <a:gd name="T2" fmla="*/ 0 w 192"/>
                <a:gd name="T3" fmla="*/ 0 h 96"/>
                <a:gd name="T4" fmla="*/ 0 w 192"/>
                <a:gd name="T5" fmla="*/ 0 h 96"/>
                <a:gd name="T6" fmla="*/ 0 w 192"/>
                <a:gd name="T7" fmla="*/ 1 h 96"/>
                <a:gd name="T8" fmla="*/ 0 60000 65536"/>
                <a:gd name="T9" fmla="*/ 0 60000 65536"/>
                <a:gd name="T10" fmla="*/ 0 60000 65536"/>
                <a:gd name="T11" fmla="*/ 0 60000 65536"/>
                <a:gd name="T12" fmla="*/ 0 w 192"/>
                <a:gd name="T13" fmla="*/ 0 h 96"/>
                <a:gd name="T14" fmla="*/ 192 w 192"/>
                <a:gd name="T15" fmla="*/ 96 h 96"/>
              </a:gdLst>
              <a:ahLst/>
              <a:cxnLst>
                <a:cxn ang="T8">
                  <a:pos x="T0" y="T1"/>
                </a:cxn>
                <a:cxn ang="T9">
                  <a:pos x="T2" y="T3"/>
                </a:cxn>
                <a:cxn ang="T10">
                  <a:pos x="T4" y="T5"/>
                </a:cxn>
                <a:cxn ang="T11">
                  <a:pos x="T6" y="T7"/>
                </a:cxn>
              </a:cxnLst>
              <a:rect l="T12" t="T13" r="T14" b="T15"/>
              <a:pathLst>
                <a:path w="192" h="96">
                  <a:moveTo>
                    <a:pt x="96" y="96"/>
                  </a:moveTo>
                  <a:lnTo>
                    <a:pt x="0" y="0"/>
                  </a:lnTo>
                  <a:lnTo>
                    <a:pt x="192" y="0"/>
                  </a:lnTo>
                  <a:lnTo>
                    <a:pt x="96" y="96"/>
                  </a:lnTo>
                  <a:close/>
                </a:path>
              </a:pathLst>
            </a:custGeom>
            <a:solidFill>
              <a:srgbClr val="000000"/>
            </a:solidFill>
            <a:ln w="7620">
              <a:solidFill>
                <a:srgbClr val="000000"/>
              </a:solidFill>
              <a:prstDash val="solid"/>
              <a:round/>
              <a:headEnd/>
              <a:tailEnd/>
            </a:ln>
          </p:spPr>
          <p:txBody>
            <a:bodyPr/>
            <a:lstStyle/>
            <a:p>
              <a:endParaRPr lang="en-US"/>
            </a:p>
          </p:txBody>
        </p:sp>
        <p:sp>
          <p:nvSpPr>
            <p:cNvPr id="52392" name="Line 177"/>
            <p:cNvSpPr>
              <a:spLocks noChangeShapeType="1"/>
            </p:cNvSpPr>
            <p:nvPr/>
          </p:nvSpPr>
          <p:spPr bwMode="auto">
            <a:xfrm flipV="1">
              <a:off x="3578" y="1403"/>
              <a:ext cx="0"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3" name="Line 178"/>
            <p:cNvSpPr>
              <a:spLocks noChangeShapeType="1"/>
            </p:cNvSpPr>
            <p:nvPr/>
          </p:nvSpPr>
          <p:spPr bwMode="auto">
            <a:xfrm>
              <a:off x="3578" y="1518"/>
              <a:ext cx="0"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4" name="Rectangle 179"/>
            <p:cNvSpPr>
              <a:spLocks noChangeArrowheads="1"/>
            </p:cNvSpPr>
            <p:nvPr/>
          </p:nvSpPr>
          <p:spPr bwMode="auto">
            <a:xfrm>
              <a:off x="3667" y="1431"/>
              <a:ext cx="42"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D</a:t>
              </a:r>
              <a:endParaRPr lang="en-US" altLang="en-US" sz="1000"/>
            </a:p>
          </p:txBody>
        </p:sp>
        <p:sp>
          <p:nvSpPr>
            <p:cNvPr id="52395" name="Line 180"/>
            <p:cNvSpPr>
              <a:spLocks noChangeShapeType="1"/>
            </p:cNvSpPr>
            <p:nvPr/>
          </p:nvSpPr>
          <p:spPr bwMode="auto">
            <a:xfrm>
              <a:off x="3180" y="1491"/>
              <a:ext cx="9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6" name="Line 181"/>
            <p:cNvSpPr>
              <a:spLocks noChangeShapeType="1"/>
            </p:cNvSpPr>
            <p:nvPr/>
          </p:nvSpPr>
          <p:spPr bwMode="auto">
            <a:xfrm>
              <a:off x="3180" y="1450"/>
              <a:ext cx="95"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7" name="Line 182"/>
            <p:cNvSpPr>
              <a:spLocks noChangeShapeType="1"/>
            </p:cNvSpPr>
            <p:nvPr/>
          </p:nvSpPr>
          <p:spPr bwMode="auto">
            <a:xfrm>
              <a:off x="3228" y="1491"/>
              <a:ext cx="1"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8" name="Line 183"/>
            <p:cNvSpPr>
              <a:spLocks noChangeShapeType="1"/>
            </p:cNvSpPr>
            <p:nvPr/>
          </p:nvSpPr>
          <p:spPr bwMode="auto">
            <a:xfrm flipV="1">
              <a:off x="3228" y="1410"/>
              <a:ext cx="1"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99" name="Arc 184"/>
            <p:cNvSpPr>
              <a:spLocks/>
            </p:cNvSpPr>
            <p:nvPr/>
          </p:nvSpPr>
          <p:spPr bwMode="auto">
            <a:xfrm>
              <a:off x="3002" y="1498"/>
              <a:ext cx="42" cy="46"/>
            </a:xfrm>
            <a:custGeom>
              <a:avLst/>
              <a:gdLst>
                <a:gd name="T0" fmla="*/ 0 w 23257"/>
                <a:gd name="T1" fmla="*/ 0 h 43200"/>
                <a:gd name="T2" fmla="*/ 0 w 23257"/>
                <a:gd name="T3" fmla="*/ 0 h 43200"/>
                <a:gd name="T4" fmla="*/ 0 w 23257"/>
                <a:gd name="T5" fmla="*/ 0 h 43200"/>
                <a:gd name="T6" fmla="*/ 0 60000 65536"/>
                <a:gd name="T7" fmla="*/ 0 60000 65536"/>
                <a:gd name="T8" fmla="*/ 0 60000 65536"/>
                <a:gd name="T9" fmla="*/ 0 w 23257"/>
                <a:gd name="T10" fmla="*/ 0 h 43200"/>
                <a:gd name="T11" fmla="*/ 23257 w 23257"/>
                <a:gd name="T12" fmla="*/ 43200 h 43200"/>
              </a:gdLst>
              <a:ahLst/>
              <a:cxnLst>
                <a:cxn ang="T6">
                  <a:pos x="T0" y="T1"/>
                </a:cxn>
                <a:cxn ang="T7">
                  <a:pos x="T2" y="T3"/>
                </a:cxn>
                <a:cxn ang="T8">
                  <a:pos x="T4" y="T5"/>
                </a:cxn>
              </a:cxnLst>
              <a:rect l="T9" t="T10" r="T11" b="T12"/>
              <a:pathLst>
                <a:path w="23257" h="43200" fill="none"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path>
                <a:path w="23257" h="43200" stroke="0"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lnTo>
                    <a:pt x="21600" y="21600"/>
                  </a:lnTo>
                  <a:lnTo>
                    <a:pt x="22890" y="4316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00" name="Arc 185"/>
            <p:cNvSpPr>
              <a:spLocks/>
            </p:cNvSpPr>
            <p:nvPr/>
          </p:nvSpPr>
          <p:spPr bwMode="auto">
            <a:xfrm>
              <a:off x="3002" y="1443"/>
              <a:ext cx="42" cy="48"/>
            </a:xfrm>
            <a:custGeom>
              <a:avLst/>
              <a:gdLst>
                <a:gd name="T0" fmla="*/ 0 w 23257"/>
                <a:gd name="T1" fmla="*/ 0 h 43200"/>
                <a:gd name="T2" fmla="*/ 0 w 23257"/>
                <a:gd name="T3" fmla="*/ 0 h 43200"/>
                <a:gd name="T4" fmla="*/ 0 w 23257"/>
                <a:gd name="T5" fmla="*/ 0 h 43200"/>
                <a:gd name="T6" fmla="*/ 0 60000 65536"/>
                <a:gd name="T7" fmla="*/ 0 60000 65536"/>
                <a:gd name="T8" fmla="*/ 0 60000 65536"/>
                <a:gd name="T9" fmla="*/ 0 w 23257"/>
                <a:gd name="T10" fmla="*/ 0 h 43200"/>
                <a:gd name="T11" fmla="*/ 23257 w 23257"/>
                <a:gd name="T12" fmla="*/ 43200 h 43200"/>
              </a:gdLst>
              <a:ahLst/>
              <a:cxnLst>
                <a:cxn ang="T6">
                  <a:pos x="T0" y="T1"/>
                </a:cxn>
                <a:cxn ang="T7">
                  <a:pos x="T2" y="T3"/>
                </a:cxn>
                <a:cxn ang="T8">
                  <a:pos x="T4" y="T5"/>
                </a:cxn>
              </a:cxnLst>
              <a:rect l="T9" t="T10" r="T11" b="T12"/>
              <a:pathLst>
                <a:path w="23257" h="43200" fill="none"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path>
                <a:path w="23257" h="43200" stroke="0"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lnTo>
                    <a:pt x="21600" y="21600"/>
                  </a:lnTo>
                  <a:lnTo>
                    <a:pt x="22890" y="4316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01" name="Arc 186"/>
            <p:cNvSpPr>
              <a:spLocks/>
            </p:cNvSpPr>
            <p:nvPr/>
          </p:nvSpPr>
          <p:spPr bwMode="auto">
            <a:xfrm>
              <a:off x="3002" y="1390"/>
              <a:ext cx="42" cy="46"/>
            </a:xfrm>
            <a:custGeom>
              <a:avLst/>
              <a:gdLst>
                <a:gd name="T0" fmla="*/ 0 w 23257"/>
                <a:gd name="T1" fmla="*/ 0 h 43200"/>
                <a:gd name="T2" fmla="*/ 0 w 23257"/>
                <a:gd name="T3" fmla="*/ 0 h 43200"/>
                <a:gd name="T4" fmla="*/ 0 w 23257"/>
                <a:gd name="T5" fmla="*/ 0 h 43200"/>
                <a:gd name="T6" fmla="*/ 0 60000 65536"/>
                <a:gd name="T7" fmla="*/ 0 60000 65536"/>
                <a:gd name="T8" fmla="*/ 0 60000 65536"/>
                <a:gd name="T9" fmla="*/ 0 w 23257"/>
                <a:gd name="T10" fmla="*/ 0 h 43200"/>
                <a:gd name="T11" fmla="*/ 23257 w 23257"/>
                <a:gd name="T12" fmla="*/ 43200 h 43200"/>
              </a:gdLst>
              <a:ahLst/>
              <a:cxnLst>
                <a:cxn ang="T6">
                  <a:pos x="T0" y="T1"/>
                </a:cxn>
                <a:cxn ang="T7">
                  <a:pos x="T2" y="T3"/>
                </a:cxn>
                <a:cxn ang="T8">
                  <a:pos x="T4" y="T5"/>
                </a:cxn>
              </a:cxnLst>
              <a:rect l="T9" t="T10" r="T11" b="T12"/>
              <a:pathLst>
                <a:path w="23257" h="43200" fill="none"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path>
                <a:path w="23257" h="43200" stroke="0"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lnTo>
                    <a:pt x="21600" y="21600"/>
                  </a:lnTo>
                  <a:lnTo>
                    <a:pt x="22890" y="4316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02" name="Line 187"/>
            <p:cNvSpPr>
              <a:spLocks noChangeShapeType="1"/>
            </p:cNvSpPr>
            <p:nvPr/>
          </p:nvSpPr>
          <p:spPr bwMode="auto">
            <a:xfrm>
              <a:off x="3044" y="1552"/>
              <a:ext cx="0"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03" name="Line 188"/>
            <p:cNvSpPr>
              <a:spLocks noChangeShapeType="1"/>
            </p:cNvSpPr>
            <p:nvPr/>
          </p:nvSpPr>
          <p:spPr bwMode="auto">
            <a:xfrm flipV="1">
              <a:off x="3044" y="1349"/>
              <a:ext cx="0"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04" name="Rectangle 189"/>
            <p:cNvSpPr>
              <a:spLocks noChangeArrowheads="1"/>
            </p:cNvSpPr>
            <p:nvPr/>
          </p:nvSpPr>
          <p:spPr bwMode="auto">
            <a:xfrm>
              <a:off x="2902" y="1309"/>
              <a:ext cx="42"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a:t>
              </a:r>
              <a:endParaRPr lang="en-US" altLang="en-US" sz="1000"/>
            </a:p>
          </p:txBody>
        </p:sp>
        <p:sp>
          <p:nvSpPr>
            <p:cNvPr id="52405" name="Arc 190"/>
            <p:cNvSpPr>
              <a:spLocks/>
            </p:cNvSpPr>
            <p:nvPr/>
          </p:nvSpPr>
          <p:spPr bwMode="auto">
            <a:xfrm>
              <a:off x="2887" y="1375"/>
              <a:ext cx="39" cy="48"/>
            </a:xfrm>
            <a:custGeom>
              <a:avLst/>
              <a:gdLst>
                <a:gd name="T0" fmla="*/ 0 w 21600"/>
                <a:gd name="T1" fmla="*/ 0 h 43097"/>
                <a:gd name="T2" fmla="*/ 0 w 21600"/>
                <a:gd name="T3" fmla="*/ 0 h 43097"/>
                <a:gd name="T4" fmla="*/ 0 w 21600"/>
                <a:gd name="T5" fmla="*/ 0 h 43097"/>
                <a:gd name="T6" fmla="*/ 0 60000 65536"/>
                <a:gd name="T7" fmla="*/ 0 60000 65536"/>
                <a:gd name="T8" fmla="*/ 0 60000 65536"/>
                <a:gd name="T9" fmla="*/ 0 w 21600"/>
                <a:gd name="T10" fmla="*/ 0 h 43097"/>
                <a:gd name="T11" fmla="*/ 21600 w 21600"/>
                <a:gd name="T12" fmla="*/ 43097 h 43097"/>
              </a:gdLst>
              <a:ahLst/>
              <a:cxnLst>
                <a:cxn ang="T6">
                  <a:pos x="T0" y="T1"/>
                </a:cxn>
                <a:cxn ang="T7">
                  <a:pos x="T2" y="T3"/>
                </a:cxn>
                <a:cxn ang="T8">
                  <a:pos x="T4" y="T5"/>
                </a:cxn>
              </a:cxnLst>
              <a:rect l="T9" t="T10" r="T11" b="T12"/>
              <a:pathLst>
                <a:path w="21600" h="43097" fill="none" extrusionOk="0">
                  <a:moveTo>
                    <a:pt x="1657" y="-1"/>
                  </a:moveTo>
                  <a:cubicBezTo>
                    <a:pt x="12910" y="865"/>
                    <a:pt x="21600" y="10249"/>
                    <a:pt x="21600" y="21536"/>
                  </a:cubicBezTo>
                  <a:cubicBezTo>
                    <a:pt x="21600" y="32964"/>
                    <a:pt x="12697" y="42414"/>
                    <a:pt x="1290" y="43097"/>
                  </a:cubicBezTo>
                </a:path>
                <a:path w="21600" h="43097" stroke="0" extrusionOk="0">
                  <a:moveTo>
                    <a:pt x="1657" y="-1"/>
                  </a:moveTo>
                  <a:cubicBezTo>
                    <a:pt x="12910" y="865"/>
                    <a:pt x="21600" y="10249"/>
                    <a:pt x="21600" y="21536"/>
                  </a:cubicBezTo>
                  <a:cubicBezTo>
                    <a:pt x="21600" y="32964"/>
                    <a:pt x="12697" y="42414"/>
                    <a:pt x="1290" y="43097"/>
                  </a:cubicBezTo>
                  <a:lnTo>
                    <a:pt x="0" y="21536"/>
                  </a:lnTo>
                  <a:lnTo>
                    <a:pt x="1657"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06" name="Arc 191"/>
            <p:cNvSpPr>
              <a:spLocks/>
            </p:cNvSpPr>
            <p:nvPr/>
          </p:nvSpPr>
          <p:spPr bwMode="auto">
            <a:xfrm>
              <a:off x="2887" y="1430"/>
              <a:ext cx="39" cy="48"/>
            </a:xfrm>
            <a:custGeom>
              <a:avLst/>
              <a:gdLst>
                <a:gd name="T0" fmla="*/ 0 w 21600"/>
                <a:gd name="T1" fmla="*/ 0 h 43097"/>
                <a:gd name="T2" fmla="*/ 0 w 21600"/>
                <a:gd name="T3" fmla="*/ 0 h 43097"/>
                <a:gd name="T4" fmla="*/ 0 w 21600"/>
                <a:gd name="T5" fmla="*/ 0 h 43097"/>
                <a:gd name="T6" fmla="*/ 0 60000 65536"/>
                <a:gd name="T7" fmla="*/ 0 60000 65536"/>
                <a:gd name="T8" fmla="*/ 0 60000 65536"/>
                <a:gd name="T9" fmla="*/ 0 w 21600"/>
                <a:gd name="T10" fmla="*/ 0 h 43097"/>
                <a:gd name="T11" fmla="*/ 21600 w 21600"/>
                <a:gd name="T12" fmla="*/ 43097 h 43097"/>
              </a:gdLst>
              <a:ahLst/>
              <a:cxnLst>
                <a:cxn ang="T6">
                  <a:pos x="T0" y="T1"/>
                </a:cxn>
                <a:cxn ang="T7">
                  <a:pos x="T2" y="T3"/>
                </a:cxn>
                <a:cxn ang="T8">
                  <a:pos x="T4" y="T5"/>
                </a:cxn>
              </a:cxnLst>
              <a:rect l="T9" t="T10" r="T11" b="T12"/>
              <a:pathLst>
                <a:path w="21600" h="43097" fill="none" extrusionOk="0">
                  <a:moveTo>
                    <a:pt x="1657" y="-1"/>
                  </a:moveTo>
                  <a:cubicBezTo>
                    <a:pt x="12910" y="865"/>
                    <a:pt x="21600" y="10249"/>
                    <a:pt x="21600" y="21536"/>
                  </a:cubicBezTo>
                  <a:cubicBezTo>
                    <a:pt x="21600" y="32964"/>
                    <a:pt x="12697" y="42414"/>
                    <a:pt x="1290" y="43097"/>
                  </a:cubicBezTo>
                </a:path>
                <a:path w="21600" h="43097" stroke="0" extrusionOk="0">
                  <a:moveTo>
                    <a:pt x="1657" y="-1"/>
                  </a:moveTo>
                  <a:cubicBezTo>
                    <a:pt x="12910" y="865"/>
                    <a:pt x="21600" y="10249"/>
                    <a:pt x="21600" y="21536"/>
                  </a:cubicBezTo>
                  <a:cubicBezTo>
                    <a:pt x="21600" y="32964"/>
                    <a:pt x="12697" y="42414"/>
                    <a:pt x="1290" y="43097"/>
                  </a:cubicBezTo>
                  <a:lnTo>
                    <a:pt x="0" y="21536"/>
                  </a:lnTo>
                  <a:lnTo>
                    <a:pt x="1657"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07" name="Arc 192"/>
            <p:cNvSpPr>
              <a:spLocks/>
            </p:cNvSpPr>
            <p:nvPr/>
          </p:nvSpPr>
          <p:spPr bwMode="auto">
            <a:xfrm>
              <a:off x="2887" y="1484"/>
              <a:ext cx="39" cy="47"/>
            </a:xfrm>
            <a:custGeom>
              <a:avLst/>
              <a:gdLst>
                <a:gd name="T0" fmla="*/ 0 w 21600"/>
                <a:gd name="T1" fmla="*/ 0 h 43097"/>
                <a:gd name="T2" fmla="*/ 0 w 21600"/>
                <a:gd name="T3" fmla="*/ 0 h 43097"/>
                <a:gd name="T4" fmla="*/ 0 w 21600"/>
                <a:gd name="T5" fmla="*/ 0 h 43097"/>
                <a:gd name="T6" fmla="*/ 0 60000 65536"/>
                <a:gd name="T7" fmla="*/ 0 60000 65536"/>
                <a:gd name="T8" fmla="*/ 0 60000 65536"/>
                <a:gd name="T9" fmla="*/ 0 w 21600"/>
                <a:gd name="T10" fmla="*/ 0 h 43097"/>
                <a:gd name="T11" fmla="*/ 21600 w 21600"/>
                <a:gd name="T12" fmla="*/ 43097 h 43097"/>
              </a:gdLst>
              <a:ahLst/>
              <a:cxnLst>
                <a:cxn ang="T6">
                  <a:pos x="T0" y="T1"/>
                </a:cxn>
                <a:cxn ang="T7">
                  <a:pos x="T2" y="T3"/>
                </a:cxn>
                <a:cxn ang="T8">
                  <a:pos x="T4" y="T5"/>
                </a:cxn>
              </a:cxnLst>
              <a:rect l="T9" t="T10" r="T11" b="T12"/>
              <a:pathLst>
                <a:path w="21600" h="43097" fill="none" extrusionOk="0">
                  <a:moveTo>
                    <a:pt x="1657" y="-1"/>
                  </a:moveTo>
                  <a:cubicBezTo>
                    <a:pt x="12910" y="865"/>
                    <a:pt x="21600" y="10249"/>
                    <a:pt x="21600" y="21536"/>
                  </a:cubicBezTo>
                  <a:cubicBezTo>
                    <a:pt x="21600" y="32964"/>
                    <a:pt x="12697" y="42414"/>
                    <a:pt x="1290" y="43097"/>
                  </a:cubicBezTo>
                </a:path>
                <a:path w="21600" h="43097" stroke="0" extrusionOk="0">
                  <a:moveTo>
                    <a:pt x="1657" y="-1"/>
                  </a:moveTo>
                  <a:cubicBezTo>
                    <a:pt x="12910" y="865"/>
                    <a:pt x="21600" y="10249"/>
                    <a:pt x="21600" y="21536"/>
                  </a:cubicBezTo>
                  <a:cubicBezTo>
                    <a:pt x="21600" y="32964"/>
                    <a:pt x="12697" y="42414"/>
                    <a:pt x="1290" y="43097"/>
                  </a:cubicBezTo>
                  <a:lnTo>
                    <a:pt x="0" y="21536"/>
                  </a:lnTo>
                  <a:lnTo>
                    <a:pt x="1657"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408" name="Line 193"/>
            <p:cNvSpPr>
              <a:spLocks noChangeShapeType="1"/>
            </p:cNvSpPr>
            <p:nvPr/>
          </p:nvSpPr>
          <p:spPr bwMode="auto">
            <a:xfrm flipV="1">
              <a:off x="2890" y="1335"/>
              <a:ext cx="0"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09" name="Line 194"/>
            <p:cNvSpPr>
              <a:spLocks noChangeShapeType="1"/>
            </p:cNvSpPr>
            <p:nvPr/>
          </p:nvSpPr>
          <p:spPr bwMode="auto">
            <a:xfrm>
              <a:off x="2890" y="1538"/>
              <a:ext cx="0"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0" name="Rectangle 195"/>
            <p:cNvSpPr>
              <a:spLocks noChangeArrowheads="1"/>
            </p:cNvSpPr>
            <p:nvPr/>
          </p:nvSpPr>
          <p:spPr bwMode="auto">
            <a:xfrm>
              <a:off x="2926" y="1524"/>
              <a:ext cx="42"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L</a:t>
              </a:r>
              <a:endParaRPr lang="en-US" altLang="en-US" sz="1000"/>
            </a:p>
          </p:txBody>
        </p:sp>
        <p:sp>
          <p:nvSpPr>
            <p:cNvPr id="52411" name="Line 196"/>
            <p:cNvSpPr>
              <a:spLocks noChangeShapeType="1"/>
            </p:cNvSpPr>
            <p:nvPr/>
          </p:nvSpPr>
          <p:spPr bwMode="auto">
            <a:xfrm>
              <a:off x="2492" y="1706"/>
              <a:ext cx="1" cy="109"/>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2" name="Line 197"/>
            <p:cNvSpPr>
              <a:spLocks noChangeShapeType="1"/>
            </p:cNvSpPr>
            <p:nvPr/>
          </p:nvSpPr>
          <p:spPr bwMode="auto">
            <a:xfrm>
              <a:off x="2527" y="1706"/>
              <a:ext cx="2" cy="109"/>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3" name="Line 198"/>
            <p:cNvSpPr>
              <a:spLocks noChangeShapeType="1"/>
            </p:cNvSpPr>
            <p:nvPr/>
          </p:nvSpPr>
          <p:spPr bwMode="auto">
            <a:xfrm flipH="1">
              <a:off x="2456" y="1761"/>
              <a:ext cx="36"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4" name="Line 199"/>
            <p:cNvSpPr>
              <a:spLocks noChangeShapeType="1"/>
            </p:cNvSpPr>
            <p:nvPr/>
          </p:nvSpPr>
          <p:spPr bwMode="auto">
            <a:xfrm>
              <a:off x="2527" y="1761"/>
              <a:ext cx="36" cy="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5" name="Rectangle 200"/>
            <p:cNvSpPr>
              <a:spLocks noChangeArrowheads="1"/>
            </p:cNvSpPr>
            <p:nvPr/>
          </p:nvSpPr>
          <p:spPr bwMode="auto">
            <a:xfrm>
              <a:off x="2468" y="1559"/>
              <a:ext cx="172"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Cb2</a:t>
              </a:r>
              <a:endParaRPr lang="en-US" altLang="en-US" sz="1000"/>
            </a:p>
          </p:txBody>
        </p:sp>
        <p:sp>
          <p:nvSpPr>
            <p:cNvPr id="52416" name="Line 201"/>
            <p:cNvSpPr>
              <a:spLocks noChangeShapeType="1"/>
            </p:cNvSpPr>
            <p:nvPr/>
          </p:nvSpPr>
          <p:spPr bwMode="auto">
            <a:xfrm flipH="1">
              <a:off x="2480" y="1261"/>
              <a:ext cx="47"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7" name="Rectangle 202"/>
            <p:cNvSpPr>
              <a:spLocks noChangeArrowheads="1"/>
            </p:cNvSpPr>
            <p:nvPr/>
          </p:nvSpPr>
          <p:spPr bwMode="auto">
            <a:xfrm>
              <a:off x="2468" y="1193"/>
              <a:ext cx="12" cy="136"/>
            </a:xfrm>
            <a:prstGeom prst="rect">
              <a:avLst/>
            </a:prstGeom>
            <a:solidFill>
              <a:srgbClr val="000000"/>
            </a:solidFill>
            <a:ln w="7620">
              <a:solidFill>
                <a:srgbClr val="000000"/>
              </a:solidFill>
              <a:miter lim="800000"/>
              <a:headEnd/>
              <a:tailEnd/>
            </a:ln>
          </p:spPr>
          <p:txBody>
            <a:bodyPr/>
            <a:lstStyle/>
            <a:p>
              <a:pPr eaLnBrk="1" hangingPunct="1"/>
              <a:endParaRPr lang="en-US" altLang="en-US"/>
            </a:p>
          </p:txBody>
        </p:sp>
        <p:sp>
          <p:nvSpPr>
            <p:cNvPr id="52418" name="Line 203"/>
            <p:cNvSpPr>
              <a:spLocks noChangeShapeType="1"/>
            </p:cNvSpPr>
            <p:nvPr/>
          </p:nvSpPr>
          <p:spPr bwMode="auto">
            <a:xfrm flipH="1">
              <a:off x="2426" y="1295"/>
              <a:ext cx="42" cy="47"/>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9" name="Line 204"/>
            <p:cNvSpPr>
              <a:spLocks noChangeShapeType="1"/>
            </p:cNvSpPr>
            <p:nvPr/>
          </p:nvSpPr>
          <p:spPr bwMode="auto">
            <a:xfrm flipH="1" flipV="1">
              <a:off x="2426" y="1180"/>
              <a:ext cx="42" cy="48"/>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20" name="Freeform 205"/>
            <p:cNvSpPr>
              <a:spLocks/>
            </p:cNvSpPr>
            <p:nvPr/>
          </p:nvSpPr>
          <p:spPr bwMode="auto">
            <a:xfrm>
              <a:off x="2426" y="1309"/>
              <a:ext cx="30" cy="33"/>
            </a:xfrm>
            <a:custGeom>
              <a:avLst/>
              <a:gdLst>
                <a:gd name="T0" fmla="*/ 0 w 60"/>
                <a:gd name="T1" fmla="*/ 1 h 60"/>
                <a:gd name="T2" fmla="*/ 1 w 60"/>
                <a:gd name="T3" fmla="*/ 1 h 60"/>
                <a:gd name="T4" fmla="*/ 1 w 60"/>
                <a:gd name="T5" fmla="*/ 0 h 60"/>
                <a:gd name="T6" fmla="*/ 0 w 60"/>
                <a:gd name="T7" fmla="*/ 1 h 60"/>
                <a:gd name="T8" fmla="*/ 0 60000 65536"/>
                <a:gd name="T9" fmla="*/ 0 60000 65536"/>
                <a:gd name="T10" fmla="*/ 0 60000 65536"/>
                <a:gd name="T11" fmla="*/ 0 60000 65536"/>
                <a:gd name="T12" fmla="*/ 0 w 60"/>
                <a:gd name="T13" fmla="*/ 0 h 60"/>
                <a:gd name="T14" fmla="*/ 60 w 60"/>
                <a:gd name="T15" fmla="*/ 60 h 60"/>
              </a:gdLst>
              <a:ahLst/>
              <a:cxnLst>
                <a:cxn ang="T8">
                  <a:pos x="T0" y="T1"/>
                </a:cxn>
                <a:cxn ang="T9">
                  <a:pos x="T2" y="T3"/>
                </a:cxn>
                <a:cxn ang="T10">
                  <a:pos x="T4" y="T5"/>
                </a:cxn>
                <a:cxn ang="T11">
                  <a:pos x="T6" y="T7"/>
                </a:cxn>
              </a:cxnLst>
              <a:rect l="T12" t="T13" r="T14" b="T15"/>
              <a:pathLst>
                <a:path w="60" h="60">
                  <a:moveTo>
                    <a:pt x="0" y="60"/>
                  </a:moveTo>
                  <a:lnTo>
                    <a:pt x="60" y="36"/>
                  </a:lnTo>
                  <a:lnTo>
                    <a:pt x="24" y="0"/>
                  </a:lnTo>
                  <a:lnTo>
                    <a:pt x="0" y="60"/>
                  </a:lnTo>
                  <a:close/>
                </a:path>
              </a:pathLst>
            </a:custGeom>
            <a:solidFill>
              <a:srgbClr val="000000"/>
            </a:solidFill>
            <a:ln w="7620">
              <a:solidFill>
                <a:srgbClr val="000000"/>
              </a:solidFill>
              <a:prstDash val="solid"/>
              <a:round/>
              <a:headEnd/>
              <a:tailEnd/>
            </a:ln>
          </p:spPr>
          <p:txBody>
            <a:bodyPr/>
            <a:lstStyle/>
            <a:p>
              <a:endParaRPr lang="en-US"/>
            </a:p>
          </p:txBody>
        </p:sp>
        <p:sp>
          <p:nvSpPr>
            <p:cNvPr id="52421" name="Line 206"/>
            <p:cNvSpPr>
              <a:spLocks noChangeShapeType="1"/>
            </p:cNvSpPr>
            <p:nvPr/>
          </p:nvSpPr>
          <p:spPr bwMode="auto">
            <a:xfrm flipV="1">
              <a:off x="2426" y="1140"/>
              <a:ext cx="1" cy="40"/>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22" name="Line 207"/>
            <p:cNvSpPr>
              <a:spLocks noChangeShapeType="1"/>
            </p:cNvSpPr>
            <p:nvPr/>
          </p:nvSpPr>
          <p:spPr bwMode="auto">
            <a:xfrm>
              <a:off x="2527" y="1261"/>
              <a:ext cx="36" cy="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23" name="Line 208"/>
            <p:cNvSpPr>
              <a:spLocks noChangeShapeType="1"/>
            </p:cNvSpPr>
            <p:nvPr/>
          </p:nvSpPr>
          <p:spPr bwMode="auto">
            <a:xfrm>
              <a:off x="2426" y="1342"/>
              <a:ext cx="1" cy="41"/>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24" name="Rectangle 209"/>
            <p:cNvSpPr>
              <a:spLocks noChangeArrowheads="1"/>
            </p:cNvSpPr>
            <p:nvPr/>
          </p:nvSpPr>
          <p:spPr bwMode="auto">
            <a:xfrm>
              <a:off x="2960" y="1514"/>
              <a:ext cx="42"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a:t>
              </a:r>
              <a:endParaRPr lang="en-US" altLang="en-US" sz="1000"/>
            </a:p>
          </p:txBody>
        </p:sp>
        <p:sp>
          <p:nvSpPr>
            <p:cNvPr id="52425" name="Rectangle 210"/>
            <p:cNvSpPr>
              <a:spLocks noChangeArrowheads="1"/>
            </p:cNvSpPr>
            <p:nvPr/>
          </p:nvSpPr>
          <p:spPr bwMode="auto">
            <a:xfrm>
              <a:off x="4587" y="1584"/>
              <a:ext cx="165"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r>
                <a:rPr lang="en-US" altLang="en-US" sz="1000">
                  <a:solidFill>
                    <a:srgbClr val="000000"/>
                  </a:solidFill>
                  <a:latin typeface="Courier New" pitchFamily="49" charset="0"/>
                </a:rPr>
                <a:t>R4</a:t>
              </a:r>
              <a:endParaRPr lang="en-US" altLang="en-US" sz="1000"/>
            </a:p>
          </p:txBody>
        </p:sp>
        <p:sp>
          <p:nvSpPr>
            <p:cNvPr id="52426" name="Line 211"/>
            <p:cNvSpPr>
              <a:spLocks noChangeShapeType="1"/>
            </p:cNvSpPr>
            <p:nvPr/>
          </p:nvSpPr>
          <p:spPr bwMode="auto">
            <a:xfrm>
              <a:off x="3934" y="1579"/>
              <a:ext cx="1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2230" name="Rectangle 2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52231" name="Object 216"/>
          <p:cNvGraphicFramePr>
            <a:graphicFrameLocks noChangeAspect="1"/>
          </p:cNvGraphicFramePr>
          <p:nvPr/>
        </p:nvGraphicFramePr>
        <p:xfrm>
          <a:off x="5105400" y="3429000"/>
          <a:ext cx="1447800" cy="457200"/>
        </p:xfrm>
        <a:graphic>
          <a:graphicData uri="http://schemas.openxmlformats.org/presentationml/2006/ole">
            <mc:AlternateContent xmlns:mc="http://schemas.openxmlformats.org/markup-compatibility/2006">
              <mc:Choice xmlns:v="urn:schemas-microsoft-com:vml" Requires="v">
                <p:oleObj spid="_x0000_s52513" name="Equation" r:id="rId3" imgW="1447800" imgH="457200" progId="Equation.3">
                  <p:embed/>
                </p:oleObj>
              </mc:Choice>
              <mc:Fallback>
                <p:oleObj name="Equation" r:id="rId3" imgW="1447800" imgH="457200" progId="Equation.3">
                  <p:embed/>
                  <p:pic>
                    <p:nvPicPr>
                      <p:cNvPr id="0" name="Object 2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429000"/>
                        <a:ext cx="1447800" cy="45720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2" name="Rectangle 2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52233" name="Object 218"/>
          <p:cNvGraphicFramePr>
            <a:graphicFrameLocks noChangeAspect="1"/>
          </p:cNvGraphicFramePr>
          <p:nvPr/>
        </p:nvGraphicFramePr>
        <p:xfrm>
          <a:off x="5029200" y="4038600"/>
          <a:ext cx="1295400" cy="490538"/>
        </p:xfrm>
        <a:graphic>
          <a:graphicData uri="http://schemas.openxmlformats.org/presentationml/2006/ole">
            <mc:AlternateContent xmlns:mc="http://schemas.openxmlformats.org/markup-compatibility/2006">
              <mc:Choice xmlns:v="urn:schemas-microsoft-com:vml" Requires="v">
                <p:oleObj spid="_x0000_s52514" name="Equation" r:id="rId5" imgW="1129810" imgH="431613" progId="Equation.3">
                  <p:embed/>
                </p:oleObj>
              </mc:Choice>
              <mc:Fallback>
                <p:oleObj name="Equation" r:id="rId5" imgW="1129810" imgH="431613" progId="Equation.3">
                  <p:embed/>
                  <p:pic>
                    <p:nvPicPr>
                      <p:cNvPr id="0" name="Object 2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038600"/>
                        <a:ext cx="1295400" cy="490538"/>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2234" name="Rectangle 22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52235" name="Object 220"/>
          <p:cNvGraphicFramePr>
            <a:graphicFrameLocks noChangeAspect="1"/>
          </p:cNvGraphicFramePr>
          <p:nvPr/>
        </p:nvGraphicFramePr>
        <p:xfrm>
          <a:off x="609600" y="5638800"/>
          <a:ext cx="5029200" cy="358775"/>
        </p:xfrm>
        <a:graphic>
          <a:graphicData uri="http://schemas.openxmlformats.org/presentationml/2006/ole">
            <mc:AlternateContent xmlns:mc="http://schemas.openxmlformats.org/markup-compatibility/2006">
              <mc:Choice xmlns:v="urn:schemas-microsoft-com:vml" Requires="v">
                <p:oleObj spid="_x0000_s52515" name="Equation" r:id="rId7" imgW="3200400" imgH="228600" progId="Equation.3">
                  <p:embed/>
                </p:oleObj>
              </mc:Choice>
              <mc:Fallback>
                <p:oleObj name="Equation" r:id="rId7" imgW="3200400" imgH="228600" progId="Equation.3">
                  <p:embed/>
                  <p:pic>
                    <p:nvPicPr>
                      <p:cNvPr id="0" name="Object 2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5638800"/>
                        <a:ext cx="5029200" cy="35877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2236" name="Text Box 222"/>
          <p:cNvSpPr txBox="1">
            <a:spLocks noChangeArrowheads="1"/>
          </p:cNvSpPr>
          <p:nvPr/>
        </p:nvSpPr>
        <p:spPr bwMode="auto">
          <a:xfrm>
            <a:off x="5867400" y="5257800"/>
            <a:ext cx="3048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sv-SE" altLang="ja-JP" sz="1400">
                <a:latin typeface="Times New Roman" pitchFamily="18" charset="0"/>
                <a:ea typeface="ＭＳ Ｐゴシック" pitchFamily="34" charset="-128"/>
              </a:rPr>
              <a:t>Để diode luôn phân cực ng</a:t>
            </a:r>
            <a:r>
              <a:rPr lang="vi-VN" altLang="ja-JP" sz="1400">
                <a:latin typeface="Times New Roman" pitchFamily="18" charset="0"/>
                <a:ea typeface="ＭＳ Ｐゴシック" pitchFamily="34" charset="-128"/>
              </a:rPr>
              <a:t>ư</a:t>
            </a:r>
            <a:r>
              <a:rPr lang="sv-SE" altLang="ja-JP" sz="1400">
                <a:latin typeface="Times New Roman" pitchFamily="18" charset="0"/>
                <a:ea typeface="ＭＳ Ｐゴシック" pitchFamily="34" charset="-128"/>
              </a:rPr>
              <a:t>ợc cần thoả mãn </a:t>
            </a:r>
            <a:r>
              <a:rPr lang="vi-VN" altLang="ja-JP" sz="1400">
                <a:latin typeface="Times New Roman" pitchFamily="18" charset="0"/>
                <a:ea typeface="ＭＳ Ｐゴシック" pitchFamily="34" charset="-128"/>
              </a:rPr>
              <a:t>đ</a:t>
            </a:r>
            <a:r>
              <a:rPr lang="sv-SE" altLang="ja-JP" sz="1400">
                <a:latin typeface="Times New Roman" pitchFamily="18" charset="0"/>
                <a:ea typeface="ＭＳ Ｐゴシック" pitchFamily="34" charset="-128"/>
              </a:rPr>
              <a:t>iều kiện:</a:t>
            </a:r>
          </a:p>
          <a:p>
            <a:pPr eaLnBrk="1" hangingPunct="1"/>
            <a:r>
              <a:rPr lang="sv-SE" altLang="ja-JP" sz="1400">
                <a:latin typeface="Times New Roman" pitchFamily="18" charset="0"/>
                <a:ea typeface="ＭＳ Ｐゴシック" pitchFamily="34" charset="-128"/>
              </a:rPr>
              <a:t>U</a:t>
            </a:r>
            <a:r>
              <a:rPr lang="sv-SE" altLang="ja-JP" sz="1400" baseline="-25000">
                <a:latin typeface="Times New Roman" pitchFamily="18" charset="0"/>
                <a:ea typeface="ＭＳ Ｐゴシック" pitchFamily="34" charset="-128"/>
              </a:rPr>
              <a:t>D</a:t>
            </a:r>
            <a:r>
              <a:rPr lang="sv-SE" altLang="ja-JP" sz="1400">
                <a:latin typeface="Times New Roman" pitchFamily="18" charset="0"/>
                <a:ea typeface="ＭＳ Ｐゴシック" pitchFamily="34" charset="-128"/>
              </a:rPr>
              <a:t> = U</a:t>
            </a:r>
            <a:r>
              <a:rPr lang="sv-SE" altLang="ja-JP" sz="1400" baseline="-25000">
                <a:latin typeface="Times New Roman" pitchFamily="18" charset="0"/>
                <a:ea typeface="ＭＳ Ｐゴシック" pitchFamily="34" charset="-128"/>
              </a:rPr>
              <a:t>Dmax</a:t>
            </a:r>
            <a:r>
              <a:rPr lang="sv-SE" altLang="ja-JP" sz="1400">
                <a:latin typeface="Times New Roman" pitchFamily="18" charset="0"/>
                <a:ea typeface="ＭＳ Ｐゴシック" pitchFamily="34" charset="-128"/>
              </a:rPr>
              <a:t> = U</a:t>
            </a:r>
            <a:r>
              <a:rPr lang="sv-SE" altLang="ja-JP" sz="1400" baseline="-25000">
                <a:latin typeface="Times New Roman" pitchFamily="18" charset="0"/>
                <a:ea typeface="ＭＳ Ｐゴシック" pitchFamily="34" charset="-128"/>
              </a:rPr>
              <a:t>mt</a:t>
            </a:r>
            <a:r>
              <a:rPr lang="sv-SE" altLang="ja-JP" sz="1400">
                <a:latin typeface="Times New Roman" pitchFamily="18" charset="0"/>
                <a:ea typeface="ＭＳ Ｐゴシック" pitchFamily="34" charset="-128"/>
              </a:rPr>
              <a:t> – U</a:t>
            </a:r>
            <a:r>
              <a:rPr lang="sv-SE" altLang="ja-JP" sz="1400" baseline="-25000">
                <a:latin typeface="Times New Roman" pitchFamily="18" charset="0"/>
                <a:ea typeface="ＭＳ Ｐゴシック" pitchFamily="34" charset="-128"/>
              </a:rPr>
              <a:t>mS</a:t>
            </a:r>
            <a:r>
              <a:rPr lang="sv-SE" altLang="ja-JP" sz="1400">
                <a:latin typeface="Times New Roman" pitchFamily="18" charset="0"/>
                <a:ea typeface="ＭＳ Ｐゴシック" pitchFamily="34" charset="-128"/>
              </a:rPr>
              <a:t> – Eo </a:t>
            </a:r>
            <a:r>
              <a:rPr lang="sv-SE" altLang="ja-JP" sz="1400">
                <a:latin typeface="Times New Roman" pitchFamily="18" charset="0"/>
                <a:ea typeface="ＭＳ Ｐゴシック" pitchFamily="34" charset="-128"/>
                <a:sym typeface="Symbol" pitchFamily="18" charset="2"/>
              </a:rPr>
              <a:t></a:t>
            </a:r>
            <a:r>
              <a:rPr lang="sv-SE" altLang="ja-JP" sz="1400">
                <a:latin typeface="Times New Roman" pitchFamily="18" charset="0"/>
                <a:ea typeface="ＭＳ Ｐゴシック" pitchFamily="34" charset="-128"/>
              </a:rPr>
              <a:t> 0 và</a:t>
            </a:r>
          </a:p>
          <a:p>
            <a:pPr eaLnBrk="1" hangingPunct="1"/>
            <a:r>
              <a:rPr lang="sv-SE" altLang="ja-JP" sz="1400">
                <a:latin typeface="Times New Roman" pitchFamily="18" charset="0"/>
                <a:ea typeface="ＭＳ Ｐゴシック" pitchFamily="34" charset="-128"/>
              </a:rPr>
              <a:t>U</a:t>
            </a:r>
            <a:r>
              <a:rPr lang="sv-SE" altLang="ja-JP" sz="1400" baseline="-25000">
                <a:latin typeface="Times New Roman" pitchFamily="18" charset="0"/>
                <a:ea typeface="ＭＳ Ｐゴシック" pitchFamily="34" charset="-128"/>
              </a:rPr>
              <a:t>D</a:t>
            </a:r>
            <a:r>
              <a:rPr lang="sv-SE" altLang="ja-JP" sz="1400">
                <a:latin typeface="Times New Roman" pitchFamily="18" charset="0"/>
                <a:ea typeface="ＭＳ Ｐゴシック" pitchFamily="34" charset="-128"/>
              </a:rPr>
              <a:t> = U</a:t>
            </a:r>
            <a:r>
              <a:rPr lang="sv-SE" altLang="ja-JP" sz="1400" baseline="-25000">
                <a:latin typeface="Times New Roman" pitchFamily="18" charset="0"/>
                <a:ea typeface="ＭＳ Ｐゴシック" pitchFamily="34" charset="-128"/>
              </a:rPr>
              <a:t>Dmin</a:t>
            </a:r>
            <a:r>
              <a:rPr lang="sv-SE" altLang="ja-JP" sz="1400">
                <a:latin typeface="Times New Roman" pitchFamily="18" charset="0"/>
                <a:ea typeface="ＭＳ Ｐゴシック" pitchFamily="34" charset="-128"/>
              </a:rPr>
              <a:t> = |-U</a:t>
            </a:r>
            <a:r>
              <a:rPr lang="sv-SE" altLang="ja-JP" sz="1400" baseline="-25000">
                <a:latin typeface="Times New Roman" pitchFamily="18" charset="0"/>
                <a:ea typeface="ＭＳ Ｐゴシック" pitchFamily="34" charset="-128"/>
              </a:rPr>
              <a:t>mt</a:t>
            </a:r>
            <a:r>
              <a:rPr lang="sv-SE" altLang="ja-JP" sz="1400">
                <a:latin typeface="Times New Roman" pitchFamily="18" charset="0"/>
                <a:ea typeface="ＭＳ Ｐゴシック" pitchFamily="34" charset="-128"/>
              </a:rPr>
              <a:t> – U</a:t>
            </a:r>
            <a:r>
              <a:rPr lang="sv-SE" altLang="ja-JP" sz="1400" baseline="-25000">
                <a:latin typeface="Times New Roman" pitchFamily="18" charset="0"/>
                <a:ea typeface="ＭＳ Ｐゴシック" pitchFamily="34" charset="-128"/>
              </a:rPr>
              <a:t>mS</a:t>
            </a:r>
            <a:r>
              <a:rPr lang="sv-SE" altLang="ja-JP" sz="1400">
                <a:latin typeface="Times New Roman" pitchFamily="18" charset="0"/>
                <a:ea typeface="ＭＳ Ｐゴシック" pitchFamily="34" charset="-128"/>
              </a:rPr>
              <a:t> – Eo | </a:t>
            </a:r>
            <a:r>
              <a:rPr lang="sv-SE" altLang="ja-JP" sz="1400">
                <a:latin typeface="Times New Roman" pitchFamily="18" charset="0"/>
                <a:ea typeface="ＭＳ Ｐゴシック" pitchFamily="34" charset="-128"/>
                <a:sym typeface="Symbol" pitchFamily="18" charset="2"/>
              </a:rPr>
              <a:t></a:t>
            </a:r>
            <a:r>
              <a:rPr lang="sv-SE" altLang="ja-JP" sz="1400">
                <a:latin typeface="Times New Roman" pitchFamily="18" charset="0"/>
                <a:ea typeface="ＭＳ Ｐゴシック" pitchFamily="34" charset="-128"/>
              </a:rPr>
              <a:t> U</a:t>
            </a:r>
            <a:r>
              <a:rPr lang="sv-SE" altLang="ja-JP" sz="1400" baseline="-25000">
                <a:latin typeface="Times New Roman" pitchFamily="18" charset="0"/>
                <a:ea typeface="ＭＳ Ｐゴシック" pitchFamily="34" charset="-128"/>
              </a:rPr>
              <a:t>ngcp</a:t>
            </a:r>
            <a:endParaRPr lang="en-US" altLang="en-US" sz="1400" baseline="-25000">
              <a:latin typeface="Times New Roman"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Mạch điều tần</a:t>
            </a:r>
            <a:endParaRPr lang="en-US"/>
          </a:p>
        </p:txBody>
      </p:sp>
      <p:sp>
        <p:nvSpPr>
          <p:cNvPr id="4" name="Date Placeholder 3"/>
          <p:cNvSpPr>
            <a:spLocks noGrp="1"/>
          </p:cNvSpPr>
          <p:nvPr>
            <p:ph type="dt" sz="half" idx="10"/>
          </p:nvPr>
        </p:nvSpPr>
        <p:spPr/>
        <p:txBody>
          <a:bodyPr/>
          <a:lstStyle/>
          <a:p>
            <a:fld id="{290E8DD6-ECA1-4E29-B113-7756F38937D6}" type="datetime1">
              <a:rPr lang="en-US" smtClean="0"/>
              <a:pPr/>
              <a:t>23/12/2019</a:t>
            </a:fld>
            <a:endParaRPr lang="en-US" altLang="en-US"/>
          </a:p>
        </p:txBody>
      </p:sp>
      <p:sp>
        <p:nvSpPr>
          <p:cNvPr id="5" name="Slide Number Placeholder 4"/>
          <p:cNvSpPr>
            <a:spLocks noGrp="1"/>
          </p:cNvSpPr>
          <p:nvPr>
            <p:ph type="sldNum" sz="quarter" idx="12"/>
          </p:nvPr>
        </p:nvSpPr>
        <p:spPr/>
        <p:txBody>
          <a:bodyPr/>
          <a:lstStyle/>
          <a:p>
            <a:fld id="{CBB725D2-6C79-4374-99AE-CE27382E8696}" type="slidenum">
              <a:rPr lang="en-US" altLang="en-US" smtClean="0"/>
              <a:pPr/>
              <a:t>44</a:t>
            </a:fld>
            <a:endParaRPr lang="en-US" altLang="en-US"/>
          </a:p>
        </p:txBody>
      </p:sp>
      <p:pic>
        <p:nvPicPr>
          <p:cNvPr id="593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8851" y="1393389"/>
            <a:ext cx="3886200" cy="2030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7795" y="3733800"/>
            <a:ext cx="5548312" cy="243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40121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Date Placeholder 3"/>
          <p:cNvSpPr>
            <a:spLocks noGrp="1"/>
          </p:cNvSpPr>
          <p:nvPr>
            <p:ph type="dt" sz="quarter" idx="10"/>
          </p:nvPr>
        </p:nvSpPr>
        <p:spPr/>
        <p:txBody>
          <a:bodyPr/>
          <a:lstStyle>
            <a:lvl1pPr>
              <a:defRPr>
                <a:solidFill>
                  <a:schemeClr val="tx1"/>
                </a:solidFill>
                <a:latin typeface="Times New Roman" pitchFamily="18" charset="0"/>
              </a:defRPr>
            </a:lvl1pPr>
            <a:lvl2pPr marL="742950" indent="-285750">
              <a:defRPr>
                <a:solidFill>
                  <a:schemeClr val="tx1"/>
                </a:solidFill>
                <a:latin typeface="Times New Roman" pitchFamily="18" charset="0"/>
              </a:defRPr>
            </a:lvl2pPr>
            <a:lvl3pPr marL="1143000" indent="-228600">
              <a:defRPr>
                <a:solidFill>
                  <a:schemeClr val="tx1"/>
                </a:solidFill>
                <a:latin typeface="Times New Roman" pitchFamily="18" charset="0"/>
              </a:defRPr>
            </a:lvl3pPr>
            <a:lvl4pPr marL="1600200" indent="-228600">
              <a:defRPr>
                <a:solidFill>
                  <a:schemeClr val="tx1"/>
                </a:solidFill>
                <a:latin typeface="Times New Roman" pitchFamily="18" charset="0"/>
              </a:defRPr>
            </a:lvl4pPr>
            <a:lvl5pPr marL="2057400" indent="-22860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fld id="{E7BA7971-B003-41FB-834C-6A223CFAD971}" type="datetime1">
              <a:rPr lang="en-US">
                <a:latin typeface="Arial" pitchFamily="34" charset="0"/>
              </a:rPr>
              <a:pPr/>
              <a:t>23/12/2019</a:t>
            </a:fld>
            <a:endParaRPr lang="en-US" altLang="en-US">
              <a:latin typeface="Arial" pitchFamily="34" charset="0"/>
            </a:endParaRPr>
          </a:p>
        </p:txBody>
      </p:sp>
      <p:sp>
        <p:nvSpPr>
          <p:cNvPr id="532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fld id="{C8958373-FEE2-4461-B416-8123B1AD7C85}" type="slidenum">
              <a:rPr lang="en-US" altLang="en-US" sz="1000"/>
              <a:pPr/>
              <a:t>45</a:t>
            </a:fld>
            <a:endParaRPr lang="en-US" altLang="en-US" sz="1000"/>
          </a:p>
        </p:txBody>
      </p:sp>
      <p:sp>
        <p:nvSpPr>
          <p:cNvPr id="53251" name="Rectangle 2"/>
          <p:cNvSpPr>
            <a:spLocks noGrp="1" noChangeArrowheads="1"/>
          </p:cNvSpPr>
          <p:nvPr>
            <p:ph type="title"/>
          </p:nvPr>
        </p:nvSpPr>
        <p:spPr>
          <a:xfrm>
            <a:off x="457200" y="122238"/>
            <a:ext cx="7543800" cy="792162"/>
          </a:xfrm>
        </p:spPr>
        <p:txBody>
          <a:bodyPr/>
          <a:lstStyle/>
          <a:p>
            <a:pPr marL="742950" indent="-742950" eaLnBrk="1" hangingPunct="1"/>
            <a:r>
              <a:rPr lang="sv-SE" altLang="ja-JP" b="0" smtClean="0">
                <a:latin typeface="Times New Roman" pitchFamily="18" charset="0"/>
                <a:ea typeface="ＭＳ Ｐゴシック" pitchFamily="34" charset="-128"/>
              </a:rPr>
              <a:t>Mạch </a:t>
            </a:r>
            <a:r>
              <a:rPr lang="vi-VN" altLang="ja-JP" b="0" smtClean="0">
                <a:latin typeface="Times New Roman" pitchFamily="18" charset="0"/>
                <a:ea typeface="ＭＳ Ｐゴシック" pitchFamily="34" charset="-128"/>
              </a:rPr>
              <a:t>đ</a:t>
            </a:r>
            <a:r>
              <a:rPr lang="sv-SE" altLang="ja-JP" b="0" smtClean="0">
                <a:latin typeface="Times New Roman" pitchFamily="18" charset="0"/>
                <a:ea typeface="ＭＳ Ｐゴシック" pitchFamily="34" charset="-128"/>
              </a:rPr>
              <a:t>iều pha</a:t>
            </a:r>
            <a:endParaRPr lang="en-US" altLang="en-US" smtClean="0">
              <a:latin typeface="Times New Roman" pitchFamily="18" charset="0"/>
            </a:endParaRPr>
          </a:p>
        </p:txBody>
      </p:sp>
      <p:sp>
        <p:nvSpPr>
          <p:cNvPr id="53252" name="Rectangle 3"/>
          <p:cNvSpPr>
            <a:spLocks noGrp="1" noChangeArrowheads="1"/>
          </p:cNvSpPr>
          <p:nvPr>
            <p:ph type="body" idx="1"/>
          </p:nvPr>
        </p:nvSpPr>
        <p:spPr>
          <a:xfrm>
            <a:off x="381000" y="838200"/>
            <a:ext cx="8534400" cy="5562600"/>
          </a:xfrm>
        </p:spPr>
        <p:txBody>
          <a:bodyPr/>
          <a:lstStyle/>
          <a:p>
            <a:pPr eaLnBrk="1" hangingPunct="1"/>
            <a:r>
              <a:rPr lang="sv-SE" altLang="ja-JP" sz="1800" smtClean="0">
                <a:latin typeface="Times New Roman" pitchFamily="18" charset="0"/>
                <a:ea typeface="ＭＳ Ｐゴシック" pitchFamily="34" charset="-128"/>
              </a:rPr>
              <a:t>S</a:t>
            </a:r>
            <a:r>
              <a:rPr lang="vi-VN" altLang="ja-JP" sz="1800" smtClean="0">
                <a:latin typeface="Times New Roman" pitchFamily="18" charset="0"/>
                <a:ea typeface="ＭＳ Ｐゴシック" pitchFamily="34" charset="-128"/>
              </a:rPr>
              <a:t>ơ</a:t>
            </a:r>
            <a:r>
              <a:rPr lang="sv-SE" altLang="ja-JP" sz="1800" smtClean="0">
                <a:latin typeface="Times New Roman" pitchFamily="18" charset="0"/>
                <a:ea typeface="ＭＳ Ｐゴシック" pitchFamily="34" charset="-128"/>
              </a:rPr>
              <a:t>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ồ khối mạch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pha Amstrong</a:t>
            </a:r>
            <a:r>
              <a:rPr lang="en-US" altLang="ja-JP" sz="1800" smtClean="0">
                <a:latin typeface="Times New Roman" pitchFamily="18" charset="0"/>
                <a:ea typeface="ＭＳ Ｐゴシック" pitchFamily="34" charset="-128"/>
              </a:rPr>
              <a:t> </a:t>
            </a:r>
          </a:p>
          <a:p>
            <a:pPr eaLnBrk="1" hangingPunct="1"/>
            <a:endParaRPr lang="en-US" altLang="ja-JP" sz="1800" smtClean="0">
              <a:latin typeface="Times New Roman" pitchFamily="18" charset="0"/>
              <a:ea typeface="ＭＳ Ｐゴシック" pitchFamily="34" charset="-128"/>
            </a:endParaRPr>
          </a:p>
          <a:p>
            <a:pPr eaLnBrk="1" hangingPunct="1"/>
            <a:endParaRPr lang="en-US" altLang="ja-JP" sz="1800" smtClean="0">
              <a:latin typeface="Times New Roman" pitchFamily="18" charset="0"/>
              <a:ea typeface="ＭＳ Ｐゴシック" pitchFamily="34" charset="-128"/>
            </a:endParaRPr>
          </a:p>
          <a:p>
            <a:pPr eaLnBrk="1" hangingPunct="1"/>
            <a:endParaRPr lang="en-US" altLang="ja-JP" sz="1800" smtClean="0">
              <a:latin typeface="Times New Roman" pitchFamily="18" charset="0"/>
              <a:ea typeface="ＭＳ Ｐゴシック" pitchFamily="34" charset="-128"/>
            </a:endParaRPr>
          </a:p>
          <a:p>
            <a:pPr eaLnBrk="1" hangingPunct="1">
              <a:buFont typeface="Wingdings" pitchFamily="2" charset="2"/>
              <a:buNone/>
            </a:pPr>
            <a:endParaRPr lang="en-US" altLang="ja-JP" sz="1800" smtClean="0">
              <a:latin typeface="Times New Roman" pitchFamily="18" charset="0"/>
              <a:ea typeface="ＭＳ Ｐゴシック" pitchFamily="34" charset="-128"/>
            </a:endParaRPr>
          </a:p>
          <a:p>
            <a:pPr eaLnBrk="1" hangingPunct="1"/>
            <a:endParaRPr lang="sv-SE" altLang="ja-JP" sz="1800" smtClean="0">
              <a:latin typeface="Times New Roman" pitchFamily="18" charset="0"/>
              <a:ea typeface="ＭＳ Ｐゴシック" pitchFamily="34" charset="-128"/>
            </a:endParaRPr>
          </a:p>
          <a:p>
            <a:pPr eaLnBrk="1" hangingPunct="1"/>
            <a:endParaRPr lang="sv-SE" altLang="ja-JP" sz="1800" smtClean="0">
              <a:latin typeface="Times New Roman" pitchFamily="18" charset="0"/>
              <a:ea typeface="ＭＳ Ｐゴシック" pitchFamily="34" charset="-128"/>
            </a:endParaRPr>
          </a:p>
          <a:p>
            <a:pPr eaLnBrk="1" hangingPunct="1"/>
            <a:endParaRPr lang="sv-SE" altLang="ja-JP" sz="1800" smtClean="0">
              <a:latin typeface="Times New Roman" pitchFamily="18" charset="0"/>
              <a:ea typeface="ＭＳ Ｐゴシック" pitchFamily="34" charset="-128"/>
            </a:endParaRPr>
          </a:p>
          <a:p>
            <a:pPr eaLnBrk="1" hangingPunct="1"/>
            <a:endParaRPr lang="sv-SE" altLang="ja-JP" sz="1800" smtClean="0">
              <a:latin typeface="Times New Roman" pitchFamily="18" charset="0"/>
              <a:ea typeface="ＭＳ Ｐゴシック" pitchFamily="34" charset="-128"/>
            </a:endParaRPr>
          </a:p>
          <a:p>
            <a:pPr eaLnBrk="1" hangingPunct="1"/>
            <a:r>
              <a:rPr lang="sv-SE" altLang="ja-JP" sz="1800" smtClean="0">
                <a:latin typeface="Times New Roman" pitchFamily="18" charset="0"/>
                <a:ea typeface="ＭＳ Ｐゴシック" pitchFamily="34" charset="-128"/>
              </a:rPr>
              <a:t>Nguyên tắc: tải tin từ bộ tạo dao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ộng thạch anh </a:t>
            </a:r>
            <a:r>
              <a:rPr lang="sv-SE" altLang="ja-JP" sz="1800" smtClean="0">
                <a:latin typeface="Times New Roman" pitchFamily="18" charset="0"/>
                <a:ea typeface="ＭＳ Ｐゴシック" pitchFamily="34" charset="-128"/>
                <a:sym typeface="Wingdings" pitchFamily="2" charset="2"/>
              </a:rPr>
              <a:t></a:t>
            </a:r>
            <a:r>
              <a:rPr lang="sv-SE" altLang="ja-JP" sz="1800" smtClean="0">
                <a:latin typeface="Times New Roman" pitchFamily="18" charset="0"/>
                <a:ea typeface="ＭＳ Ｐゴシック" pitchFamily="34" charset="-128"/>
              </a:rPr>
              <a:t> bộ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biên ĐB1 và ĐB2 lệch pha 90</a:t>
            </a:r>
            <a:r>
              <a:rPr lang="sv-SE" altLang="ja-JP" sz="1800" baseline="30000" smtClean="0">
                <a:latin typeface="Times New Roman" pitchFamily="18" charset="0"/>
                <a:ea typeface="ＭＳ Ｐゴシック" pitchFamily="34" charset="-128"/>
              </a:rPr>
              <a:t>0</a:t>
            </a:r>
            <a:r>
              <a:rPr lang="sv-SE" altLang="ja-JP" sz="1800" smtClean="0">
                <a:latin typeface="Times New Roman" pitchFamily="18" charset="0"/>
                <a:ea typeface="ＭＳ Ｐゴシック" pitchFamily="34" charset="-128"/>
              </a:rPr>
              <a:t>. Tín hiệu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chế U</a:t>
            </a:r>
            <a:r>
              <a:rPr lang="sv-SE" altLang="ja-JP" sz="1800" baseline="-25000" smtClean="0">
                <a:latin typeface="Times New Roman" pitchFamily="18" charset="0"/>
                <a:ea typeface="ＭＳ Ｐゴシック" pitchFamily="34" charset="-128"/>
              </a:rPr>
              <a:t>S </a:t>
            </a:r>
            <a:r>
              <a:rPr lang="vi-VN" altLang="ja-JP" sz="1800" smtClean="0">
                <a:latin typeface="Times New Roman" pitchFamily="18" charset="0"/>
                <a:ea typeface="ＭＳ Ｐゴシック" pitchFamily="34" charset="-128"/>
              </a:rPr>
              <a:t>đư</a:t>
            </a:r>
            <a:r>
              <a:rPr lang="sv-SE" altLang="ja-JP" sz="1800" smtClean="0">
                <a:latin typeface="Times New Roman" pitchFamily="18" charset="0"/>
                <a:ea typeface="ＭＳ Ｐゴシック" pitchFamily="34" charset="-128"/>
              </a:rPr>
              <a:t>a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ến 2 mạch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biên ng</a:t>
            </a:r>
            <a:r>
              <a:rPr lang="vi-VN" altLang="ja-JP" sz="1800" smtClean="0">
                <a:latin typeface="Times New Roman" pitchFamily="18" charset="0"/>
                <a:ea typeface="ＭＳ Ｐゴシック" pitchFamily="34" charset="-128"/>
              </a:rPr>
              <a:t>ư</a:t>
            </a:r>
            <a:r>
              <a:rPr lang="sv-SE" altLang="ja-JP" sz="1800" smtClean="0">
                <a:latin typeface="Times New Roman" pitchFamily="18" charset="0"/>
                <a:ea typeface="ＭＳ Ｐゴシック" pitchFamily="34" charset="-128"/>
              </a:rPr>
              <a:t>ợc pha.</a:t>
            </a:r>
          </a:p>
          <a:p>
            <a:pPr eaLnBrk="1" hangingPunct="1"/>
            <a:r>
              <a:rPr lang="sv-SE" altLang="ja-JP" sz="1800" smtClean="0">
                <a:latin typeface="Times New Roman" pitchFamily="18" charset="0"/>
                <a:ea typeface="ＭＳ Ｐゴシック" pitchFamily="34" charset="-128"/>
              </a:rPr>
              <a:t> Điện áp ra trên 2 bộ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biên là:</a:t>
            </a:r>
          </a:p>
          <a:p>
            <a:pPr lvl="1" eaLnBrk="1" hangingPunct="1"/>
            <a:r>
              <a:rPr lang="en-US" altLang="en-US" sz="1800" smtClean="0">
                <a:latin typeface="Times New Roman" pitchFamily="18" charset="0"/>
              </a:rPr>
              <a:t>u</a:t>
            </a:r>
            <a:r>
              <a:rPr lang="vi-VN" altLang="en-US" sz="1800" baseline="-25000" smtClean="0">
                <a:latin typeface="Times New Roman" pitchFamily="18" charset="0"/>
              </a:rPr>
              <a:t>đ</a:t>
            </a:r>
            <a:r>
              <a:rPr lang="en-US" altLang="en-US" sz="1800" baseline="-25000" smtClean="0">
                <a:latin typeface="Times New Roman" pitchFamily="18" charset="0"/>
              </a:rPr>
              <a:t>B1</a:t>
            </a:r>
            <a:r>
              <a:rPr lang="en-US" altLang="en-US" sz="1800" smtClean="0">
                <a:latin typeface="Times New Roman" pitchFamily="18" charset="0"/>
              </a:rPr>
              <a:t>=U</a:t>
            </a:r>
            <a:r>
              <a:rPr lang="en-US" altLang="en-US" sz="1800" baseline="-25000" smtClean="0">
                <a:latin typeface="Times New Roman" pitchFamily="18" charset="0"/>
              </a:rPr>
              <a:t>t1</a:t>
            </a:r>
            <a:r>
              <a:rPr lang="en-US" altLang="en-US" sz="1800" smtClean="0">
                <a:latin typeface="Times New Roman" pitchFamily="18" charset="0"/>
              </a:rPr>
              <a:t>(1+mcos</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s</a:t>
            </a:r>
            <a:r>
              <a:rPr lang="en-US" altLang="en-US" sz="1800" smtClean="0">
                <a:latin typeface="Times New Roman" pitchFamily="18" charset="0"/>
              </a:rPr>
              <a:t>t)cos</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t=U</a:t>
            </a:r>
            <a:r>
              <a:rPr lang="en-US" altLang="en-US" sz="1800" baseline="-25000" smtClean="0">
                <a:latin typeface="Times New Roman" pitchFamily="18" charset="0"/>
              </a:rPr>
              <a:t>t1</a:t>
            </a:r>
            <a:r>
              <a:rPr lang="en-US" altLang="en-US" sz="1800" smtClean="0">
                <a:latin typeface="Times New Roman" pitchFamily="18" charset="0"/>
              </a:rPr>
              <a:t> cos</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t + mU</a:t>
            </a:r>
            <a:r>
              <a:rPr lang="en-US" altLang="en-US" sz="1800" baseline="-25000" smtClean="0">
                <a:latin typeface="Times New Roman" pitchFamily="18" charset="0"/>
              </a:rPr>
              <a:t>t1</a:t>
            </a:r>
            <a:r>
              <a:rPr lang="en-US" altLang="en-US" sz="1800" smtClean="0">
                <a:latin typeface="Times New Roman" pitchFamily="18" charset="0"/>
              </a:rPr>
              <a:t>/2[cos(</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 +</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s</a:t>
            </a:r>
            <a:r>
              <a:rPr lang="en-US" altLang="en-US" sz="1800" smtClean="0">
                <a:latin typeface="Times New Roman" pitchFamily="18" charset="0"/>
              </a:rPr>
              <a:t>)t+cos(</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 - </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s</a:t>
            </a:r>
            <a:r>
              <a:rPr lang="en-US" altLang="en-US" sz="1800" smtClean="0">
                <a:latin typeface="Times New Roman" pitchFamily="18" charset="0"/>
              </a:rPr>
              <a:t>)t]</a:t>
            </a:r>
          </a:p>
          <a:p>
            <a:pPr lvl="1" eaLnBrk="1" hangingPunct="1"/>
            <a:r>
              <a:rPr lang="en-US" altLang="en-US" sz="1800" smtClean="0">
                <a:latin typeface="Times New Roman" pitchFamily="18" charset="0"/>
              </a:rPr>
              <a:t>u</a:t>
            </a:r>
            <a:r>
              <a:rPr lang="vi-VN" altLang="en-US" sz="1800" baseline="-25000" smtClean="0">
                <a:latin typeface="Times New Roman" pitchFamily="18" charset="0"/>
              </a:rPr>
              <a:t>đ</a:t>
            </a:r>
            <a:r>
              <a:rPr lang="en-US" altLang="en-US" sz="1800" baseline="-25000" smtClean="0">
                <a:latin typeface="Times New Roman" pitchFamily="18" charset="0"/>
              </a:rPr>
              <a:t>B2</a:t>
            </a:r>
            <a:r>
              <a:rPr lang="en-US" altLang="en-US" sz="1800" smtClean="0">
                <a:latin typeface="Times New Roman" pitchFamily="18" charset="0"/>
              </a:rPr>
              <a:t>=U</a:t>
            </a:r>
            <a:r>
              <a:rPr lang="en-US" altLang="en-US" sz="1800" baseline="-25000" smtClean="0">
                <a:latin typeface="Times New Roman" pitchFamily="18" charset="0"/>
              </a:rPr>
              <a:t>t2</a:t>
            </a:r>
            <a:r>
              <a:rPr lang="en-US" altLang="en-US" sz="1800" smtClean="0">
                <a:latin typeface="Times New Roman" pitchFamily="18" charset="0"/>
              </a:rPr>
              <a:t>(1- mcos</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s</a:t>
            </a:r>
            <a:r>
              <a:rPr lang="en-US" altLang="en-US" sz="1800" smtClean="0">
                <a:latin typeface="Times New Roman" pitchFamily="18" charset="0"/>
              </a:rPr>
              <a:t>t)sin</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t=U</a:t>
            </a:r>
            <a:r>
              <a:rPr lang="en-US" altLang="en-US" sz="1800" baseline="-25000" smtClean="0">
                <a:latin typeface="Times New Roman" pitchFamily="18" charset="0"/>
              </a:rPr>
              <a:t>t2</a:t>
            </a:r>
            <a:r>
              <a:rPr lang="en-US" altLang="en-US" sz="1800" smtClean="0">
                <a:latin typeface="Times New Roman" pitchFamily="18" charset="0"/>
              </a:rPr>
              <a:t> sin</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t -  mU</a:t>
            </a:r>
            <a:r>
              <a:rPr lang="en-US" altLang="en-US" sz="1800" baseline="-25000" smtClean="0">
                <a:latin typeface="Times New Roman" pitchFamily="18" charset="0"/>
              </a:rPr>
              <a:t>t2</a:t>
            </a:r>
            <a:r>
              <a:rPr lang="en-US" altLang="en-US" sz="1800" smtClean="0">
                <a:latin typeface="Times New Roman" pitchFamily="18" charset="0"/>
              </a:rPr>
              <a:t>/2[sin(</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 +</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s</a:t>
            </a:r>
            <a:r>
              <a:rPr lang="en-US" altLang="en-US" sz="1800" smtClean="0">
                <a:latin typeface="Times New Roman" pitchFamily="18" charset="0"/>
              </a:rPr>
              <a:t>)t+sin(</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t</a:t>
            </a:r>
            <a:r>
              <a:rPr lang="en-US" altLang="en-US" sz="1800" smtClean="0">
                <a:latin typeface="Times New Roman" pitchFamily="18" charset="0"/>
              </a:rPr>
              <a:t> - </a:t>
            </a:r>
            <a:r>
              <a:rPr lang="en-US" altLang="en-US" sz="1800" smtClean="0">
                <a:latin typeface="Times New Roman" pitchFamily="18" charset="0"/>
                <a:sym typeface="Symbol" pitchFamily="18" charset="2"/>
              </a:rPr>
              <a:t></a:t>
            </a:r>
            <a:r>
              <a:rPr lang="en-US" altLang="en-US" sz="1800" baseline="-25000" smtClean="0">
                <a:latin typeface="Times New Roman" pitchFamily="18" charset="0"/>
              </a:rPr>
              <a:t>s</a:t>
            </a:r>
            <a:r>
              <a:rPr lang="en-US" altLang="en-US" sz="1800" smtClean="0">
                <a:latin typeface="Times New Roman" pitchFamily="18" charset="0"/>
              </a:rPr>
              <a:t>)t] </a:t>
            </a:r>
          </a:p>
          <a:p>
            <a:pPr lvl="1" eaLnBrk="1" hangingPunct="1"/>
            <a:r>
              <a:rPr lang="sv-SE" altLang="ja-JP" sz="1800" smtClean="0">
                <a:latin typeface="Times New Roman" pitchFamily="18" charset="0"/>
                <a:ea typeface="ＭＳ Ｐゴシック" pitchFamily="34" charset="-128"/>
              </a:rPr>
              <a:t>Tổng U= U</a:t>
            </a:r>
            <a:r>
              <a:rPr lang="vi-VN" altLang="ja-JP" sz="1800" baseline="-25000" smtClean="0">
                <a:latin typeface="Times New Roman" pitchFamily="18" charset="0"/>
                <a:ea typeface="ＭＳ Ｐゴシック" pitchFamily="34" charset="-128"/>
              </a:rPr>
              <a:t>đ</a:t>
            </a:r>
            <a:r>
              <a:rPr lang="sv-SE" altLang="ja-JP" sz="1800" baseline="-25000" smtClean="0">
                <a:latin typeface="Times New Roman" pitchFamily="18" charset="0"/>
                <a:ea typeface="ＭＳ Ｐゴシック" pitchFamily="34" charset="-128"/>
              </a:rPr>
              <a:t>b1</a:t>
            </a:r>
            <a:r>
              <a:rPr lang="sv-SE" altLang="ja-JP" sz="1800" smtClean="0">
                <a:latin typeface="Times New Roman" pitchFamily="18" charset="0"/>
                <a:ea typeface="ＭＳ Ｐゴシック" pitchFamily="34" charset="-128"/>
              </a:rPr>
              <a:t> + U</a:t>
            </a:r>
            <a:r>
              <a:rPr lang="vi-VN" altLang="ja-JP" sz="1800" baseline="-25000" smtClean="0">
                <a:latin typeface="Times New Roman" pitchFamily="18" charset="0"/>
                <a:ea typeface="ＭＳ Ｐゴシック" pitchFamily="34" charset="-128"/>
              </a:rPr>
              <a:t>đ</a:t>
            </a:r>
            <a:r>
              <a:rPr lang="sv-SE" altLang="ja-JP" sz="1800" baseline="-25000" smtClean="0">
                <a:latin typeface="Times New Roman" pitchFamily="18" charset="0"/>
                <a:ea typeface="ＭＳ Ｐゴシック" pitchFamily="34" charset="-128"/>
              </a:rPr>
              <a:t>b2</a:t>
            </a:r>
            <a:r>
              <a:rPr lang="sv-SE" altLang="ja-JP" sz="1800" smtClean="0">
                <a:latin typeface="Times New Roman" pitchFamily="18" charset="0"/>
                <a:ea typeface="ＭＳ Ｐゴシック" pitchFamily="34" charset="-128"/>
              </a:rPr>
              <a:t> là một dao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ộng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iều chế về pha và biên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ộ. Mạch có nh</a:t>
            </a:r>
            <a:r>
              <a:rPr lang="vi-VN" altLang="ja-JP" sz="1800" smtClean="0">
                <a:latin typeface="Times New Roman" pitchFamily="18" charset="0"/>
                <a:ea typeface="ＭＳ Ｐゴシック" pitchFamily="34" charset="-128"/>
              </a:rPr>
              <a:t>ư</a:t>
            </a:r>
            <a:r>
              <a:rPr lang="sv-SE" altLang="ja-JP" sz="1800" smtClean="0">
                <a:latin typeface="Times New Roman" pitchFamily="18" charset="0"/>
                <a:ea typeface="ＭＳ Ｐゴシック" pitchFamily="34" charset="-128"/>
              </a:rPr>
              <a:t>ợc </a:t>
            </a:r>
            <a:r>
              <a:rPr lang="vi-VN" altLang="ja-JP" sz="1800" smtClean="0">
                <a:latin typeface="Times New Roman" pitchFamily="18" charset="0"/>
                <a:ea typeface="ＭＳ Ｐゴシック" pitchFamily="34" charset="-128"/>
              </a:rPr>
              <a:t>đ</a:t>
            </a:r>
            <a:r>
              <a:rPr lang="sv-SE" altLang="ja-JP" sz="1800" smtClean="0">
                <a:latin typeface="Times New Roman" pitchFamily="18" charset="0"/>
                <a:ea typeface="ＭＳ Ｐゴシック" pitchFamily="34" charset="-128"/>
              </a:rPr>
              <a:t>iểm là l</a:t>
            </a:r>
            <a:r>
              <a:rPr lang="vi-VN" altLang="ja-JP" sz="1800" smtClean="0">
                <a:latin typeface="Times New Roman" pitchFamily="18" charset="0"/>
                <a:ea typeface="ＭＳ Ｐゴシック" pitchFamily="34" charset="-128"/>
              </a:rPr>
              <a:t>ư</a:t>
            </a:r>
            <a:r>
              <a:rPr lang="sv-SE" altLang="ja-JP" sz="1800" smtClean="0">
                <a:latin typeface="Times New Roman" pitchFamily="18" charset="0"/>
                <a:ea typeface="ＭＳ Ｐゴシック" pitchFamily="34" charset="-128"/>
              </a:rPr>
              <a:t>ợng di pha nhỏ.</a:t>
            </a:r>
            <a:r>
              <a:rPr lang="en-US" altLang="en-US" sz="1800" smtClean="0">
                <a:latin typeface="Times New Roman" pitchFamily="18" charset="0"/>
              </a:rPr>
              <a:t>	</a:t>
            </a:r>
          </a:p>
        </p:txBody>
      </p:sp>
      <p:grpSp>
        <p:nvGrpSpPr>
          <p:cNvPr id="53253" name="Group 53"/>
          <p:cNvGrpSpPr>
            <a:grpSpLocks/>
          </p:cNvGrpSpPr>
          <p:nvPr/>
        </p:nvGrpSpPr>
        <p:grpSpPr bwMode="auto">
          <a:xfrm>
            <a:off x="1752600" y="1447800"/>
            <a:ext cx="6019800" cy="2387600"/>
            <a:chOff x="672" y="768"/>
            <a:chExt cx="3792" cy="1504"/>
          </a:xfrm>
        </p:grpSpPr>
        <p:grpSp>
          <p:nvGrpSpPr>
            <p:cNvPr id="53254" name="Group 52"/>
            <p:cNvGrpSpPr>
              <a:grpSpLocks/>
            </p:cNvGrpSpPr>
            <p:nvPr/>
          </p:nvGrpSpPr>
          <p:grpSpPr bwMode="auto">
            <a:xfrm>
              <a:off x="672" y="768"/>
              <a:ext cx="3792" cy="1504"/>
              <a:chOff x="672" y="1056"/>
              <a:chExt cx="3792" cy="1504"/>
            </a:xfrm>
          </p:grpSpPr>
          <p:grpSp>
            <p:nvGrpSpPr>
              <p:cNvPr id="53259" name="Group 5"/>
              <p:cNvGrpSpPr>
                <a:grpSpLocks/>
              </p:cNvGrpSpPr>
              <p:nvPr/>
            </p:nvGrpSpPr>
            <p:grpSpPr bwMode="auto">
              <a:xfrm>
                <a:off x="2114" y="1570"/>
                <a:ext cx="223" cy="333"/>
                <a:chOff x="4151" y="4659"/>
                <a:chExt cx="480" cy="834"/>
              </a:xfrm>
            </p:grpSpPr>
            <p:sp>
              <p:nvSpPr>
                <p:cNvPr id="53283" name="Oval 6"/>
                <p:cNvSpPr>
                  <a:spLocks noChangeArrowheads="1"/>
                </p:cNvSpPr>
                <p:nvPr/>
              </p:nvSpPr>
              <p:spPr bwMode="auto">
                <a:xfrm>
                  <a:off x="4551" y="5409"/>
                  <a:ext cx="80" cy="84"/>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3284" name="Oval 7"/>
                <p:cNvSpPr>
                  <a:spLocks noChangeArrowheads="1"/>
                </p:cNvSpPr>
                <p:nvPr/>
              </p:nvSpPr>
              <p:spPr bwMode="auto">
                <a:xfrm>
                  <a:off x="4551" y="4659"/>
                  <a:ext cx="80" cy="84"/>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3285" name="Oval 8"/>
                <p:cNvSpPr>
                  <a:spLocks noChangeArrowheads="1"/>
                </p:cNvSpPr>
                <p:nvPr/>
              </p:nvSpPr>
              <p:spPr bwMode="auto">
                <a:xfrm>
                  <a:off x="4151" y="5409"/>
                  <a:ext cx="79" cy="84"/>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3286" name="Oval 9"/>
                <p:cNvSpPr>
                  <a:spLocks noChangeArrowheads="1"/>
                </p:cNvSpPr>
                <p:nvPr/>
              </p:nvSpPr>
              <p:spPr bwMode="auto">
                <a:xfrm>
                  <a:off x="4151" y="4659"/>
                  <a:ext cx="79" cy="84"/>
                </a:xfrm>
                <a:prstGeom prst="ellipse">
                  <a:avLst/>
                </a:prstGeom>
                <a:solidFill>
                  <a:srgbClr val="000000"/>
                </a:solidFill>
                <a:ln w="7620">
                  <a:solidFill>
                    <a:srgbClr val="000000"/>
                  </a:solidFill>
                  <a:round/>
                  <a:headEnd/>
                  <a:tailEnd/>
                </a:ln>
              </p:spPr>
              <p:txBody>
                <a:bodyPr/>
                <a:lstStyle/>
                <a:p>
                  <a:pPr eaLnBrk="1" hangingPunct="1"/>
                  <a:endParaRPr lang="en-US" altLang="en-US"/>
                </a:p>
              </p:txBody>
            </p:sp>
            <p:sp>
              <p:nvSpPr>
                <p:cNvPr id="53287" name="Arc 10"/>
                <p:cNvSpPr>
                  <a:spLocks/>
                </p:cNvSpPr>
                <p:nvPr/>
              </p:nvSpPr>
              <p:spPr bwMode="auto">
                <a:xfrm>
                  <a:off x="4180" y="4828"/>
                  <a:ext cx="130" cy="145"/>
                </a:xfrm>
                <a:custGeom>
                  <a:avLst/>
                  <a:gdLst>
                    <a:gd name="T0" fmla="*/ 0 w 21600"/>
                    <a:gd name="T1" fmla="*/ 0 h 43099"/>
                    <a:gd name="T2" fmla="*/ 0 w 21600"/>
                    <a:gd name="T3" fmla="*/ 0 h 43099"/>
                    <a:gd name="T4" fmla="*/ 0 w 21600"/>
                    <a:gd name="T5" fmla="*/ 0 h 43099"/>
                    <a:gd name="T6" fmla="*/ 0 60000 65536"/>
                    <a:gd name="T7" fmla="*/ 0 60000 65536"/>
                    <a:gd name="T8" fmla="*/ 0 60000 65536"/>
                    <a:gd name="T9" fmla="*/ 0 w 21600"/>
                    <a:gd name="T10" fmla="*/ 0 h 43099"/>
                    <a:gd name="T11" fmla="*/ 21600 w 21600"/>
                    <a:gd name="T12" fmla="*/ 43099 h 43099"/>
                  </a:gdLst>
                  <a:ahLst/>
                  <a:cxnLst>
                    <a:cxn ang="T6">
                      <a:pos x="T0" y="T1"/>
                    </a:cxn>
                    <a:cxn ang="T7">
                      <a:pos x="T2" y="T3"/>
                    </a:cxn>
                    <a:cxn ang="T8">
                      <a:pos x="T4" y="T5"/>
                    </a:cxn>
                  </a:cxnLst>
                  <a:rect l="T9" t="T10" r="T11" b="T12"/>
                  <a:pathLst>
                    <a:path w="21600" h="43099" fill="none" extrusionOk="0">
                      <a:moveTo>
                        <a:pt x="1636" y="0"/>
                      </a:moveTo>
                      <a:cubicBezTo>
                        <a:pt x="12898" y="856"/>
                        <a:pt x="21600" y="10243"/>
                        <a:pt x="21600" y="21538"/>
                      </a:cubicBezTo>
                      <a:cubicBezTo>
                        <a:pt x="21600" y="32962"/>
                        <a:pt x="12703" y="42411"/>
                        <a:pt x="1298" y="43098"/>
                      </a:cubicBezTo>
                    </a:path>
                    <a:path w="21600" h="43099" stroke="0" extrusionOk="0">
                      <a:moveTo>
                        <a:pt x="1636" y="0"/>
                      </a:moveTo>
                      <a:cubicBezTo>
                        <a:pt x="12898" y="856"/>
                        <a:pt x="21600" y="10243"/>
                        <a:pt x="21600" y="21538"/>
                      </a:cubicBezTo>
                      <a:cubicBezTo>
                        <a:pt x="21600" y="32962"/>
                        <a:pt x="12703" y="42411"/>
                        <a:pt x="1298" y="43098"/>
                      </a:cubicBezTo>
                      <a:lnTo>
                        <a:pt x="0" y="21538"/>
                      </a:lnTo>
                      <a:lnTo>
                        <a:pt x="1636" y="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288" name="Arc 11"/>
                <p:cNvSpPr>
                  <a:spLocks/>
                </p:cNvSpPr>
                <p:nvPr/>
              </p:nvSpPr>
              <p:spPr bwMode="auto">
                <a:xfrm>
                  <a:off x="4180" y="4992"/>
                  <a:ext cx="130" cy="146"/>
                </a:xfrm>
                <a:custGeom>
                  <a:avLst/>
                  <a:gdLst>
                    <a:gd name="T0" fmla="*/ 0 w 21600"/>
                    <a:gd name="T1" fmla="*/ 0 h 43097"/>
                    <a:gd name="T2" fmla="*/ 0 w 21600"/>
                    <a:gd name="T3" fmla="*/ 0 h 43097"/>
                    <a:gd name="T4" fmla="*/ 0 w 21600"/>
                    <a:gd name="T5" fmla="*/ 0 h 43097"/>
                    <a:gd name="T6" fmla="*/ 0 60000 65536"/>
                    <a:gd name="T7" fmla="*/ 0 60000 65536"/>
                    <a:gd name="T8" fmla="*/ 0 60000 65536"/>
                    <a:gd name="T9" fmla="*/ 0 w 21600"/>
                    <a:gd name="T10" fmla="*/ 0 h 43097"/>
                    <a:gd name="T11" fmla="*/ 21600 w 21600"/>
                    <a:gd name="T12" fmla="*/ 43097 h 43097"/>
                  </a:gdLst>
                  <a:ahLst/>
                  <a:cxnLst>
                    <a:cxn ang="T6">
                      <a:pos x="T0" y="T1"/>
                    </a:cxn>
                    <a:cxn ang="T7">
                      <a:pos x="T2" y="T3"/>
                    </a:cxn>
                    <a:cxn ang="T8">
                      <a:pos x="T4" y="T5"/>
                    </a:cxn>
                  </a:cxnLst>
                  <a:rect l="T9" t="T10" r="T11" b="T12"/>
                  <a:pathLst>
                    <a:path w="21600" h="43097" fill="none" extrusionOk="0">
                      <a:moveTo>
                        <a:pt x="1657" y="-1"/>
                      </a:moveTo>
                      <a:cubicBezTo>
                        <a:pt x="12910" y="865"/>
                        <a:pt x="21600" y="10249"/>
                        <a:pt x="21600" y="21536"/>
                      </a:cubicBezTo>
                      <a:cubicBezTo>
                        <a:pt x="21600" y="32964"/>
                        <a:pt x="12697" y="42414"/>
                        <a:pt x="1290" y="43097"/>
                      </a:cubicBezTo>
                    </a:path>
                    <a:path w="21600" h="43097" stroke="0" extrusionOk="0">
                      <a:moveTo>
                        <a:pt x="1657" y="-1"/>
                      </a:moveTo>
                      <a:cubicBezTo>
                        <a:pt x="12910" y="865"/>
                        <a:pt x="21600" y="10249"/>
                        <a:pt x="21600" y="21536"/>
                      </a:cubicBezTo>
                      <a:cubicBezTo>
                        <a:pt x="21600" y="32964"/>
                        <a:pt x="12697" y="42414"/>
                        <a:pt x="1290" y="43097"/>
                      </a:cubicBezTo>
                      <a:lnTo>
                        <a:pt x="0" y="21536"/>
                      </a:lnTo>
                      <a:lnTo>
                        <a:pt x="1657"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289" name="Arc 12"/>
                <p:cNvSpPr>
                  <a:spLocks/>
                </p:cNvSpPr>
                <p:nvPr/>
              </p:nvSpPr>
              <p:spPr bwMode="auto">
                <a:xfrm>
                  <a:off x="4180" y="5159"/>
                  <a:ext cx="130" cy="146"/>
                </a:xfrm>
                <a:custGeom>
                  <a:avLst/>
                  <a:gdLst>
                    <a:gd name="T0" fmla="*/ 0 w 21600"/>
                    <a:gd name="T1" fmla="*/ 0 h 43097"/>
                    <a:gd name="T2" fmla="*/ 0 w 21600"/>
                    <a:gd name="T3" fmla="*/ 0 h 43097"/>
                    <a:gd name="T4" fmla="*/ 0 w 21600"/>
                    <a:gd name="T5" fmla="*/ 0 h 43097"/>
                    <a:gd name="T6" fmla="*/ 0 60000 65536"/>
                    <a:gd name="T7" fmla="*/ 0 60000 65536"/>
                    <a:gd name="T8" fmla="*/ 0 60000 65536"/>
                    <a:gd name="T9" fmla="*/ 0 w 21600"/>
                    <a:gd name="T10" fmla="*/ 0 h 43097"/>
                    <a:gd name="T11" fmla="*/ 21600 w 21600"/>
                    <a:gd name="T12" fmla="*/ 43097 h 43097"/>
                  </a:gdLst>
                  <a:ahLst/>
                  <a:cxnLst>
                    <a:cxn ang="T6">
                      <a:pos x="T0" y="T1"/>
                    </a:cxn>
                    <a:cxn ang="T7">
                      <a:pos x="T2" y="T3"/>
                    </a:cxn>
                    <a:cxn ang="T8">
                      <a:pos x="T4" y="T5"/>
                    </a:cxn>
                  </a:cxnLst>
                  <a:rect l="T9" t="T10" r="T11" b="T12"/>
                  <a:pathLst>
                    <a:path w="21600" h="43097" fill="none" extrusionOk="0">
                      <a:moveTo>
                        <a:pt x="1657" y="-1"/>
                      </a:moveTo>
                      <a:cubicBezTo>
                        <a:pt x="12910" y="865"/>
                        <a:pt x="21600" y="10249"/>
                        <a:pt x="21600" y="21536"/>
                      </a:cubicBezTo>
                      <a:cubicBezTo>
                        <a:pt x="21600" y="32964"/>
                        <a:pt x="12697" y="42414"/>
                        <a:pt x="1290" y="43097"/>
                      </a:cubicBezTo>
                    </a:path>
                    <a:path w="21600" h="43097" stroke="0" extrusionOk="0">
                      <a:moveTo>
                        <a:pt x="1657" y="-1"/>
                      </a:moveTo>
                      <a:cubicBezTo>
                        <a:pt x="12910" y="865"/>
                        <a:pt x="21600" y="10249"/>
                        <a:pt x="21600" y="21536"/>
                      </a:cubicBezTo>
                      <a:cubicBezTo>
                        <a:pt x="21600" y="32964"/>
                        <a:pt x="12697" y="42414"/>
                        <a:pt x="1290" y="43097"/>
                      </a:cubicBezTo>
                      <a:lnTo>
                        <a:pt x="0" y="21536"/>
                      </a:lnTo>
                      <a:lnTo>
                        <a:pt x="1657" y="-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290" name="Line 13"/>
                <p:cNvSpPr>
                  <a:spLocks noChangeShapeType="1"/>
                </p:cNvSpPr>
                <p:nvPr/>
              </p:nvSpPr>
              <p:spPr bwMode="auto">
                <a:xfrm flipV="1">
                  <a:off x="4191" y="4701"/>
                  <a:ext cx="1" cy="12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1" name="Line 14"/>
                <p:cNvSpPr>
                  <a:spLocks noChangeShapeType="1"/>
                </p:cNvSpPr>
                <p:nvPr/>
              </p:nvSpPr>
              <p:spPr bwMode="auto">
                <a:xfrm>
                  <a:off x="4191" y="5326"/>
                  <a:ext cx="1" cy="12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2" name="Arc 15"/>
                <p:cNvSpPr>
                  <a:spLocks/>
                </p:cNvSpPr>
                <p:nvPr/>
              </p:nvSpPr>
              <p:spPr bwMode="auto">
                <a:xfrm>
                  <a:off x="4452" y="5159"/>
                  <a:ext cx="139" cy="146"/>
                </a:xfrm>
                <a:custGeom>
                  <a:avLst/>
                  <a:gdLst>
                    <a:gd name="T0" fmla="*/ 0 w 23257"/>
                    <a:gd name="T1" fmla="*/ 0 h 43200"/>
                    <a:gd name="T2" fmla="*/ 0 w 23257"/>
                    <a:gd name="T3" fmla="*/ 0 h 43200"/>
                    <a:gd name="T4" fmla="*/ 0 w 23257"/>
                    <a:gd name="T5" fmla="*/ 0 h 43200"/>
                    <a:gd name="T6" fmla="*/ 0 60000 65536"/>
                    <a:gd name="T7" fmla="*/ 0 60000 65536"/>
                    <a:gd name="T8" fmla="*/ 0 60000 65536"/>
                    <a:gd name="T9" fmla="*/ 0 w 23257"/>
                    <a:gd name="T10" fmla="*/ 0 h 43200"/>
                    <a:gd name="T11" fmla="*/ 23257 w 23257"/>
                    <a:gd name="T12" fmla="*/ 43200 h 43200"/>
                  </a:gdLst>
                  <a:ahLst/>
                  <a:cxnLst>
                    <a:cxn ang="T6">
                      <a:pos x="T0" y="T1"/>
                    </a:cxn>
                    <a:cxn ang="T7">
                      <a:pos x="T2" y="T3"/>
                    </a:cxn>
                    <a:cxn ang="T8">
                      <a:pos x="T4" y="T5"/>
                    </a:cxn>
                  </a:cxnLst>
                  <a:rect l="T9" t="T10" r="T11" b="T12"/>
                  <a:pathLst>
                    <a:path w="23257" h="43200" fill="none"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path>
                    <a:path w="23257" h="43200" stroke="0"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lnTo>
                        <a:pt x="21600" y="21600"/>
                      </a:lnTo>
                      <a:lnTo>
                        <a:pt x="22890" y="4316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293" name="Arc 16"/>
                <p:cNvSpPr>
                  <a:spLocks/>
                </p:cNvSpPr>
                <p:nvPr/>
              </p:nvSpPr>
              <p:spPr bwMode="auto">
                <a:xfrm>
                  <a:off x="4452" y="4992"/>
                  <a:ext cx="139" cy="146"/>
                </a:xfrm>
                <a:custGeom>
                  <a:avLst/>
                  <a:gdLst>
                    <a:gd name="T0" fmla="*/ 0 w 23257"/>
                    <a:gd name="T1" fmla="*/ 0 h 43200"/>
                    <a:gd name="T2" fmla="*/ 0 w 23257"/>
                    <a:gd name="T3" fmla="*/ 0 h 43200"/>
                    <a:gd name="T4" fmla="*/ 0 w 23257"/>
                    <a:gd name="T5" fmla="*/ 0 h 43200"/>
                    <a:gd name="T6" fmla="*/ 0 60000 65536"/>
                    <a:gd name="T7" fmla="*/ 0 60000 65536"/>
                    <a:gd name="T8" fmla="*/ 0 60000 65536"/>
                    <a:gd name="T9" fmla="*/ 0 w 23257"/>
                    <a:gd name="T10" fmla="*/ 0 h 43200"/>
                    <a:gd name="T11" fmla="*/ 23257 w 23257"/>
                    <a:gd name="T12" fmla="*/ 43200 h 43200"/>
                  </a:gdLst>
                  <a:ahLst/>
                  <a:cxnLst>
                    <a:cxn ang="T6">
                      <a:pos x="T0" y="T1"/>
                    </a:cxn>
                    <a:cxn ang="T7">
                      <a:pos x="T2" y="T3"/>
                    </a:cxn>
                    <a:cxn ang="T8">
                      <a:pos x="T4" y="T5"/>
                    </a:cxn>
                  </a:cxnLst>
                  <a:rect l="T9" t="T10" r="T11" b="T12"/>
                  <a:pathLst>
                    <a:path w="23257" h="43200" fill="none"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path>
                    <a:path w="23257" h="43200" stroke="0" extrusionOk="0">
                      <a:moveTo>
                        <a:pt x="22890" y="43161"/>
                      </a:moveTo>
                      <a:cubicBezTo>
                        <a:pt x="22460" y="43187"/>
                        <a:pt x="22030" y="43199"/>
                        <a:pt x="21600" y="43200"/>
                      </a:cubicBezTo>
                      <a:cubicBezTo>
                        <a:pt x="9670" y="43200"/>
                        <a:pt x="0" y="33529"/>
                        <a:pt x="0" y="21600"/>
                      </a:cubicBezTo>
                      <a:cubicBezTo>
                        <a:pt x="0" y="9670"/>
                        <a:pt x="9670" y="0"/>
                        <a:pt x="21600" y="0"/>
                      </a:cubicBezTo>
                      <a:cubicBezTo>
                        <a:pt x="22152" y="-1"/>
                        <a:pt x="22705" y="21"/>
                        <a:pt x="23257" y="63"/>
                      </a:cubicBezTo>
                      <a:lnTo>
                        <a:pt x="21600" y="21600"/>
                      </a:lnTo>
                      <a:lnTo>
                        <a:pt x="22890" y="43161"/>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294" name="Arc 17"/>
                <p:cNvSpPr>
                  <a:spLocks/>
                </p:cNvSpPr>
                <p:nvPr/>
              </p:nvSpPr>
              <p:spPr bwMode="auto">
                <a:xfrm>
                  <a:off x="4452" y="4826"/>
                  <a:ext cx="139" cy="145"/>
                </a:xfrm>
                <a:custGeom>
                  <a:avLst/>
                  <a:gdLst>
                    <a:gd name="T0" fmla="*/ 0 w 23237"/>
                    <a:gd name="T1" fmla="*/ 0 h 43200"/>
                    <a:gd name="T2" fmla="*/ 0 w 23237"/>
                    <a:gd name="T3" fmla="*/ 0 h 43200"/>
                    <a:gd name="T4" fmla="*/ 0 w 23237"/>
                    <a:gd name="T5" fmla="*/ 0 h 43200"/>
                    <a:gd name="T6" fmla="*/ 0 60000 65536"/>
                    <a:gd name="T7" fmla="*/ 0 60000 65536"/>
                    <a:gd name="T8" fmla="*/ 0 60000 65536"/>
                    <a:gd name="T9" fmla="*/ 0 w 23237"/>
                    <a:gd name="T10" fmla="*/ 0 h 43200"/>
                    <a:gd name="T11" fmla="*/ 23237 w 23237"/>
                    <a:gd name="T12" fmla="*/ 43200 h 43200"/>
                  </a:gdLst>
                  <a:ahLst/>
                  <a:cxnLst>
                    <a:cxn ang="T6">
                      <a:pos x="T0" y="T1"/>
                    </a:cxn>
                    <a:cxn ang="T7">
                      <a:pos x="T2" y="T3"/>
                    </a:cxn>
                    <a:cxn ang="T8">
                      <a:pos x="T4" y="T5"/>
                    </a:cxn>
                  </a:cxnLst>
                  <a:rect l="T9" t="T10" r="T11" b="T12"/>
                  <a:pathLst>
                    <a:path w="23237" h="43200" fill="none" extrusionOk="0">
                      <a:moveTo>
                        <a:pt x="22898" y="43160"/>
                      </a:moveTo>
                      <a:cubicBezTo>
                        <a:pt x="22466" y="43186"/>
                        <a:pt x="22033" y="43199"/>
                        <a:pt x="21600" y="43200"/>
                      </a:cubicBezTo>
                      <a:cubicBezTo>
                        <a:pt x="9670" y="43200"/>
                        <a:pt x="0" y="33529"/>
                        <a:pt x="0" y="21600"/>
                      </a:cubicBezTo>
                      <a:cubicBezTo>
                        <a:pt x="0" y="9670"/>
                        <a:pt x="9670" y="0"/>
                        <a:pt x="21600" y="0"/>
                      </a:cubicBezTo>
                      <a:cubicBezTo>
                        <a:pt x="22146" y="-1"/>
                        <a:pt x="22692" y="20"/>
                        <a:pt x="23236" y="62"/>
                      </a:cubicBezTo>
                    </a:path>
                    <a:path w="23237" h="43200" stroke="0" extrusionOk="0">
                      <a:moveTo>
                        <a:pt x="22898" y="43160"/>
                      </a:moveTo>
                      <a:cubicBezTo>
                        <a:pt x="22466" y="43186"/>
                        <a:pt x="22033" y="43199"/>
                        <a:pt x="21600" y="43200"/>
                      </a:cubicBezTo>
                      <a:cubicBezTo>
                        <a:pt x="9670" y="43200"/>
                        <a:pt x="0" y="33529"/>
                        <a:pt x="0" y="21600"/>
                      </a:cubicBezTo>
                      <a:cubicBezTo>
                        <a:pt x="0" y="9670"/>
                        <a:pt x="9670" y="0"/>
                        <a:pt x="21600" y="0"/>
                      </a:cubicBezTo>
                      <a:cubicBezTo>
                        <a:pt x="22146" y="-1"/>
                        <a:pt x="22692" y="20"/>
                        <a:pt x="23236" y="62"/>
                      </a:cubicBezTo>
                      <a:lnTo>
                        <a:pt x="21600" y="21600"/>
                      </a:lnTo>
                      <a:lnTo>
                        <a:pt x="22898" y="43160"/>
                      </a:lnTo>
                      <a:close/>
                    </a:path>
                  </a:pathLst>
                </a:custGeom>
                <a:noFill/>
                <a:ln w="762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295" name="Line 18"/>
                <p:cNvSpPr>
                  <a:spLocks noChangeShapeType="1"/>
                </p:cNvSpPr>
                <p:nvPr/>
              </p:nvSpPr>
              <p:spPr bwMode="auto">
                <a:xfrm>
                  <a:off x="4591" y="5326"/>
                  <a:ext cx="1" cy="12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6" name="Line 19"/>
                <p:cNvSpPr>
                  <a:spLocks noChangeShapeType="1"/>
                </p:cNvSpPr>
                <p:nvPr/>
              </p:nvSpPr>
              <p:spPr bwMode="auto">
                <a:xfrm flipV="1">
                  <a:off x="4591" y="4701"/>
                  <a:ext cx="1" cy="125"/>
                </a:xfrm>
                <a:prstGeom prst="line">
                  <a:avLst/>
                </a:prstGeom>
                <a:noFill/>
                <a:ln w="762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97" name="Line 20"/>
                <p:cNvSpPr>
                  <a:spLocks noChangeShapeType="1"/>
                </p:cNvSpPr>
                <p:nvPr/>
              </p:nvSpPr>
              <p:spPr bwMode="auto">
                <a:xfrm>
                  <a:off x="4411" y="4826"/>
                  <a:ext cx="0" cy="5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3260" name="Text Box 21"/>
              <p:cNvSpPr txBox="1">
                <a:spLocks noChangeArrowheads="1"/>
              </p:cNvSpPr>
              <p:nvPr/>
            </p:nvSpPr>
            <p:spPr bwMode="auto">
              <a:xfrm>
                <a:off x="2150" y="1114"/>
                <a:ext cx="713" cy="281"/>
              </a:xfrm>
              <a:prstGeom prst="rect">
                <a:avLst/>
              </a:prstGeom>
              <a:solidFill>
                <a:srgbClr val="FFFFFF"/>
              </a:solidFill>
              <a:ln w="9525">
                <a:solidFill>
                  <a:srgbClr val="000000"/>
                </a:solidFill>
                <a:miter lim="800000"/>
                <a:headEnd/>
                <a:tailEnd/>
              </a:ln>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algn="ctr" eaLnBrk="1" hangingPunct="1"/>
                <a:r>
                  <a:rPr lang="en-US" altLang="en-US" sz="1200">
                    <a:latin typeface="Times New Roman" pitchFamily="18" charset="0"/>
                  </a:rPr>
                  <a:t>Điều biên 1</a:t>
                </a:r>
                <a:endParaRPr lang="en-US" altLang="en-US" sz="1800">
                  <a:latin typeface="Times New Roman" pitchFamily="18" charset="0"/>
                </a:endParaRPr>
              </a:p>
            </p:txBody>
          </p:sp>
          <p:sp>
            <p:nvSpPr>
              <p:cNvPr id="53261" name="Text Box 22"/>
              <p:cNvSpPr txBox="1">
                <a:spLocks noChangeArrowheads="1"/>
              </p:cNvSpPr>
              <p:nvPr/>
            </p:nvSpPr>
            <p:spPr bwMode="auto">
              <a:xfrm>
                <a:off x="2150" y="2182"/>
                <a:ext cx="713" cy="282"/>
              </a:xfrm>
              <a:prstGeom prst="rect">
                <a:avLst/>
              </a:prstGeom>
              <a:solidFill>
                <a:srgbClr val="FFFFFF"/>
              </a:solidFill>
              <a:ln w="9525">
                <a:solidFill>
                  <a:srgbClr val="000000"/>
                </a:solidFill>
                <a:miter lim="800000"/>
                <a:headEnd/>
                <a:tailEnd/>
              </a:ln>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algn="ctr" eaLnBrk="1" hangingPunct="1"/>
                <a:r>
                  <a:rPr lang="en-US" altLang="en-US" sz="1200">
                    <a:latin typeface="Times New Roman" pitchFamily="18" charset="0"/>
                  </a:rPr>
                  <a:t>Điều biên 2</a:t>
                </a:r>
                <a:endParaRPr lang="en-US" altLang="en-US" sz="1800">
                  <a:latin typeface="Times New Roman" pitchFamily="18" charset="0"/>
                </a:endParaRPr>
              </a:p>
            </p:txBody>
          </p:sp>
          <p:sp>
            <p:nvSpPr>
              <p:cNvPr id="53262" name="Text Box 23"/>
              <p:cNvSpPr txBox="1">
                <a:spLocks noChangeArrowheads="1"/>
              </p:cNvSpPr>
              <p:nvPr/>
            </p:nvSpPr>
            <p:spPr bwMode="auto">
              <a:xfrm>
                <a:off x="3024" y="1637"/>
                <a:ext cx="713" cy="281"/>
              </a:xfrm>
              <a:prstGeom prst="rect">
                <a:avLst/>
              </a:prstGeom>
              <a:solidFill>
                <a:srgbClr val="FFFFFF"/>
              </a:solidFill>
              <a:ln w="9525">
                <a:solidFill>
                  <a:srgbClr val="000000"/>
                </a:solidFill>
                <a:miter lim="800000"/>
                <a:headEnd/>
                <a:tailEnd/>
              </a:ln>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algn="ctr" eaLnBrk="1" hangingPunct="1"/>
                <a:r>
                  <a:rPr lang="en-US" altLang="en-US" sz="1200">
                    <a:latin typeface="Times New Roman" pitchFamily="18" charset="0"/>
                  </a:rPr>
                  <a:t>Mạch tổng</a:t>
                </a:r>
                <a:endParaRPr lang="en-US" altLang="en-US" sz="1800">
                  <a:latin typeface="Times New Roman" pitchFamily="18" charset="0"/>
                </a:endParaRPr>
              </a:p>
            </p:txBody>
          </p:sp>
          <p:sp>
            <p:nvSpPr>
              <p:cNvPr id="53263" name="Text Box 24"/>
              <p:cNvSpPr txBox="1">
                <a:spLocks noChangeArrowheads="1"/>
              </p:cNvSpPr>
              <p:nvPr/>
            </p:nvSpPr>
            <p:spPr bwMode="auto">
              <a:xfrm>
                <a:off x="678" y="1056"/>
                <a:ext cx="777" cy="377"/>
              </a:xfrm>
              <a:prstGeom prst="rect">
                <a:avLst/>
              </a:prstGeom>
              <a:solidFill>
                <a:srgbClr val="FFFFFF"/>
              </a:solidFill>
              <a:ln w="9525">
                <a:solidFill>
                  <a:srgbClr val="000000"/>
                </a:solidFill>
                <a:miter lim="800000"/>
                <a:headEnd/>
                <a:tailEnd/>
              </a:ln>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algn="ctr" eaLnBrk="1" hangingPunct="1"/>
                <a:r>
                  <a:rPr lang="en-US" altLang="en-US" sz="1200">
                    <a:latin typeface="Times New Roman" pitchFamily="18" charset="0"/>
                  </a:rPr>
                  <a:t>bộ tạo tín hiệu dao </a:t>
                </a:r>
                <a:r>
                  <a:rPr lang="vi-VN" altLang="en-US" sz="1200">
                    <a:latin typeface="Times New Roman" pitchFamily="18" charset="0"/>
                  </a:rPr>
                  <a:t>đ</a:t>
                </a:r>
                <a:r>
                  <a:rPr lang="en-US" altLang="en-US" sz="1200">
                    <a:latin typeface="Times New Roman" pitchFamily="18" charset="0"/>
                  </a:rPr>
                  <a:t>ộng</a:t>
                </a:r>
                <a:endParaRPr lang="en-US" altLang="en-US" sz="1800">
                  <a:latin typeface="Times New Roman" pitchFamily="18" charset="0"/>
                </a:endParaRPr>
              </a:p>
            </p:txBody>
          </p:sp>
          <p:sp>
            <p:nvSpPr>
              <p:cNvPr id="53264" name="Text Box 25"/>
              <p:cNvSpPr txBox="1">
                <a:spLocks noChangeArrowheads="1"/>
              </p:cNvSpPr>
              <p:nvPr/>
            </p:nvSpPr>
            <p:spPr bwMode="auto">
              <a:xfrm>
                <a:off x="672" y="2182"/>
                <a:ext cx="777" cy="378"/>
              </a:xfrm>
              <a:prstGeom prst="rect">
                <a:avLst/>
              </a:prstGeom>
              <a:solidFill>
                <a:srgbClr val="FFFFFF"/>
              </a:solidFill>
              <a:ln w="9525">
                <a:solidFill>
                  <a:srgbClr val="000000"/>
                </a:solidFill>
                <a:miter lim="800000"/>
                <a:headEnd/>
                <a:tailEnd/>
              </a:ln>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algn="ctr" eaLnBrk="1" hangingPunct="1"/>
                <a:r>
                  <a:rPr lang="en-US" altLang="en-US" sz="1200">
                    <a:latin typeface="Times New Roman" pitchFamily="18" charset="0"/>
                  </a:rPr>
                  <a:t>Mạch di pha</a:t>
                </a:r>
              </a:p>
              <a:p>
                <a:pPr algn="ctr" eaLnBrk="1" hangingPunct="1"/>
                <a:r>
                  <a:rPr lang="en-US" altLang="en-US" sz="1200">
                    <a:latin typeface="Times New Roman" pitchFamily="18" charset="0"/>
                  </a:rPr>
                  <a:t>90</a:t>
                </a:r>
                <a:r>
                  <a:rPr lang="en-US" altLang="en-US" sz="1200" baseline="30000">
                    <a:latin typeface="Times New Roman" pitchFamily="18" charset="0"/>
                  </a:rPr>
                  <a:t>0</a:t>
                </a:r>
                <a:endParaRPr lang="en-US" altLang="en-US" sz="1800">
                  <a:latin typeface="Times New Roman" pitchFamily="18" charset="0"/>
                </a:endParaRPr>
              </a:p>
            </p:txBody>
          </p:sp>
          <p:sp>
            <p:nvSpPr>
              <p:cNvPr id="53265" name="Line 26"/>
              <p:cNvSpPr>
                <a:spLocks noChangeShapeType="1"/>
              </p:cNvSpPr>
              <p:nvPr/>
            </p:nvSpPr>
            <p:spPr bwMode="auto">
              <a:xfrm>
                <a:off x="1058" y="1433"/>
                <a:ext cx="0" cy="7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66" name="Line 27"/>
              <p:cNvSpPr>
                <a:spLocks noChangeShapeType="1"/>
              </p:cNvSpPr>
              <p:nvPr/>
            </p:nvSpPr>
            <p:spPr bwMode="auto">
              <a:xfrm>
                <a:off x="1455" y="1254"/>
                <a:ext cx="69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67" name="Line 28"/>
              <p:cNvSpPr>
                <a:spLocks noChangeShapeType="1"/>
              </p:cNvSpPr>
              <p:nvPr/>
            </p:nvSpPr>
            <p:spPr bwMode="auto">
              <a:xfrm>
                <a:off x="1449" y="2348"/>
                <a:ext cx="69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68" name="Line 29"/>
              <p:cNvSpPr>
                <a:spLocks noChangeShapeType="1"/>
              </p:cNvSpPr>
              <p:nvPr/>
            </p:nvSpPr>
            <p:spPr bwMode="auto">
              <a:xfrm>
                <a:off x="2863" y="1254"/>
                <a:ext cx="5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9" name="Line 30"/>
              <p:cNvSpPr>
                <a:spLocks noChangeShapeType="1"/>
              </p:cNvSpPr>
              <p:nvPr/>
            </p:nvSpPr>
            <p:spPr bwMode="auto">
              <a:xfrm>
                <a:off x="2863" y="2316"/>
                <a:ext cx="55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0" name="Line 31"/>
              <p:cNvSpPr>
                <a:spLocks noChangeShapeType="1"/>
              </p:cNvSpPr>
              <p:nvPr/>
            </p:nvSpPr>
            <p:spPr bwMode="auto">
              <a:xfrm>
                <a:off x="3420" y="1254"/>
                <a:ext cx="0" cy="38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71" name="Line 32"/>
              <p:cNvSpPr>
                <a:spLocks noChangeShapeType="1"/>
              </p:cNvSpPr>
              <p:nvPr/>
            </p:nvSpPr>
            <p:spPr bwMode="auto">
              <a:xfrm flipV="1">
                <a:off x="3420" y="1903"/>
                <a:ext cx="0" cy="4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72" name="Line 33"/>
              <p:cNvSpPr>
                <a:spLocks noChangeShapeType="1"/>
              </p:cNvSpPr>
              <p:nvPr/>
            </p:nvSpPr>
            <p:spPr bwMode="auto">
              <a:xfrm flipV="1">
                <a:off x="2318" y="1395"/>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73" name="Line 34"/>
              <p:cNvSpPr>
                <a:spLocks noChangeShapeType="1"/>
              </p:cNvSpPr>
              <p:nvPr/>
            </p:nvSpPr>
            <p:spPr bwMode="auto">
              <a:xfrm>
                <a:off x="2319" y="1887"/>
                <a:ext cx="0" cy="2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3274" name="Group 35"/>
              <p:cNvGrpSpPr>
                <a:grpSpLocks/>
              </p:cNvGrpSpPr>
              <p:nvPr/>
            </p:nvGrpSpPr>
            <p:grpSpPr bwMode="auto">
              <a:xfrm>
                <a:off x="1732" y="1570"/>
                <a:ext cx="395" cy="37"/>
                <a:chOff x="3920" y="7472"/>
                <a:chExt cx="989" cy="92"/>
              </a:xfrm>
            </p:grpSpPr>
            <p:sp>
              <p:nvSpPr>
                <p:cNvPr id="53281" name="AutoShape 36"/>
                <p:cNvSpPr>
                  <a:spLocks noChangeArrowheads="1"/>
                </p:cNvSpPr>
                <p:nvPr/>
              </p:nvSpPr>
              <p:spPr bwMode="auto">
                <a:xfrm>
                  <a:off x="3920" y="7472"/>
                  <a:ext cx="170" cy="92"/>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53282" name="Line 37"/>
                <p:cNvSpPr>
                  <a:spLocks noChangeShapeType="1"/>
                </p:cNvSpPr>
                <p:nvPr/>
              </p:nvSpPr>
              <p:spPr bwMode="auto">
                <a:xfrm>
                  <a:off x="4090" y="7519"/>
                  <a:ext cx="8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3275" name="Group 38"/>
              <p:cNvGrpSpPr>
                <a:grpSpLocks/>
              </p:cNvGrpSpPr>
              <p:nvPr/>
            </p:nvGrpSpPr>
            <p:grpSpPr bwMode="auto">
              <a:xfrm>
                <a:off x="1718" y="1881"/>
                <a:ext cx="396" cy="37"/>
                <a:chOff x="3920" y="7472"/>
                <a:chExt cx="989" cy="92"/>
              </a:xfrm>
            </p:grpSpPr>
            <p:sp>
              <p:nvSpPr>
                <p:cNvPr id="53279" name="AutoShape 39"/>
                <p:cNvSpPr>
                  <a:spLocks noChangeArrowheads="1"/>
                </p:cNvSpPr>
                <p:nvPr/>
              </p:nvSpPr>
              <p:spPr bwMode="auto">
                <a:xfrm>
                  <a:off x="3920" y="7472"/>
                  <a:ext cx="170" cy="92"/>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53280" name="Line 40"/>
                <p:cNvSpPr>
                  <a:spLocks noChangeShapeType="1"/>
                </p:cNvSpPr>
                <p:nvPr/>
              </p:nvSpPr>
              <p:spPr bwMode="auto">
                <a:xfrm>
                  <a:off x="4090" y="7519"/>
                  <a:ext cx="819"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3276" name="Text Box 41"/>
              <p:cNvSpPr txBox="1">
                <a:spLocks noChangeArrowheads="1"/>
              </p:cNvSpPr>
              <p:nvPr/>
            </p:nvSpPr>
            <p:spPr bwMode="auto">
              <a:xfrm>
                <a:off x="1628" y="1637"/>
                <a:ext cx="30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en-US" altLang="en-US" sz="1200">
                    <a:latin typeface="Times New Roman" pitchFamily="18" charset="0"/>
                  </a:rPr>
                  <a:t>Us</a:t>
                </a:r>
                <a:endParaRPr lang="en-US" altLang="en-US" sz="1800">
                  <a:latin typeface="Times New Roman" pitchFamily="18" charset="0"/>
                </a:endParaRPr>
              </a:p>
            </p:txBody>
          </p:sp>
          <p:sp>
            <p:nvSpPr>
              <p:cNvPr id="53277" name="Text Box 42"/>
              <p:cNvSpPr txBox="1">
                <a:spLocks noChangeArrowheads="1"/>
              </p:cNvSpPr>
              <p:nvPr/>
            </p:nvSpPr>
            <p:spPr bwMode="auto">
              <a:xfrm>
                <a:off x="3528" y="1970"/>
                <a:ext cx="936"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r>
                  <a:rPr lang="en-US" altLang="en-US" sz="1200">
                    <a:latin typeface="Times New Roman" pitchFamily="18" charset="0"/>
                  </a:rPr>
                  <a:t>U</a:t>
                </a:r>
                <a:r>
                  <a:rPr lang="vi-VN" altLang="en-US" sz="1200" baseline="-25000">
                    <a:latin typeface="Times New Roman" pitchFamily="18" charset="0"/>
                  </a:rPr>
                  <a:t>đ</a:t>
                </a:r>
                <a:r>
                  <a:rPr lang="en-US" altLang="en-US" sz="1200" baseline="-25000">
                    <a:latin typeface="Times New Roman" pitchFamily="18" charset="0"/>
                  </a:rPr>
                  <a:t>p</a:t>
                </a:r>
                <a:r>
                  <a:rPr lang="en-US" altLang="en-US" sz="1200">
                    <a:latin typeface="Times New Roman" pitchFamily="18" charset="0"/>
                  </a:rPr>
                  <a:t>=</a:t>
                </a:r>
                <a:r>
                  <a:rPr lang="sv-SE" altLang="ja-JP" sz="1200">
                    <a:latin typeface="Times New Roman" pitchFamily="18" charset="0"/>
                    <a:ea typeface="ＭＳ Ｐゴシック" pitchFamily="34" charset="-128"/>
                  </a:rPr>
                  <a:t>U</a:t>
                </a:r>
                <a:r>
                  <a:rPr lang="vi-VN" altLang="ja-JP" sz="1200" baseline="-25000">
                    <a:latin typeface="Times New Roman" pitchFamily="18" charset="0"/>
                    <a:ea typeface="ＭＳ Ｐゴシック" pitchFamily="34" charset="-128"/>
                  </a:rPr>
                  <a:t>đ</a:t>
                </a:r>
                <a:r>
                  <a:rPr lang="sv-SE" altLang="ja-JP" sz="1200" baseline="-25000">
                    <a:latin typeface="Times New Roman" pitchFamily="18" charset="0"/>
                    <a:ea typeface="ＭＳ Ｐゴシック" pitchFamily="34" charset="-128"/>
                  </a:rPr>
                  <a:t>b1</a:t>
                </a:r>
                <a:r>
                  <a:rPr lang="sv-SE" altLang="ja-JP" sz="1200">
                    <a:latin typeface="Times New Roman" pitchFamily="18" charset="0"/>
                    <a:ea typeface="ＭＳ Ｐゴシック" pitchFamily="34" charset="-128"/>
                  </a:rPr>
                  <a:t> + U</a:t>
                </a:r>
                <a:r>
                  <a:rPr lang="vi-VN" altLang="ja-JP" sz="1200" baseline="-25000">
                    <a:latin typeface="Times New Roman" pitchFamily="18" charset="0"/>
                    <a:ea typeface="ＭＳ Ｐゴシック" pitchFamily="34" charset="-128"/>
                  </a:rPr>
                  <a:t>đ</a:t>
                </a:r>
                <a:r>
                  <a:rPr lang="sv-SE" altLang="ja-JP" sz="1200" baseline="-25000">
                    <a:latin typeface="Times New Roman" pitchFamily="18" charset="0"/>
                    <a:ea typeface="ＭＳ Ｐゴシック" pitchFamily="34" charset="-128"/>
                  </a:rPr>
                  <a:t>b2 </a:t>
                </a:r>
                <a:endParaRPr lang="en-US" altLang="en-US" sz="1200" baseline="-25000">
                  <a:latin typeface="Times New Roman" pitchFamily="18" charset="0"/>
                </a:endParaRPr>
              </a:p>
            </p:txBody>
          </p:sp>
          <p:sp>
            <p:nvSpPr>
              <p:cNvPr id="53278" name="Line 43"/>
              <p:cNvSpPr>
                <a:spLocks noChangeShapeType="1"/>
              </p:cNvSpPr>
              <p:nvPr/>
            </p:nvSpPr>
            <p:spPr bwMode="auto">
              <a:xfrm>
                <a:off x="3744" y="1762"/>
                <a:ext cx="1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53255" name="Text Box 48"/>
            <p:cNvSpPr txBox="1">
              <a:spLocks noChangeArrowheads="1"/>
            </p:cNvSpPr>
            <p:nvPr/>
          </p:nvSpPr>
          <p:spPr bwMode="auto">
            <a:xfrm>
              <a:off x="1536"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spcBef>
                  <a:spcPct val="50000"/>
                </a:spcBef>
              </a:pPr>
              <a:r>
                <a:rPr lang="en-US" altLang="en-US" sz="1400">
                  <a:latin typeface="Times New Roman" pitchFamily="18" charset="0"/>
                </a:rPr>
                <a:t>U</a:t>
              </a:r>
              <a:r>
                <a:rPr lang="en-US" altLang="en-US" sz="1400" baseline="-25000">
                  <a:latin typeface="Times New Roman" pitchFamily="18" charset="0"/>
                </a:rPr>
                <a:t>t1</a:t>
              </a:r>
            </a:p>
          </p:txBody>
        </p:sp>
        <p:sp>
          <p:nvSpPr>
            <p:cNvPr id="53256" name="Text Box 49"/>
            <p:cNvSpPr txBox="1">
              <a:spLocks noChangeArrowheads="1"/>
            </p:cNvSpPr>
            <p:nvPr/>
          </p:nvSpPr>
          <p:spPr bwMode="auto">
            <a:xfrm>
              <a:off x="1536" y="1872"/>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spcBef>
                  <a:spcPct val="50000"/>
                </a:spcBef>
              </a:pPr>
              <a:r>
                <a:rPr lang="en-US" altLang="en-US" sz="1400">
                  <a:latin typeface="Times New Roman" pitchFamily="18" charset="0"/>
                </a:rPr>
                <a:t>U</a:t>
              </a:r>
              <a:r>
                <a:rPr lang="en-US" altLang="en-US" sz="1400" baseline="-25000">
                  <a:latin typeface="Times New Roman" pitchFamily="18" charset="0"/>
                </a:rPr>
                <a:t>t2</a:t>
              </a:r>
            </a:p>
          </p:txBody>
        </p:sp>
        <p:sp>
          <p:nvSpPr>
            <p:cNvPr id="53257" name="Text Box 50"/>
            <p:cNvSpPr txBox="1">
              <a:spLocks noChangeArrowheads="1"/>
            </p:cNvSpPr>
            <p:nvPr/>
          </p:nvSpPr>
          <p:spPr bwMode="auto">
            <a:xfrm>
              <a:off x="2880" y="768"/>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spcBef>
                  <a:spcPct val="50000"/>
                </a:spcBef>
              </a:pPr>
              <a:r>
                <a:rPr lang="en-US" altLang="en-US" sz="1400">
                  <a:latin typeface="Times New Roman" pitchFamily="18" charset="0"/>
                </a:rPr>
                <a:t>U</a:t>
              </a:r>
              <a:r>
                <a:rPr lang="en-US" altLang="en-US" sz="1800" baseline="-25000">
                  <a:latin typeface="Times New Roman" pitchFamily="18" charset="0"/>
                </a:rPr>
                <a:t>đb</a:t>
              </a:r>
              <a:r>
                <a:rPr lang="en-US" altLang="en-US" sz="1400" baseline="-25000">
                  <a:latin typeface="Times New Roman" pitchFamily="18" charset="0"/>
                </a:rPr>
                <a:t>1</a:t>
              </a:r>
            </a:p>
          </p:txBody>
        </p:sp>
        <p:sp>
          <p:nvSpPr>
            <p:cNvPr id="53258" name="Text Box 51"/>
            <p:cNvSpPr txBox="1">
              <a:spLocks noChangeArrowheads="1"/>
            </p:cNvSpPr>
            <p:nvPr/>
          </p:nvSpPr>
          <p:spPr bwMode="auto">
            <a:xfrm>
              <a:off x="2880" y="1824"/>
              <a:ext cx="52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chemeClr val="tx1"/>
                  </a:solidFill>
                  <a:latin typeface="Arial" pitchFamily="34" charset="0"/>
                </a:defRPr>
              </a:lvl1pPr>
              <a:lvl2pPr marL="742950" indent="-285750">
                <a:defRPr sz="2600">
                  <a:solidFill>
                    <a:schemeClr val="tx1"/>
                  </a:solidFill>
                  <a:latin typeface="Arial" pitchFamily="34" charset="0"/>
                </a:defRPr>
              </a:lvl2pPr>
              <a:lvl3pPr marL="1143000" indent="-228600">
                <a:defRPr sz="2300">
                  <a:solidFill>
                    <a:schemeClr val="tx1"/>
                  </a:solidFill>
                  <a:latin typeface="Arial" pitchFamily="34" charset="0"/>
                </a:defRPr>
              </a:lvl3pPr>
              <a:lvl4pPr marL="1600200" indent="-228600">
                <a:defRPr sz="2000">
                  <a:solidFill>
                    <a:schemeClr val="tx1"/>
                  </a:solidFill>
                  <a:latin typeface="Arial" pitchFamily="34" charset="0"/>
                </a:defRPr>
              </a:lvl4pPr>
              <a:lvl5pPr marL="2057400" indent="-228600">
                <a:defRPr sz="2000">
                  <a:solidFill>
                    <a:schemeClr val="tx1"/>
                  </a:solidFill>
                  <a:latin typeface="Arial" pitchFamily="34" charset="0"/>
                </a:defRPr>
              </a:lvl5pPr>
              <a:lvl6pPr marL="2514600" indent="-228600" eaLnBrk="0" hangingPunct="0">
                <a:defRPr sz="2000">
                  <a:solidFill>
                    <a:schemeClr val="tx1"/>
                  </a:solidFill>
                  <a:latin typeface="Arial" pitchFamily="34" charset="0"/>
                </a:defRPr>
              </a:lvl6pPr>
              <a:lvl7pPr marL="2971800" indent="-228600" eaLnBrk="0" hangingPunct="0">
                <a:defRPr sz="2000">
                  <a:solidFill>
                    <a:schemeClr val="tx1"/>
                  </a:solidFill>
                  <a:latin typeface="Arial" pitchFamily="34" charset="0"/>
                </a:defRPr>
              </a:lvl7pPr>
              <a:lvl8pPr marL="3429000" indent="-228600" eaLnBrk="0" hangingPunct="0">
                <a:defRPr sz="2000">
                  <a:solidFill>
                    <a:schemeClr val="tx1"/>
                  </a:solidFill>
                  <a:latin typeface="Arial" pitchFamily="34" charset="0"/>
                </a:defRPr>
              </a:lvl8pPr>
              <a:lvl9pPr marL="3886200" indent="-228600" eaLnBrk="0" hangingPunct="0">
                <a:defRPr sz="2000">
                  <a:solidFill>
                    <a:schemeClr val="tx1"/>
                  </a:solidFill>
                  <a:latin typeface="Arial" pitchFamily="34" charset="0"/>
                </a:defRPr>
              </a:lvl9pPr>
            </a:lstStyle>
            <a:p>
              <a:pPr eaLnBrk="1" hangingPunct="1">
                <a:spcBef>
                  <a:spcPct val="50000"/>
                </a:spcBef>
              </a:pPr>
              <a:r>
                <a:rPr lang="en-US" altLang="en-US" sz="1400">
                  <a:latin typeface="Times New Roman" pitchFamily="18" charset="0"/>
                </a:rPr>
                <a:t>U</a:t>
              </a:r>
              <a:r>
                <a:rPr lang="en-US" altLang="en-US" sz="1800" baseline="-25000">
                  <a:latin typeface="Times New Roman" pitchFamily="18" charset="0"/>
                </a:rPr>
                <a:t>đb</a:t>
              </a:r>
              <a:r>
                <a:rPr lang="en-US" altLang="en-US" sz="1400" baseline="-25000">
                  <a:latin typeface="Times New Roman" pitchFamily="18" charset="0"/>
                </a:rPr>
                <a:t>2</a:t>
              </a: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Mạch điều pha dùng mạch cộng hưởng</a:t>
            </a:r>
            <a:endParaRPr lang="en-US"/>
          </a:p>
        </p:txBody>
      </p:sp>
      <p:sp>
        <p:nvSpPr>
          <p:cNvPr id="4" name="Date Placeholder 3"/>
          <p:cNvSpPr>
            <a:spLocks noGrp="1"/>
          </p:cNvSpPr>
          <p:nvPr>
            <p:ph type="dt" sz="half" idx="10"/>
          </p:nvPr>
        </p:nvSpPr>
        <p:spPr/>
        <p:txBody>
          <a:bodyPr/>
          <a:lstStyle/>
          <a:p>
            <a:fld id="{290E8DD6-ECA1-4E29-B113-7756F38937D6}" type="datetime1">
              <a:rPr lang="en-US" smtClean="0"/>
              <a:pPr/>
              <a:t>23/12/2019</a:t>
            </a:fld>
            <a:endParaRPr lang="en-US" altLang="en-US"/>
          </a:p>
        </p:txBody>
      </p:sp>
      <p:sp>
        <p:nvSpPr>
          <p:cNvPr id="5" name="Slide Number Placeholder 4"/>
          <p:cNvSpPr>
            <a:spLocks noGrp="1"/>
          </p:cNvSpPr>
          <p:nvPr>
            <p:ph type="sldNum" sz="quarter" idx="12"/>
          </p:nvPr>
        </p:nvSpPr>
        <p:spPr/>
        <p:txBody>
          <a:bodyPr/>
          <a:lstStyle/>
          <a:p>
            <a:fld id="{CBB725D2-6C79-4374-99AE-CE27382E8696}" type="slidenum">
              <a:rPr lang="en-US" altLang="en-US" smtClean="0"/>
              <a:pPr/>
              <a:t>46</a:t>
            </a:fld>
            <a:endParaRPr lang="en-US" altLang="en-US"/>
          </a:p>
        </p:txBody>
      </p:sp>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0"/>
            <a:ext cx="8034486" cy="3851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5370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altLang="en-US" sz="3000" b="0" cap="none" smtClean="0">
                <a:solidFill>
                  <a:schemeClr val="tx2">
                    <a:lumMod val="60000"/>
                    <a:lumOff val="40000"/>
                  </a:schemeClr>
                </a:solidFill>
                <a:latin typeface="Constantia" pitchFamily="18" charset="0"/>
              </a:rPr>
              <a:t>1.  Giải điều chế biên độ (AM)</a:t>
            </a:r>
            <a:br>
              <a:rPr lang="en-US" altLang="en-US" sz="3000" b="0" cap="none" smtClean="0">
                <a:solidFill>
                  <a:schemeClr val="tx2">
                    <a:lumMod val="60000"/>
                    <a:lumOff val="40000"/>
                  </a:schemeClr>
                </a:solidFill>
                <a:latin typeface="Constantia" pitchFamily="18" charset="0"/>
              </a:rPr>
            </a:br>
            <a:r>
              <a:rPr lang="en-US" altLang="en-US" sz="3000" b="0" cap="none" smtClean="0">
                <a:solidFill>
                  <a:schemeClr val="tx2">
                    <a:lumMod val="60000"/>
                    <a:lumOff val="40000"/>
                  </a:schemeClr>
                </a:solidFill>
                <a:latin typeface="Constantia" pitchFamily="18" charset="0"/>
              </a:rPr>
              <a:t>2. Giải điều chế tần số </a:t>
            </a:r>
            <a:r>
              <a:rPr lang="en-US" altLang="en-US" sz="3000" b="0" cap="none">
                <a:solidFill>
                  <a:schemeClr val="tx2">
                    <a:lumMod val="60000"/>
                    <a:lumOff val="40000"/>
                  </a:schemeClr>
                </a:solidFill>
                <a:latin typeface="Constantia" pitchFamily="18" charset="0"/>
              </a:rPr>
              <a:t>(FM)</a:t>
            </a:r>
            <a:r>
              <a:rPr lang="en-US" altLang="en-US" sz="3000" b="0" cap="none" smtClean="0">
                <a:solidFill>
                  <a:schemeClr val="tx2">
                    <a:lumMod val="60000"/>
                    <a:lumOff val="40000"/>
                  </a:schemeClr>
                </a:solidFill>
                <a:latin typeface="Constantia" pitchFamily="18" charset="0"/>
              </a:rPr>
              <a:t/>
            </a:r>
            <a:br>
              <a:rPr lang="en-US" altLang="en-US" sz="3000" b="0" cap="none" smtClean="0">
                <a:solidFill>
                  <a:schemeClr val="tx2">
                    <a:lumMod val="60000"/>
                    <a:lumOff val="40000"/>
                  </a:schemeClr>
                </a:solidFill>
                <a:latin typeface="Constantia" pitchFamily="18" charset="0"/>
              </a:rPr>
            </a:br>
            <a:r>
              <a:rPr lang="en-US" altLang="en-US" sz="3000" b="0" cap="none" smtClean="0">
                <a:solidFill>
                  <a:schemeClr val="tx2">
                    <a:lumMod val="60000"/>
                    <a:lumOff val="40000"/>
                  </a:schemeClr>
                </a:solidFill>
                <a:latin typeface="Constantia" pitchFamily="18" charset="0"/>
              </a:rPr>
              <a:t>3. Giả điều chế pha (PM</a:t>
            </a:r>
            <a:endParaRPr lang="en-US" sz="3000" b="0" cap="none">
              <a:solidFill>
                <a:schemeClr val="tx2">
                  <a:lumMod val="60000"/>
                  <a:lumOff val="40000"/>
                </a:schemeClr>
              </a:solidFill>
            </a:endParaRPr>
          </a:p>
        </p:txBody>
      </p:sp>
      <p:sp>
        <p:nvSpPr>
          <p:cNvPr id="7" name="Text Placeholder 6"/>
          <p:cNvSpPr>
            <a:spLocks noGrp="1"/>
          </p:cNvSpPr>
          <p:nvPr>
            <p:ph type="body" idx="1"/>
          </p:nvPr>
        </p:nvSpPr>
        <p:spPr>
          <a:noFill/>
          <a:ln>
            <a:noFill/>
          </a:ln>
        </p:spPr>
        <p:txBody>
          <a:bodyPr vert="horz" wrap="square" lIns="91440" tIns="45720" rIns="91440" bIns="45720" numCol="1" anchor="t" anchorCtr="0" compatLnSpc="1">
            <a:prstTxWarp prst="textNoShape">
              <a:avLst/>
            </a:prstTxWarp>
          </a:bodyPr>
          <a:lstStyle/>
          <a:p>
            <a:pPr algn="ctr">
              <a:spcBef>
                <a:spcPct val="0"/>
              </a:spcBef>
            </a:pPr>
            <a:r>
              <a:rPr lang="en-US" altLang="en-US" sz="4000" b="1" cap="all">
                <a:solidFill>
                  <a:schemeClr val="bg1">
                    <a:lumMod val="75000"/>
                  </a:schemeClr>
                </a:solidFill>
                <a:latin typeface="Constantia" pitchFamily="18" charset="0"/>
                <a:ea typeface="+mj-ea"/>
                <a:cs typeface="+mj-cs"/>
              </a:rPr>
              <a:t>Điều chế và </a:t>
            </a:r>
            <a:r>
              <a:rPr lang="en-US" altLang="en-US" sz="4000" b="1" cap="all">
                <a:solidFill>
                  <a:schemeClr val="tx2"/>
                </a:solidFill>
                <a:latin typeface="Constantia" pitchFamily="18" charset="0"/>
                <a:ea typeface="+mj-ea"/>
                <a:cs typeface="+mj-cs"/>
              </a:rPr>
              <a:t>giải điều chế tương tự</a:t>
            </a:r>
            <a:endParaRPr lang="en-US" sz="4000" b="1" cap="all">
              <a:solidFill>
                <a:schemeClr val="tx2"/>
              </a:solidFill>
              <a:latin typeface="Constantia" pitchFamily="18" charset="0"/>
              <a:ea typeface="+mj-ea"/>
              <a:cs typeface="+mj-cs"/>
            </a:endParaRPr>
          </a:p>
        </p:txBody>
      </p:sp>
      <p:sp>
        <p:nvSpPr>
          <p:cNvPr id="4" name="Date Placeholder 3"/>
          <p:cNvSpPr>
            <a:spLocks noGrp="1"/>
          </p:cNvSpPr>
          <p:nvPr>
            <p:ph type="dt" sz="half" idx="10"/>
          </p:nvPr>
        </p:nvSpPr>
        <p:spPr/>
        <p:txBody>
          <a:bodyPr/>
          <a:lstStyle/>
          <a:p>
            <a:fld id="{290E8DD6-ECA1-4E29-B113-7756F38937D6}" type="datetime1">
              <a:rPr lang="en-US" smtClean="0"/>
              <a:pPr/>
              <a:t>23/12/2019</a:t>
            </a:fld>
            <a:endParaRPr lang="en-US" altLang="en-US"/>
          </a:p>
        </p:txBody>
      </p:sp>
      <p:sp>
        <p:nvSpPr>
          <p:cNvPr id="5" name="Slide Number Placeholder 4"/>
          <p:cNvSpPr>
            <a:spLocks noGrp="1"/>
          </p:cNvSpPr>
          <p:nvPr>
            <p:ph type="sldNum" sz="quarter" idx="12"/>
          </p:nvPr>
        </p:nvSpPr>
        <p:spPr/>
        <p:txBody>
          <a:bodyPr/>
          <a:lstStyle/>
          <a:p>
            <a:fld id="{CBB725D2-6C79-4374-99AE-CE27382E8696}" type="slidenum">
              <a:rPr lang="en-US" altLang="en-US" smtClean="0"/>
              <a:pPr/>
              <a:t>47</a:t>
            </a:fld>
            <a:endParaRPr lang="en-US" altLang="en-US"/>
          </a:p>
        </p:txBody>
      </p:sp>
    </p:spTree>
    <p:extLst>
      <p:ext uri="{BB962C8B-B14F-4D97-AF65-F5344CB8AC3E}">
        <p14:creationId xmlns:p14="http://schemas.microsoft.com/office/powerpoint/2010/main" val="30154043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1905000"/>
            <a:ext cx="7772400" cy="1470025"/>
          </a:xfrm>
        </p:spPr>
        <p:txBody>
          <a:bodyPr/>
          <a:lstStyle/>
          <a:p>
            <a:pPr marL="838200" indent="-838200" algn="ctr" eaLnBrk="1" hangingPunct="1">
              <a:defRPr/>
            </a:pPr>
            <a:r>
              <a:rPr lang="en-US" altLang="en-US" sz="4000" cap="all">
                <a:latin typeface="Constantia" pitchFamily="18" charset="0"/>
              </a:rPr>
              <a:t>giải điều chế tương tự </a:t>
            </a:r>
            <a:r>
              <a:rPr lang="en-US" altLang="en-US" sz="4000" cap="all" smtClean="0">
                <a:latin typeface="Constantia" pitchFamily="18" charset="0"/>
              </a:rPr>
              <a:t>(</a:t>
            </a:r>
            <a:r>
              <a:rPr lang="sv-SE" altLang="ja-JP" sz="4000" b="0" smtClean="0">
                <a:effectLst>
                  <a:outerShdw blurRad="38100" dist="38100" dir="2700000" algn="tl">
                    <a:srgbClr val="C0C0C0"/>
                  </a:outerShdw>
                </a:effectLst>
                <a:latin typeface="Times New Roman" pitchFamily="18" charset="0"/>
                <a:ea typeface="ＭＳ Ｐゴシック" pitchFamily="34" charset="-128"/>
              </a:rPr>
              <a:t>TÁCH SÓNG)</a:t>
            </a:r>
            <a:r>
              <a:rPr lang="en-AU" altLang="ja-JP" sz="4000" b="0" smtClean="0">
                <a:effectLst>
                  <a:outerShdw blurRad="38100" dist="38100" dir="2700000" algn="tl">
                    <a:srgbClr val="C0C0C0"/>
                  </a:outerShdw>
                </a:effectLst>
                <a:latin typeface="Times New Roman" pitchFamily="18" charset="0"/>
                <a:ea typeface="ＭＳ Ｐゴシック" pitchFamily="34" charset="-128"/>
              </a:rPr>
              <a:t/>
            </a:r>
            <a:br>
              <a:rPr lang="en-AU" altLang="ja-JP" sz="4000" b="0" smtClean="0">
                <a:effectLst>
                  <a:outerShdw blurRad="38100" dist="38100" dir="2700000" algn="tl">
                    <a:srgbClr val="C0C0C0"/>
                  </a:outerShdw>
                </a:effectLst>
                <a:latin typeface="Times New Roman" pitchFamily="18" charset="0"/>
                <a:ea typeface="ＭＳ Ｐゴシック" pitchFamily="34" charset="-128"/>
              </a:rPr>
            </a:br>
            <a:endParaRPr lang="en-US" sz="4000" b="0" smtClean="0">
              <a:effectLst>
                <a:outerShdw blurRad="38100" dist="38100" dir="2700000" algn="tl">
                  <a:srgbClr val="C0C0C0"/>
                </a:outerShdw>
              </a:effectLst>
              <a:latin typeface="Times New Roman" pitchFamily="18" charset="0"/>
            </a:endParaRPr>
          </a:p>
        </p:txBody>
      </p:sp>
      <p:sp>
        <p:nvSpPr>
          <p:cNvPr id="14339" name="Rectangle 3"/>
          <p:cNvSpPr>
            <a:spLocks noGrp="1" noChangeArrowheads="1"/>
          </p:cNvSpPr>
          <p:nvPr>
            <p:ph type="subTitle" idx="1"/>
          </p:nvPr>
        </p:nvSpPr>
        <p:spPr/>
        <p:txBody>
          <a:bodyPr/>
          <a:lstStyle/>
          <a:p>
            <a:pPr eaLnBrk="1" hangingPunct="1"/>
            <a:r>
              <a:rPr lang="sv-SE" altLang="ja-JP" smtClean="0">
                <a:latin typeface="Times New Roman" pitchFamily="18" charset="0"/>
                <a:ea typeface="ＭＳ Ｐゴシック" pitchFamily="34" charset="-128"/>
              </a:rPr>
              <a:t>TÁCH SÓNG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BIÊN</a:t>
            </a:r>
          </a:p>
          <a:p>
            <a:pPr eaLnBrk="1" hangingPunct="1"/>
            <a:r>
              <a:rPr lang="sv-SE" altLang="ja-JP" smtClean="0">
                <a:latin typeface="Times New Roman" pitchFamily="18" charset="0"/>
                <a:ea typeface="ＭＳ Ｐゴシック" pitchFamily="34" charset="-128"/>
              </a:rPr>
              <a:t>TÁCH SÓNG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TẦN</a:t>
            </a:r>
          </a:p>
          <a:p>
            <a:pPr eaLnBrk="1" hangingPunct="1"/>
            <a:r>
              <a:rPr lang="sv-SE" altLang="ja-JP" smtClean="0">
                <a:latin typeface="Times New Roman" pitchFamily="18" charset="0"/>
                <a:ea typeface="ＭＳ Ｐゴシック" pitchFamily="34" charset="-128"/>
              </a:rPr>
              <a:t>TÁCH SÓNG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PHA.</a:t>
            </a:r>
            <a:endParaRPr lang="en-US" altLang="en-US" smtClean="0">
              <a:latin typeface="Times New Roman" pitchFamily="18" charset="0"/>
            </a:endParaRPr>
          </a:p>
        </p:txBody>
      </p:sp>
    </p:spTree>
    <p:extLst>
      <p:ext uri="{BB962C8B-B14F-4D97-AF65-F5344CB8AC3E}">
        <p14:creationId xmlns:p14="http://schemas.microsoft.com/office/powerpoint/2010/main" val="394513344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sv-SE" altLang="ja-JP" smtClean="0">
                <a:latin typeface="Times New Roman" pitchFamily="18" charset="0"/>
                <a:ea typeface="ＭＳ Ｐゴシック" pitchFamily="34" charset="-128"/>
              </a:rPr>
              <a:t>Khái niệm</a:t>
            </a:r>
            <a:r>
              <a:rPr lang="en-US" altLang="ja-JP" smtClean="0">
                <a:latin typeface="Times New Roman" pitchFamily="18" charset="0"/>
                <a:ea typeface="ＭＳ Ｐゴシック" pitchFamily="34" charset="-128"/>
              </a:rPr>
              <a:t> </a:t>
            </a:r>
            <a:endParaRPr lang="en-US" altLang="en-US" smtClean="0">
              <a:latin typeface="Times New Roman" pitchFamily="18" charset="0"/>
            </a:endParaRPr>
          </a:p>
        </p:txBody>
      </p:sp>
      <p:sp>
        <p:nvSpPr>
          <p:cNvPr id="15363" name="Rectangle 3"/>
          <p:cNvSpPr>
            <a:spLocks noGrp="1" noChangeArrowheads="1"/>
          </p:cNvSpPr>
          <p:nvPr>
            <p:ph type="body" idx="1"/>
          </p:nvPr>
        </p:nvSpPr>
        <p:spPr>
          <a:xfrm>
            <a:off x="457200" y="1719263"/>
            <a:ext cx="8534400" cy="4411662"/>
          </a:xfrm>
        </p:spPr>
        <p:txBody>
          <a:bodyPr/>
          <a:lstStyle/>
          <a:p>
            <a:pPr eaLnBrk="1" hangingPunct="1">
              <a:lnSpc>
                <a:spcPct val="90000"/>
              </a:lnSpc>
            </a:pPr>
            <a:r>
              <a:rPr lang="sv-SE" altLang="ja-JP" smtClean="0">
                <a:latin typeface="Times New Roman" pitchFamily="18" charset="0"/>
                <a:ea typeface="ＭＳ Ｐゴシック" pitchFamily="34" charset="-128"/>
              </a:rPr>
              <a:t>Tách sóng là quá trình lấy lại tín hiệu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chế.</a:t>
            </a:r>
          </a:p>
          <a:p>
            <a:pPr eaLnBrk="1" hangingPunct="1">
              <a:lnSpc>
                <a:spcPct val="90000"/>
              </a:lnSpc>
            </a:pPr>
            <a:r>
              <a:rPr lang="sv-SE" altLang="ja-JP" smtClean="0">
                <a:latin typeface="Times New Roman" pitchFamily="18" charset="0"/>
                <a:ea typeface="ＭＳ Ｐゴシック" pitchFamily="34" charset="-128"/>
              </a:rPr>
              <a:t>Yêu cầu: Tín hiệu sau khi tách sóng (U</a:t>
            </a:r>
            <a:r>
              <a:rPr lang="sv-SE" altLang="ja-JP" baseline="-25000" smtClean="0">
                <a:latin typeface="Times New Roman" pitchFamily="18" charset="0"/>
                <a:ea typeface="ＭＳ Ｐゴシック" pitchFamily="34" charset="-128"/>
              </a:rPr>
              <a:t>S’</a:t>
            </a:r>
            <a:r>
              <a:rPr lang="sv-SE" altLang="ja-JP" smtClean="0">
                <a:latin typeface="Times New Roman" pitchFamily="18" charset="0"/>
                <a:ea typeface="ＭＳ Ｐゴシック" pitchFamily="34" charset="-128"/>
              </a:rPr>
              <a:t>) phải giống dạng tín hiệu ban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ầu (U</a:t>
            </a:r>
            <a:r>
              <a:rPr lang="sv-SE" altLang="ja-JP" baseline="-25000" smtClean="0">
                <a:latin typeface="Times New Roman" pitchFamily="18" charset="0"/>
                <a:ea typeface="ＭＳ Ｐゴシック" pitchFamily="34" charset="-128"/>
              </a:rPr>
              <a:t>S</a:t>
            </a:r>
            <a:r>
              <a:rPr lang="sv-SE" altLang="ja-JP" smtClean="0">
                <a:latin typeface="Times New Roman" pitchFamily="18" charset="0"/>
                <a:ea typeface="ＭＳ Ｐゴシック" pitchFamily="34" charset="-128"/>
              </a:rPr>
              <a:t>) </a:t>
            </a:r>
            <a:r>
              <a:rPr lang="sv-SE" altLang="ja-JP" smtClean="0">
                <a:latin typeface="Times New Roman" pitchFamily="18" charset="0"/>
                <a:ea typeface="ＭＳ Ｐゴシック" pitchFamily="34" charset="-128"/>
                <a:sym typeface="Wingdings" pitchFamily="2" charset="2"/>
              </a:rPr>
              <a:t></a:t>
            </a:r>
            <a:r>
              <a:rPr lang="sv-SE" altLang="ja-JP" smtClean="0">
                <a:latin typeface="Times New Roman" pitchFamily="18" charset="0"/>
                <a:ea typeface="ＭＳ Ｐゴシック" pitchFamily="34" charset="-128"/>
              </a:rPr>
              <a:t> giảm méo phi tuyến của bộ tách sóng.</a:t>
            </a:r>
          </a:p>
          <a:p>
            <a:pPr eaLnBrk="1" hangingPunct="1">
              <a:lnSpc>
                <a:spcPct val="90000"/>
              </a:lnSpc>
            </a:pPr>
            <a:r>
              <a:rPr lang="sv-SE" altLang="ja-JP" smtClean="0">
                <a:latin typeface="Times New Roman" pitchFamily="18" charset="0"/>
                <a:ea typeface="ＭＳ Ｐゴシック" pitchFamily="34" charset="-128"/>
              </a:rPr>
              <a:t>T</a:t>
            </a:r>
            <a:r>
              <a:rPr lang="vi-VN" altLang="ja-JP" smtClean="0">
                <a:latin typeface="Times New Roman" pitchFamily="18" charset="0"/>
                <a:ea typeface="ＭＳ Ｐゴシック" pitchFamily="34" charset="-128"/>
              </a:rPr>
              <a:t>ươ</a:t>
            </a:r>
            <a:r>
              <a:rPr lang="sv-SE" altLang="ja-JP" smtClean="0">
                <a:latin typeface="Times New Roman" pitchFamily="18" charset="0"/>
                <a:ea typeface="ＭＳ Ｐゴシック" pitchFamily="34" charset="-128"/>
              </a:rPr>
              <a:t>ng ứng với các loại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chế có các loại tách sóng: </a:t>
            </a:r>
          </a:p>
          <a:p>
            <a:pPr lvl="1" eaLnBrk="1" hangingPunct="1">
              <a:lnSpc>
                <a:spcPct val="90000"/>
              </a:lnSpc>
            </a:pPr>
            <a:r>
              <a:rPr lang="sv-SE" altLang="ja-JP" smtClean="0">
                <a:latin typeface="Times New Roman" pitchFamily="18" charset="0"/>
                <a:ea typeface="ＭＳ Ｐゴシック" pitchFamily="34" charset="-128"/>
              </a:rPr>
              <a:t>Tách sóng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biên.</a:t>
            </a:r>
          </a:p>
          <a:p>
            <a:pPr lvl="1" eaLnBrk="1" hangingPunct="1">
              <a:lnSpc>
                <a:spcPct val="90000"/>
              </a:lnSpc>
            </a:pPr>
            <a:r>
              <a:rPr lang="sv-SE" altLang="ja-JP" smtClean="0">
                <a:latin typeface="Times New Roman" pitchFamily="18" charset="0"/>
                <a:ea typeface="ＭＳ Ｐゴシック" pitchFamily="34" charset="-128"/>
              </a:rPr>
              <a:t>Tách sóng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tần. </a:t>
            </a:r>
          </a:p>
          <a:p>
            <a:pPr lvl="1" eaLnBrk="1" hangingPunct="1">
              <a:lnSpc>
                <a:spcPct val="90000"/>
              </a:lnSpc>
            </a:pPr>
            <a:r>
              <a:rPr lang="sv-SE" altLang="ja-JP" smtClean="0">
                <a:latin typeface="Times New Roman" pitchFamily="18" charset="0"/>
                <a:ea typeface="ＭＳ Ｐゴシック" pitchFamily="34" charset="-128"/>
              </a:rPr>
              <a:t>Tách sóng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iều pha.</a:t>
            </a:r>
            <a:endParaRPr lang="en-US" altLang="en-US" smtClean="0">
              <a:latin typeface="Times New Roman" pitchFamily="18" charset="0"/>
              <a:ea typeface="ＭＳ Ｐゴシック" pitchFamily="34" charset="-128"/>
            </a:endParaRPr>
          </a:p>
        </p:txBody>
      </p:sp>
    </p:spTree>
    <p:extLst>
      <p:ext uri="{BB962C8B-B14F-4D97-AF65-F5344CB8AC3E}">
        <p14:creationId xmlns:p14="http://schemas.microsoft.com/office/powerpoint/2010/main" val="34355947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marL="742950" indent="-742950" eaLnBrk="1" hangingPunct="1">
              <a:defRPr/>
            </a:pPr>
            <a:r>
              <a:rPr lang="sv-SE" altLang="ja-JP" sz="3500" smtClean="0">
                <a:effectLst>
                  <a:outerShdw blurRad="38100" dist="38100" dir="2700000" algn="tl">
                    <a:srgbClr val="C0C0C0"/>
                  </a:outerShdw>
                </a:effectLst>
                <a:latin typeface="Times New Roman" pitchFamily="18" charset="0"/>
                <a:ea typeface="ＭＳ Ｐゴシック" pitchFamily="34" charset="-128"/>
              </a:rPr>
              <a:t>TÁCH SÓNG TÍN HIỆU </a:t>
            </a:r>
            <a:r>
              <a:rPr lang="vi-VN" altLang="ja-JP" sz="3500" smtClean="0">
                <a:effectLst>
                  <a:outerShdw blurRad="38100" dist="38100" dir="2700000" algn="tl">
                    <a:srgbClr val="C0C0C0"/>
                  </a:outerShdw>
                </a:effectLst>
                <a:latin typeface="Times New Roman" pitchFamily="18" charset="0"/>
                <a:ea typeface="ＭＳ Ｐゴシック" pitchFamily="34" charset="-128"/>
              </a:rPr>
              <a:t>Đ</a:t>
            </a:r>
            <a:r>
              <a:rPr lang="sv-SE" altLang="ja-JP" sz="3500" smtClean="0">
                <a:effectLst>
                  <a:outerShdw blurRad="38100" dist="38100" dir="2700000" algn="tl">
                    <a:srgbClr val="C0C0C0"/>
                  </a:outerShdw>
                </a:effectLst>
                <a:latin typeface="Times New Roman" pitchFamily="18" charset="0"/>
                <a:ea typeface="ＭＳ Ｐゴシック" pitchFamily="34" charset="-128"/>
              </a:rPr>
              <a:t>IỀU BIÊN</a:t>
            </a:r>
            <a:r>
              <a:rPr lang="en-AU" altLang="ja-JP" sz="3500" smtClean="0">
                <a:effectLst>
                  <a:outerShdw blurRad="38100" dist="38100" dir="2700000" algn="tl">
                    <a:srgbClr val="C0C0C0"/>
                  </a:outerShdw>
                </a:effectLst>
                <a:latin typeface="Times New Roman" pitchFamily="18" charset="0"/>
                <a:ea typeface="ＭＳ Ｐゴシック" pitchFamily="34" charset="-128"/>
              </a:rPr>
              <a:t/>
            </a:r>
            <a:br>
              <a:rPr lang="en-AU" altLang="ja-JP" sz="3500" smtClean="0">
                <a:effectLst>
                  <a:outerShdw blurRad="38100" dist="38100" dir="2700000" algn="tl">
                    <a:srgbClr val="C0C0C0"/>
                  </a:outerShdw>
                </a:effectLst>
                <a:latin typeface="Times New Roman" pitchFamily="18" charset="0"/>
                <a:ea typeface="ＭＳ Ｐゴシック" pitchFamily="34" charset="-128"/>
              </a:rPr>
            </a:br>
            <a:endParaRPr lang="en-US" sz="3500" smtClean="0">
              <a:effectLst>
                <a:outerShdw blurRad="38100" dist="38100" dir="2700000" algn="tl">
                  <a:srgbClr val="C0C0C0"/>
                </a:outerShdw>
              </a:effectLst>
              <a:latin typeface="Times New Roman" pitchFamily="18" charset="0"/>
            </a:endParaRPr>
          </a:p>
        </p:txBody>
      </p:sp>
      <p:sp>
        <p:nvSpPr>
          <p:cNvPr id="16387" name="Rectangle 3"/>
          <p:cNvSpPr>
            <a:spLocks noGrp="1" noChangeArrowheads="1"/>
          </p:cNvSpPr>
          <p:nvPr>
            <p:ph type="body" idx="1"/>
          </p:nvPr>
        </p:nvSpPr>
        <p:spPr>
          <a:xfrm>
            <a:off x="304800" y="1143000"/>
            <a:ext cx="8229600" cy="4411663"/>
          </a:xfrm>
        </p:spPr>
        <p:txBody>
          <a:bodyPr/>
          <a:lstStyle/>
          <a:p>
            <a:pPr eaLnBrk="1" hangingPunct="1"/>
            <a:r>
              <a:rPr lang="sv-SE" altLang="ja-JP" sz="2400" smtClean="0">
                <a:latin typeface="Times New Roman" pitchFamily="18" charset="0"/>
                <a:ea typeface="ＭＳ Ｐゴシック" pitchFamily="34" charset="-128"/>
              </a:rPr>
              <a:t>Hệ số tách sóng:</a:t>
            </a:r>
          </a:p>
          <a:p>
            <a:pPr eaLnBrk="1" hangingPunct="1">
              <a:buFont typeface="Wingdings" pitchFamily="2" charset="2"/>
              <a:buNone/>
            </a:pPr>
            <a:r>
              <a:rPr lang="sv-SE" altLang="ja-JP" sz="2400" smtClean="0">
                <a:latin typeface="Times New Roman" pitchFamily="18" charset="0"/>
                <a:ea typeface="ＭＳ Ｐゴシック" pitchFamily="34" charset="-128"/>
              </a:rPr>
              <a:t>				K</a:t>
            </a:r>
            <a:r>
              <a:rPr lang="sv-SE" altLang="ja-JP" sz="2400" baseline="-25000" smtClean="0">
                <a:latin typeface="Times New Roman" pitchFamily="18" charset="0"/>
                <a:ea typeface="ＭＳ Ｐゴシック" pitchFamily="34" charset="-128"/>
              </a:rPr>
              <a:t>TS</a:t>
            </a:r>
            <a:r>
              <a:rPr lang="sv-SE" altLang="ja-JP" sz="2400" smtClean="0">
                <a:latin typeface="Times New Roman" pitchFamily="18" charset="0"/>
                <a:ea typeface="ＭＳ Ｐゴシック" pitchFamily="34" charset="-128"/>
              </a:rPr>
              <a:t> = U</a:t>
            </a:r>
            <a:r>
              <a:rPr lang="sv-SE" altLang="ja-JP" sz="2400" baseline="-25000" smtClean="0">
                <a:latin typeface="Times New Roman" pitchFamily="18" charset="0"/>
                <a:ea typeface="ＭＳ Ｐゴシック" pitchFamily="34" charset="-128"/>
              </a:rPr>
              <a:t>RTS</a:t>
            </a:r>
            <a:r>
              <a:rPr lang="sv-SE" altLang="ja-JP" sz="2400" smtClean="0">
                <a:latin typeface="Times New Roman" pitchFamily="18" charset="0"/>
                <a:ea typeface="ＭＳ Ｐゴシック" pitchFamily="34" charset="-128"/>
              </a:rPr>
              <a:t>/U</a:t>
            </a:r>
            <a:r>
              <a:rPr lang="sv-SE" altLang="ja-JP" sz="2400" baseline="-25000" smtClean="0">
                <a:latin typeface="Times New Roman" pitchFamily="18" charset="0"/>
                <a:ea typeface="ＭＳ Ｐゴシック" pitchFamily="34" charset="-128"/>
              </a:rPr>
              <a:t>VTS</a:t>
            </a:r>
          </a:p>
          <a:p>
            <a:pPr lvl="1" eaLnBrk="1" hangingPunct="1"/>
            <a:r>
              <a:rPr lang="sv-SE" altLang="ja-JP" sz="2000" smtClean="0">
                <a:latin typeface="Times New Roman" pitchFamily="18" charset="0"/>
                <a:ea typeface="ＭＳ Ｐゴシック" pitchFamily="34" charset="-128"/>
              </a:rPr>
              <a:t>U</a:t>
            </a:r>
            <a:r>
              <a:rPr lang="sv-SE" altLang="ja-JP" sz="2000" baseline="-25000" smtClean="0">
                <a:latin typeface="Times New Roman" pitchFamily="18" charset="0"/>
                <a:ea typeface="ＭＳ Ｐゴシック" pitchFamily="34" charset="-128"/>
              </a:rPr>
              <a:t>VTS</a:t>
            </a:r>
            <a:r>
              <a:rPr lang="sv-SE" altLang="ja-JP" sz="2000" smtClean="0">
                <a:latin typeface="Times New Roman" pitchFamily="18" charset="0"/>
                <a:ea typeface="ＭＳ Ｐゴシック" pitchFamily="34" charset="-128"/>
              </a:rPr>
              <a:t>: Tín hiệu vào bộ tách sóng (tín hiệu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ã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biên)</a:t>
            </a:r>
          </a:p>
          <a:p>
            <a:pPr lvl="1" eaLnBrk="1" hangingPunct="1"/>
            <a:r>
              <a:rPr lang="sv-SE" altLang="ja-JP" sz="2000" smtClean="0">
                <a:latin typeface="Times New Roman" pitchFamily="18" charset="0"/>
                <a:ea typeface="ＭＳ Ｐゴシック" pitchFamily="34" charset="-128"/>
              </a:rPr>
              <a:t>U</a:t>
            </a:r>
            <a:r>
              <a:rPr lang="sv-SE" altLang="ja-JP" sz="2000" baseline="-25000" smtClean="0">
                <a:latin typeface="Times New Roman" pitchFamily="18" charset="0"/>
                <a:ea typeface="ＭＳ Ｐゴシック" pitchFamily="34" charset="-128"/>
              </a:rPr>
              <a:t>RTS</a:t>
            </a:r>
            <a:r>
              <a:rPr lang="sv-SE" altLang="ja-JP" sz="2000" smtClean="0">
                <a:latin typeface="Times New Roman" pitchFamily="18" charset="0"/>
                <a:ea typeface="ＭＳ Ｐゴシック" pitchFamily="34" charset="-128"/>
              </a:rPr>
              <a:t>: Tín hiệu ra bộ tách sóng biên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ộ</a:t>
            </a:r>
          </a:p>
          <a:p>
            <a:pPr eaLnBrk="1" hangingPunct="1"/>
            <a:r>
              <a:rPr lang="sv-SE" altLang="ja-JP" sz="2400" smtClean="0">
                <a:latin typeface="Times New Roman" pitchFamily="18" charset="0"/>
                <a:ea typeface="ＭＳ Ｐゴシック" pitchFamily="34" charset="-128"/>
              </a:rPr>
              <a:t>Trở kháng vào bộ tách sóng</a:t>
            </a:r>
          </a:p>
          <a:p>
            <a:pPr eaLnBrk="1" hangingPunct="1"/>
            <a:endParaRPr lang="sv-SE" altLang="ja-JP" sz="2400" smtClean="0">
              <a:latin typeface="Times New Roman" pitchFamily="18" charset="0"/>
              <a:ea typeface="ＭＳ Ｐゴシック" pitchFamily="34" charset="-128"/>
            </a:endParaRPr>
          </a:p>
          <a:p>
            <a:pPr eaLnBrk="1" hangingPunct="1"/>
            <a:r>
              <a:rPr lang="sv-SE" altLang="ja-JP" sz="2400" smtClean="0">
                <a:latin typeface="Times New Roman" pitchFamily="18" charset="0"/>
                <a:ea typeface="ＭＳ Ｐゴシック" pitchFamily="34" charset="-128"/>
              </a:rPr>
              <a:t>Méo phi tuyến:</a:t>
            </a:r>
          </a:p>
          <a:p>
            <a:pPr eaLnBrk="1" hangingPunct="1"/>
            <a:endParaRPr lang="sv-SE" altLang="ja-JP" sz="2400" smtClean="0">
              <a:latin typeface="Times New Roman" pitchFamily="18" charset="0"/>
              <a:ea typeface="ＭＳ Ｐゴシック" pitchFamily="34" charset="-128"/>
            </a:endParaRPr>
          </a:p>
          <a:p>
            <a:pPr eaLnBrk="1" hangingPunct="1"/>
            <a:endParaRPr lang="sv-SE" altLang="ja-JP" sz="2400" smtClean="0">
              <a:latin typeface="Times New Roman" pitchFamily="18" charset="0"/>
              <a:ea typeface="ＭＳ Ｐゴシック" pitchFamily="34" charset="-128"/>
            </a:endParaRPr>
          </a:p>
          <a:p>
            <a:pPr eaLnBrk="1" hangingPunct="1"/>
            <a:r>
              <a:rPr lang="sv-SE" altLang="ja-JP" sz="2400" smtClean="0">
                <a:latin typeface="Times New Roman" pitchFamily="18" charset="0"/>
                <a:ea typeface="ＭＳ Ｐゴシック" pitchFamily="34" charset="-128"/>
              </a:rPr>
              <a:t>Trong </a:t>
            </a:r>
            <a:r>
              <a:rPr lang="vi-VN" altLang="ja-JP" sz="2400" smtClean="0">
                <a:latin typeface="Times New Roman" pitchFamily="18" charset="0"/>
                <a:ea typeface="ＭＳ Ｐゴシック" pitchFamily="34" charset="-128"/>
              </a:rPr>
              <a:t>đ</a:t>
            </a:r>
            <a:r>
              <a:rPr lang="sv-SE" altLang="ja-JP" sz="2400" smtClean="0">
                <a:latin typeface="Times New Roman" pitchFamily="18" charset="0"/>
                <a:ea typeface="ＭＳ Ｐゴシック" pitchFamily="34" charset="-128"/>
              </a:rPr>
              <a:t>ó I</a:t>
            </a:r>
            <a:r>
              <a:rPr lang="sv-SE" altLang="ja-JP" sz="2400" baseline="-25000" smtClean="0">
                <a:latin typeface="Times New Roman" pitchFamily="18" charset="0"/>
                <a:ea typeface="ＭＳ Ｐゴシック" pitchFamily="34" charset="-128"/>
              </a:rPr>
              <a:t>2</a:t>
            </a:r>
            <a:r>
              <a:rPr lang="sv-SE" altLang="ja-JP" sz="2400" baseline="-25000" smtClean="0">
                <a:latin typeface="Times New Roman" pitchFamily="18" charset="0"/>
                <a:ea typeface="ＭＳ Ｐゴシック" pitchFamily="34" charset="-128"/>
                <a:sym typeface="Symbol" pitchFamily="18" charset="2"/>
              </a:rPr>
              <a:t></a:t>
            </a:r>
            <a:r>
              <a:rPr lang="sv-SE" altLang="ja-JP" sz="2400" baseline="-25000" smtClean="0">
                <a:latin typeface="Times New Roman" pitchFamily="18" charset="0"/>
                <a:ea typeface="ＭＳ Ｐゴシック" pitchFamily="34" charset="-128"/>
              </a:rPr>
              <a:t>S</a:t>
            </a:r>
            <a:r>
              <a:rPr lang="sv-SE" altLang="ja-JP" sz="2400" smtClean="0">
                <a:latin typeface="Times New Roman" pitchFamily="18" charset="0"/>
                <a:ea typeface="ＭＳ Ｐゴシック" pitchFamily="34" charset="-128"/>
              </a:rPr>
              <a:t> ; I</a:t>
            </a:r>
            <a:r>
              <a:rPr lang="sv-SE" altLang="ja-JP" sz="2400" baseline="-25000" smtClean="0">
                <a:latin typeface="Times New Roman" pitchFamily="18" charset="0"/>
                <a:ea typeface="ＭＳ Ｐゴシック" pitchFamily="34" charset="-128"/>
              </a:rPr>
              <a:t>3</a:t>
            </a:r>
            <a:r>
              <a:rPr lang="sv-SE" altLang="ja-JP" sz="2400" baseline="-25000" smtClean="0">
                <a:latin typeface="Times New Roman" pitchFamily="18" charset="0"/>
                <a:ea typeface="ＭＳ Ｐゴシック" pitchFamily="34" charset="-128"/>
                <a:sym typeface="Symbol" pitchFamily="18" charset="2"/>
              </a:rPr>
              <a:t></a:t>
            </a:r>
            <a:r>
              <a:rPr lang="sv-SE" altLang="ja-JP" sz="2400" baseline="-25000" smtClean="0">
                <a:latin typeface="Times New Roman" pitchFamily="18" charset="0"/>
                <a:ea typeface="ＭＳ Ｐゴシック" pitchFamily="34" charset="-128"/>
              </a:rPr>
              <a:t>S</a:t>
            </a:r>
            <a:r>
              <a:rPr lang="sv-SE" altLang="ja-JP" sz="2400" smtClean="0">
                <a:latin typeface="Times New Roman" pitchFamily="18" charset="0"/>
                <a:ea typeface="ＭＳ Ｐゴシック" pitchFamily="34" charset="-128"/>
              </a:rPr>
              <a:t>  ... là các thành phần sóng hài của tín hiệu </a:t>
            </a:r>
            <a:r>
              <a:rPr lang="vi-VN" altLang="ja-JP" sz="2400" smtClean="0">
                <a:latin typeface="Times New Roman" pitchFamily="18" charset="0"/>
                <a:ea typeface="ＭＳ Ｐゴシック" pitchFamily="34" charset="-128"/>
              </a:rPr>
              <a:t>đ</a:t>
            </a:r>
            <a:r>
              <a:rPr lang="sv-SE" altLang="ja-JP" sz="2400" smtClean="0">
                <a:latin typeface="Times New Roman" pitchFamily="18" charset="0"/>
                <a:ea typeface="ＭＳ Ｐゴシック" pitchFamily="34" charset="-128"/>
              </a:rPr>
              <a:t>iều chế xuất hiện khi qua mạch tách sóng. </a:t>
            </a:r>
            <a:endParaRPr lang="en-US" altLang="en-US" sz="2400" smtClean="0">
              <a:latin typeface="Times New Roman" pitchFamily="18" charset="0"/>
            </a:endParaRPr>
          </a:p>
        </p:txBody>
      </p:sp>
      <p:sp>
        <p:nvSpPr>
          <p:cNvPr id="16388"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16389" name="Object 4"/>
          <p:cNvGraphicFramePr>
            <a:graphicFrameLocks noChangeAspect="1"/>
          </p:cNvGraphicFramePr>
          <p:nvPr/>
        </p:nvGraphicFramePr>
        <p:xfrm>
          <a:off x="3886200" y="3200400"/>
          <a:ext cx="990600" cy="561975"/>
        </p:xfrm>
        <a:graphic>
          <a:graphicData uri="http://schemas.openxmlformats.org/presentationml/2006/ole">
            <mc:AlternateContent xmlns:mc="http://schemas.openxmlformats.org/markup-compatibility/2006">
              <mc:Choice xmlns:v="urn:schemas-microsoft-com:vml" Requires="v">
                <p:oleObj spid="_x0000_s55322" name="Equation" r:id="rId3" imgW="787058" imgH="444307" progId="Equation.3">
                  <p:embed/>
                </p:oleObj>
              </mc:Choice>
              <mc:Fallback>
                <p:oleObj name="Equation" r:id="rId3" imgW="787058" imgH="44430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3200400"/>
                        <a:ext cx="990600" cy="5619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0" name="Rectangle 7"/>
          <p:cNvSpPr>
            <a:spLocks noChangeArrowheads="1"/>
          </p:cNvSpPr>
          <p:nvPr/>
        </p:nvSpPr>
        <p:spPr bwMode="auto">
          <a:xfrm>
            <a:off x="0" y="3157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16391" name="Object 6"/>
          <p:cNvGraphicFramePr>
            <a:graphicFrameLocks noChangeAspect="1"/>
          </p:cNvGraphicFramePr>
          <p:nvPr/>
        </p:nvGraphicFramePr>
        <p:xfrm>
          <a:off x="3429000" y="4114800"/>
          <a:ext cx="1905000" cy="600075"/>
        </p:xfrm>
        <a:graphic>
          <a:graphicData uri="http://schemas.openxmlformats.org/presentationml/2006/ole">
            <mc:AlternateContent xmlns:mc="http://schemas.openxmlformats.org/markup-compatibility/2006">
              <mc:Choice xmlns:v="urn:schemas-microsoft-com:vml" Requires="v">
                <p:oleObj spid="_x0000_s55323" name="Equation" r:id="rId5" imgW="1726451" imgH="545863" progId="Equation.3">
                  <p:embed/>
                </p:oleObj>
              </mc:Choice>
              <mc:Fallback>
                <p:oleObj name="Equation" r:id="rId5" imgW="1726451" imgH="54586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114800"/>
                        <a:ext cx="1905000" cy="60007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9756047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marL="742950" indent="-742950" eaLnBrk="1" hangingPunct="1"/>
            <a:r>
              <a:rPr lang="sv-SE" altLang="ja-JP" b="0" smtClean="0">
                <a:latin typeface="Times New Roman" pitchFamily="18" charset="0"/>
                <a:ea typeface="ＭＳ Ｐゴシック" pitchFamily="34" charset="-128"/>
              </a:rPr>
              <a:t>Mạch tách sóng biên </a:t>
            </a:r>
            <a:r>
              <a:rPr lang="vi-VN" altLang="ja-JP" b="0" smtClean="0">
                <a:latin typeface="Times New Roman" pitchFamily="18" charset="0"/>
                <a:ea typeface="ＭＳ Ｐゴシック" pitchFamily="34" charset="-128"/>
              </a:rPr>
              <a:t>đ</a:t>
            </a:r>
            <a:r>
              <a:rPr lang="sv-SE" altLang="ja-JP" b="0" smtClean="0">
                <a:latin typeface="Times New Roman" pitchFamily="18" charset="0"/>
                <a:ea typeface="ＭＳ Ｐゴシック" pitchFamily="34" charset="-128"/>
              </a:rPr>
              <a:t>ộ</a:t>
            </a:r>
            <a:endParaRPr lang="en-US" altLang="en-US" smtClean="0">
              <a:latin typeface="Times New Roman" pitchFamily="18" charset="0"/>
            </a:endParaRPr>
          </a:p>
        </p:txBody>
      </p:sp>
      <p:sp>
        <p:nvSpPr>
          <p:cNvPr id="17411" name="Rectangle 3"/>
          <p:cNvSpPr>
            <a:spLocks noGrp="1" noChangeArrowheads="1"/>
          </p:cNvSpPr>
          <p:nvPr>
            <p:ph type="body" idx="1"/>
          </p:nvPr>
        </p:nvSpPr>
        <p:spPr/>
        <p:txBody>
          <a:bodyPr/>
          <a:lstStyle/>
          <a:p>
            <a:pPr eaLnBrk="1" hangingPunct="1">
              <a:buFont typeface="Wingdings" pitchFamily="2" charset="2"/>
              <a:buNone/>
            </a:pPr>
            <a:r>
              <a:rPr lang="sv-SE" altLang="ja-JP" smtClean="0">
                <a:latin typeface="Times New Roman" pitchFamily="18" charset="0"/>
                <a:ea typeface="ＭＳ Ｐゴシック" pitchFamily="34" charset="-128"/>
              </a:rPr>
              <a:t>Tách sóng biên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ộ </a:t>
            </a:r>
            <a:r>
              <a:rPr lang="vi-VN" altLang="ja-JP" smtClean="0">
                <a:latin typeface="Times New Roman" pitchFamily="18" charset="0"/>
                <a:ea typeface="ＭＳ Ｐゴシック" pitchFamily="34" charset="-128"/>
              </a:rPr>
              <a:t>đư</a:t>
            </a:r>
            <a:r>
              <a:rPr lang="sv-SE" altLang="ja-JP" smtClean="0">
                <a:latin typeface="Times New Roman" pitchFamily="18" charset="0"/>
                <a:ea typeface="ＭＳ Ｐゴシック" pitchFamily="34" charset="-128"/>
              </a:rPr>
              <a:t>ợc thực hiện theo 2 cách:</a:t>
            </a:r>
          </a:p>
          <a:p>
            <a:pPr eaLnBrk="1" hangingPunct="1"/>
            <a:r>
              <a:rPr lang="sv-SE" altLang="ja-JP" smtClean="0">
                <a:latin typeface="Times New Roman" pitchFamily="18" charset="0"/>
                <a:ea typeface="ＭＳ Ｐゴシック" pitchFamily="34" charset="-128"/>
              </a:rPr>
              <a:t>Dùng các bộ chỉnh l</a:t>
            </a:r>
            <a:r>
              <a:rPr lang="vi-VN" altLang="ja-JP" smtClean="0">
                <a:latin typeface="Times New Roman" pitchFamily="18" charset="0"/>
                <a:ea typeface="ＭＳ Ｐゴシック" pitchFamily="34" charset="-128"/>
              </a:rPr>
              <a:t>ư</a:t>
            </a:r>
            <a:r>
              <a:rPr lang="sv-SE" altLang="ja-JP" smtClean="0">
                <a:latin typeface="Times New Roman" pitchFamily="18" charset="0"/>
                <a:ea typeface="ＭＳ Ｐゴシック" pitchFamily="34" charset="-128"/>
              </a:rPr>
              <a:t>u (các phần tử phi tuyến)</a:t>
            </a:r>
          </a:p>
          <a:p>
            <a:pPr eaLnBrk="1" hangingPunct="1"/>
            <a:r>
              <a:rPr lang="sv-SE" altLang="ja-JP" smtClean="0">
                <a:latin typeface="Times New Roman" pitchFamily="18" charset="0"/>
                <a:ea typeface="ＭＳ Ｐゴシック" pitchFamily="34" charset="-128"/>
              </a:rPr>
              <a:t>Các mạch dùng các phần tử tuyến tính tham số</a:t>
            </a:r>
            <a:r>
              <a:rPr lang="en-US" altLang="ja-JP" smtClean="0">
                <a:latin typeface="Times New Roman" pitchFamily="18" charset="0"/>
                <a:ea typeface="ＭＳ Ｐゴシック" pitchFamily="34" charset="-128"/>
              </a:rPr>
              <a:t> </a:t>
            </a:r>
            <a:endParaRPr lang="en-US" altLang="en-US" smtClean="0">
              <a:latin typeface="Times New Roman" pitchFamily="18" charset="0"/>
            </a:endParaRPr>
          </a:p>
        </p:txBody>
      </p:sp>
    </p:spTree>
    <p:extLst>
      <p:ext uri="{BB962C8B-B14F-4D97-AF65-F5344CB8AC3E}">
        <p14:creationId xmlns:p14="http://schemas.microsoft.com/office/powerpoint/2010/main" val="38301408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marL="742950" indent="-742950" eaLnBrk="1" hangingPunct="1"/>
            <a:r>
              <a:rPr lang="sv-SE" altLang="ja-JP" smtClean="0">
                <a:latin typeface="Times New Roman" pitchFamily="18" charset="0"/>
                <a:ea typeface="ＭＳ Ｐゴシック" pitchFamily="34" charset="-128"/>
              </a:rPr>
              <a:t>Mạch tách sóng biên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ộ dùng mạch chỉnh l</a:t>
            </a:r>
            <a:r>
              <a:rPr lang="vi-VN" altLang="ja-JP" smtClean="0">
                <a:latin typeface="Times New Roman" pitchFamily="18" charset="0"/>
                <a:ea typeface="ＭＳ Ｐゴシック" pitchFamily="34" charset="-128"/>
              </a:rPr>
              <a:t>ư</a:t>
            </a:r>
            <a:r>
              <a:rPr lang="sv-SE" altLang="ja-JP" smtClean="0">
                <a:latin typeface="Times New Roman" pitchFamily="18" charset="0"/>
                <a:ea typeface="ＭＳ Ｐゴシック" pitchFamily="34" charset="-128"/>
              </a:rPr>
              <a:t>u </a:t>
            </a:r>
            <a:endParaRPr lang="en-US" altLang="en-US" smtClean="0">
              <a:latin typeface="Times New Roman" pitchFamily="18" charset="0"/>
            </a:endParaRPr>
          </a:p>
        </p:txBody>
      </p:sp>
      <p:sp>
        <p:nvSpPr>
          <p:cNvPr id="18435" name="Rectangle 4"/>
          <p:cNvSpPr>
            <a:spLocks noGrp="1" noChangeArrowheads="1"/>
          </p:cNvSpPr>
          <p:nvPr>
            <p:ph type="body" idx="1"/>
          </p:nvPr>
        </p:nvSpPr>
        <p:spPr>
          <a:xfrm>
            <a:off x="457200" y="1371600"/>
            <a:ext cx="8229600" cy="4411663"/>
          </a:xfrm>
        </p:spPr>
        <p:txBody>
          <a:bodyPr/>
          <a:lstStyle/>
          <a:p>
            <a:pPr eaLnBrk="1" hangingPunct="1"/>
            <a:r>
              <a:rPr lang="en-US" altLang="en-US" sz="2000" smtClean="0"/>
              <a:t>Tách sóng nối tiếp</a:t>
            </a:r>
          </a:p>
          <a:p>
            <a:pPr eaLnBrk="1" hangingPunct="1"/>
            <a:endParaRPr lang="en-US" altLang="en-US" sz="2000" smtClean="0"/>
          </a:p>
          <a:p>
            <a:pPr eaLnBrk="1" hangingPunct="1"/>
            <a:endParaRPr lang="en-US" altLang="en-US" sz="2000" smtClean="0"/>
          </a:p>
          <a:p>
            <a:pPr eaLnBrk="1" hangingPunct="1"/>
            <a:endParaRPr lang="en-US" altLang="en-US" sz="2000" smtClean="0"/>
          </a:p>
          <a:p>
            <a:r>
              <a:rPr lang="vi-VN" sz="2000" smtClean="0"/>
              <a:t>Sau khi tín hiệu đi qua Diode, ta thu đưược các nửa chu kỳ dưương </a:t>
            </a:r>
            <a:r>
              <a:rPr lang="vi-VN" sz="2000" smtClean="0">
                <a:sym typeface="Wingdings" pitchFamily="2" charset="2"/>
              </a:rPr>
              <a:t> tín hiệu qua R là một chuỗi xung biến đổi theo tín hiệu điều chế.</a:t>
            </a:r>
          </a:p>
          <a:p>
            <a:r>
              <a:rPr lang="vi-VN" sz="2000" smtClean="0"/>
              <a:t>Tụ C mắc song song với R là tụ lọc bỏ phần sóng mang và để lại tín hiệu ban đầu. Phải chọn tụ có trở kháng cao tại tần số tín hiệu điều chế và trở kháng thấp tại tần số sóng mang.</a:t>
            </a:r>
          </a:p>
          <a:p>
            <a:r>
              <a:rPr lang="vi-VN" sz="2000" smtClean="0"/>
              <a:t>đầu ra của bộ tách sóng là tín hiệu ban đầu.</a:t>
            </a:r>
          </a:p>
          <a:p>
            <a:r>
              <a:rPr lang="en-US" altLang="ja-JP" sz="2000" smtClean="0">
                <a:ea typeface="ＭＳ Ｐゴシック" pitchFamily="34" charset="-128"/>
              </a:rPr>
              <a:t>Điều kiện chọn hằng số</a:t>
            </a:r>
            <a:r>
              <a:rPr lang="ja-JP" altLang="en-US" sz="2000" smtClean="0">
                <a:ea typeface="ＭＳ Ｐゴシック" pitchFamily="34" charset="-128"/>
              </a:rPr>
              <a:t> </a:t>
            </a:r>
            <a:r>
              <a:rPr lang="en-US" altLang="ja-JP" sz="2000" smtClean="0">
                <a:ea typeface="ＭＳ Ｐゴシック" pitchFamily="34" charset="-128"/>
              </a:rPr>
              <a:t>thời gian </a:t>
            </a:r>
            <a:r>
              <a:rPr lang="sv-SE" altLang="ja-JP" sz="2000" smtClean="0">
                <a:latin typeface=".VnTime" pitchFamily="34" charset="0"/>
                <a:ea typeface="ＭＳ Ｐゴシック" pitchFamily="34" charset="-128"/>
                <a:sym typeface="Symbol" pitchFamily="18" charset="2"/>
              </a:rPr>
              <a:t></a:t>
            </a:r>
            <a:r>
              <a:rPr lang="sv-SE" altLang="ja-JP" sz="2000" smtClean="0">
                <a:latin typeface=".VnTime" pitchFamily="34" charset="0"/>
                <a:ea typeface="ＭＳ Ｐゴシック" pitchFamily="34" charset="-128"/>
              </a:rPr>
              <a:t> = RC:</a:t>
            </a:r>
          </a:p>
          <a:p>
            <a:pPr algn="ctr" eaLnBrk="1" hangingPunct="1">
              <a:buFont typeface="Wingdings" pitchFamily="2" charset="2"/>
              <a:buNone/>
            </a:pPr>
            <a:r>
              <a:rPr lang="sv-SE" altLang="ja-JP" sz="2000" smtClean="0">
                <a:latin typeface=".VnTime" pitchFamily="34" charset="0"/>
                <a:ea typeface="ＭＳ Ｐゴシック" pitchFamily="34" charset="-128"/>
              </a:rPr>
              <a:t>&lt;&lt;</a:t>
            </a:r>
            <a:r>
              <a:rPr lang="sv-SE" altLang="ja-JP" sz="2000" smtClean="0">
                <a:latin typeface=".VnTime" pitchFamily="34" charset="0"/>
                <a:ea typeface="ＭＳ Ｐゴシック" pitchFamily="34" charset="-128"/>
                <a:sym typeface="Symbol" pitchFamily="18" charset="2"/>
              </a:rPr>
              <a:t></a:t>
            </a:r>
            <a:r>
              <a:rPr lang="sv-SE" altLang="ja-JP" sz="2000" smtClean="0">
                <a:latin typeface=".VnTime" pitchFamily="34" charset="0"/>
                <a:ea typeface="ＭＳ Ｐゴシック" pitchFamily="34" charset="-128"/>
              </a:rPr>
              <a:t> = RC&lt;&lt;</a:t>
            </a:r>
            <a:endParaRPr lang="en-US" altLang="en-US" sz="2000" smtClean="0">
              <a:latin typeface=".VnTime" pitchFamily="34" charset="0"/>
            </a:endParaRPr>
          </a:p>
          <a:p>
            <a:pPr eaLnBrk="1" hangingPunct="1"/>
            <a:endParaRPr lang="en-US" altLang="en-US" sz="2000" smtClean="0">
              <a:latin typeface=".VnTime" pitchFamily="34" charset="0"/>
            </a:endParaRPr>
          </a:p>
          <a:p>
            <a:pPr eaLnBrk="1" hangingPunct="1"/>
            <a:endParaRPr lang="en-US" altLang="en-US" sz="2000" smtClean="0">
              <a:latin typeface=".VnTime" pitchFamily="34" charset="0"/>
            </a:endParaRPr>
          </a:p>
        </p:txBody>
      </p:sp>
      <p:sp>
        <p:nvSpPr>
          <p:cNvPr id="18436" name="Rectangle 5"/>
          <p:cNvSpPr>
            <a:spLocks noGrp="1" noChangeArrowheads="1"/>
          </p:cNvSpPr>
          <p:nvPr>
            <p:ph type="body" sz="half" idx="4294967295"/>
          </p:nvPr>
        </p:nvSpPr>
        <p:spPr>
          <a:xfrm>
            <a:off x="4724400" y="1317625"/>
            <a:ext cx="4038600" cy="533400"/>
          </a:xfrm>
        </p:spPr>
        <p:txBody>
          <a:bodyPr/>
          <a:lstStyle/>
          <a:p>
            <a:pPr eaLnBrk="1" hangingPunct="1"/>
            <a:r>
              <a:rPr lang="en-US" altLang="en-US" sz="2000" smtClean="0"/>
              <a:t>Tách sóng song song</a:t>
            </a:r>
          </a:p>
        </p:txBody>
      </p:sp>
      <p:pic>
        <p:nvPicPr>
          <p:cNvPr id="1843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524000"/>
            <a:ext cx="2971800" cy="130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1600200"/>
            <a:ext cx="289560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Rectangle 2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18440" name="Object 224"/>
          <p:cNvGraphicFramePr>
            <a:graphicFrameLocks noChangeAspect="1"/>
          </p:cNvGraphicFramePr>
          <p:nvPr/>
        </p:nvGraphicFramePr>
        <p:xfrm>
          <a:off x="3581400" y="5181600"/>
          <a:ext cx="325438" cy="609600"/>
        </p:xfrm>
        <a:graphic>
          <a:graphicData uri="http://schemas.openxmlformats.org/presentationml/2006/ole">
            <mc:AlternateContent xmlns:mc="http://schemas.openxmlformats.org/markup-compatibility/2006">
              <mc:Choice xmlns:v="urn:schemas-microsoft-com:vml" Requires="v">
                <p:oleObj spid="_x0000_s56346" name="Equation" r:id="rId6" imgW="228501" imgH="431613" progId="Equation.3">
                  <p:embed/>
                </p:oleObj>
              </mc:Choice>
              <mc:Fallback>
                <p:oleObj name="Equation" r:id="rId6" imgW="228501" imgH="431613"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5181600"/>
                        <a:ext cx="3254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1" name="Rectangle 22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18442" name="Object 226"/>
          <p:cNvGraphicFramePr>
            <a:graphicFrameLocks noChangeAspect="1"/>
          </p:cNvGraphicFramePr>
          <p:nvPr/>
        </p:nvGraphicFramePr>
        <p:xfrm>
          <a:off x="5257800" y="5181600"/>
          <a:ext cx="365125" cy="609600"/>
        </p:xfrm>
        <a:graphic>
          <a:graphicData uri="http://schemas.openxmlformats.org/presentationml/2006/ole">
            <mc:AlternateContent xmlns:mc="http://schemas.openxmlformats.org/markup-compatibility/2006">
              <mc:Choice xmlns:v="urn:schemas-microsoft-com:vml" Requires="v">
                <p:oleObj spid="_x0000_s56347" name="Equation" r:id="rId8" imgW="253890" imgH="431613" progId="Equation.3">
                  <p:embed/>
                </p:oleObj>
              </mc:Choice>
              <mc:Fallback>
                <p:oleObj name="Equation" r:id="rId8" imgW="253890" imgH="43161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7800" y="5181600"/>
                        <a:ext cx="365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3" name="Text Box 228"/>
          <p:cNvSpPr txBox="1">
            <a:spLocks noChangeArrowheads="1"/>
          </p:cNvSpPr>
          <p:nvPr/>
        </p:nvSpPr>
        <p:spPr bwMode="auto">
          <a:xfrm>
            <a:off x="5867400" y="4278313"/>
            <a:ext cx="32766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sv-SE" altLang="ja-JP" sz="1600">
                <a:solidFill>
                  <a:srgbClr val="0070C0"/>
                </a:solidFill>
                <a:latin typeface="Times New Roman" pitchFamily="18" charset="0"/>
                <a:ea typeface="ＭＳ Ｐゴシック" pitchFamily="34" charset="-128"/>
              </a:rPr>
              <a:t>+ Nếu </a:t>
            </a:r>
            <a:r>
              <a:rPr lang="sv-SE" altLang="ja-JP" sz="1600">
                <a:solidFill>
                  <a:srgbClr val="0070C0"/>
                </a:solidFill>
                <a:latin typeface="Times New Roman" pitchFamily="18" charset="0"/>
                <a:ea typeface="ＭＳ Ｐゴシック" pitchFamily="34" charset="-128"/>
                <a:sym typeface="Symbol" pitchFamily="18" charset="2"/>
              </a:rPr>
              <a:t></a:t>
            </a:r>
            <a:r>
              <a:rPr lang="sv-SE" altLang="ja-JP" sz="1600">
                <a:solidFill>
                  <a:srgbClr val="0070C0"/>
                </a:solidFill>
                <a:latin typeface="Times New Roman" pitchFamily="18" charset="0"/>
                <a:ea typeface="ＭＳ Ｐゴシック" pitchFamily="34" charset="-128"/>
              </a:rPr>
              <a:t> quá lớn (C quá lớn) </a:t>
            </a:r>
            <a:r>
              <a:rPr lang="sv-SE" altLang="ja-JP" sz="1600">
                <a:solidFill>
                  <a:srgbClr val="0070C0"/>
                </a:solidFill>
                <a:latin typeface="Times New Roman" pitchFamily="18" charset="0"/>
                <a:ea typeface="ＭＳ Ｐゴシック" pitchFamily="34" charset="-128"/>
                <a:sym typeface="Wingdings" pitchFamily="2" charset="2"/>
              </a:rPr>
              <a:t></a:t>
            </a:r>
            <a:r>
              <a:rPr lang="sv-SE" altLang="ja-JP" sz="1600">
                <a:solidFill>
                  <a:srgbClr val="0070C0"/>
                </a:solidFill>
                <a:latin typeface="Times New Roman" pitchFamily="18" charset="0"/>
                <a:ea typeface="ＭＳ Ｐゴシック" pitchFamily="34" charset="-128"/>
              </a:rPr>
              <a:t> vế thứ 2 của bất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ẳng thức không thoả mãn thì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iện áp  ra khi tụ phóng không biến thiên kịp với biên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ộ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iện áp vào gây méo tín hiệu</a:t>
            </a:r>
          </a:p>
          <a:p>
            <a:pPr eaLnBrk="1" hangingPunct="1"/>
            <a:r>
              <a:rPr lang="sv-SE" altLang="ja-JP" sz="1600">
                <a:solidFill>
                  <a:srgbClr val="0070C0"/>
                </a:solidFill>
                <a:latin typeface="Times New Roman" pitchFamily="18" charset="0"/>
                <a:ea typeface="ＭＳ Ｐゴシック" pitchFamily="34" charset="-128"/>
              </a:rPr>
              <a:t>+ </a:t>
            </a:r>
            <a:r>
              <a:rPr lang="sv-SE" altLang="ja-JP" sz="1600">
                <a:solidFill>
                  <a:srgbClr val="0070C0"/>
                </a:solidFill>
                <a:latin typeface="Times New Roman" pitchFamily="18" charset="0"/>
                <a:ea typeface="ＭＳ Ｐゴシック" pitchFamily="34" charset="-128"/>
                <a:sym typeface="Symbol" pitchFamily="18" charset="2"/>
              </a:rPr>
              <a:t></a:t>
            </a:r>
            <a:r>
              <a:rPr lang="sv-SE" altLang="ja-JP" sz="1600">
                <a:solidFill>
                  <a:srgbClr val="0070C0"/>
                </a:solidFill>
                <a:latin typeface="Times New Roman" pitchFamily="18" charset="0"/>
                <a:ea typeface="ＭＳ Ｐゴシック" pitchFamily="34" charset="-128"/>
              </a:rPr>
              <a:t> phải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ủ lớn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ể dạng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iện áp ra tải gần với dạng hình bao của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iện áp cao tần </a:t>
            </a:r>
            <a:r>
              <a:rPr lang="vi-VN" altLang="ja-JP" sz="1600">
                <a:solidFill>
                  <a:srgbClr val="0070C0"/>
                </a:solidFill>
                <a:latin typeface="Times New Roman" pitchFamily="18" charset="0"/>
                <a:ea typeface="ＭＳ Ｐゴシック" pitchFamily="34" charset="-128"/>
              </a:rPr>
              <a:t>đ</a:t>
            </a:r>
            <a:r>
              <a:rPr lang="sv-SE" altLang="ja-JP" sz="1600">
                <a:solidFill>
                  <a:srgbClr val="0070C0"/>
                </a:solidFill>
                <a:latin typeface="Times New Roman" pitchFamily="18" charset="0"/>
                <a:ea typeface="ＭＳ Ｐゴシック" pitchFamily="34" charset="-128"/>
              </a:rPr>
              <a:t>ầu vào.</a:t>
            </a:r>
            <a:endParaRPr lang="en-US" altLang="en-US" sz="1600">
              <a:solidFill>
                <a:srgbClr val="0070C0"/>
              </a:solidFill>
              <a:latin typeface="Times New Roman" pitchFamily="18" charset="0"/>
            </a:endParaRPr>
          </a:p>
        </p:txBody>
      </p:sp>
    </p:spTree>
    <p:extLst>
      <p:ext uri="{BB962C8B-B14F-4D97-AF65-F5344CB8AC3E}">
        <p14:creationId xmlns:p14="http://schemas.microsoft.com/office/powerpoint/2010/main" val="3871176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sv-SE" altLang="ja-JP" smtClean="0">
                <a:latin typeface="Times New Roman" pitchFamily="18" charset="0"/>
                <a:ea typeface="ＭＳ Ｐゴシック" pitchFamily="34" charset="-128"/>
              </a:rPr>
              <a:t>Mạch tách sóng biên </a:t>
            </a:r>
            <a:r>
              <a:rPr lang="vi-VN" altLang="ja-JP" smtClean="0">
                <a:latin typeface="Times New Roman" pitchFamily="18" charset="0"/>
                <a:ea typeface="ＭＳ Ｐゴシック" pitchFamily="34" charset="-128"/>
              </a:rPr>
              <a:t>đ</a:t>
            </a:r>
            <a:r>
              <a:rPr lang="sv-SE" altLang="ja-JP" smtClean="0">
                <a:latin typeface="Times New Roman" pitchFamily="18" charset="0"/>
                <a:ea typeface="ＭＳ Ｐゴシック" pitchFamily="34" charset="-128"/>
              </a:rPr>
              <a:t>ộ dùng mạch chỉnh l</a:t>
            </a:r>
            <a:r>
              <a:rPr lang="vi-VN" altLang="ja-JP" smtClean="0">
                <a:latin typeface="Times New Roman" pitchFamily="18" charset="0"/>
                <a:ea typeface="ＭＳ Ｐゴシック" pitchFamily="34" charset="-128"/>
              </a:rPr>
              <a:t>ư</a:t>
            </a:r>
            <a:r>
              <a:rPr lang="sv-SE" altLang="ja-JP" smtClean="0">
                <a:latin typeface="Times New Roman" pitchFamily="18" charset="0"/>
                <a:ea typeface="ＭＳ Ｐゴシック" pitchFamily="34" charset="-128"/>
              </a:rPr>
              <a:t>u</a:t>
            </a:r>
            <a:endParaRPr lang="en-US" altLang="en-US" smtClean="0">
              <a:latin typeface="Times New Roman" pitchFamily="18" charset="0"/>
              <a:ea typeface="ＭＳ Ｐゴシック" pitchFamily="34" charset="-128"/>
            </a:endParaRPr>
          </a:p>
        </p:txBody>
      </p:sp>
      <p:sp>
        <p:nvSpPr>
          <p:cNvPr id="19459" name="Rectangle 3"/>
          <p:cNvSpPr>
            <a:spLocks noGrp="1" noChangeArrowheads="1"/>
          </p:cNvSpPr>
          <p:nvPr>
            <p:ph type="body" idx="1"/>
          </p:nvPr>
        </p:nvSpPr>
        <p:spPr/>
        <p:txBody>
          <a:bodyPr/>
          <a:lstStyle/>
          <a:p>
            <a:pPr eaLnBrk="1" hangingPunct="1"/>
            <a:r>
              <a:rPr lang="en-US" altLang="en-US" smtClean="0">
                <a:latin typeface="Times New Roman" pitchFamily="18" charset="0"/>
              </a:rPr>
              <a:t>Dạng sóng </a:t>
            </a:r>
          </a:p>
        </p:txBody>
      </p:sp>
      <p:grpSp>
        <p:nvGrpSpPr>
          <p:cNvPr id="19460" name="Group 4"/>
          <p:cNvGrpSpPr>
            <a:grpSpLocks/>
          </p:cNvGrpSpPr>
          <p:nvPr/>
        </p:nvGrpSpPr>
        <p:grpSpPr bwMode="auto">
          <a:xfrm>
            <a:off x="1600200" y="2667000"/>
            <a:ext cx="2667000" cy="1981200"/>
            <a:chOff x="1912" y="9396"/>
            <a:chExt cx="3788" cy="2867"/>
          </a:xfrm>
        </p:grpSpPr>
        <p:grpSp>
          <p:nvGrpSpPr>
            <p:cNvPr id="19583" name="Group 5"/>
            <p:cNvGrpSpPr>
              <a:grpSpLocks/>
            </p:cNvGrpSpPr>
            <p:nvPr/>
          </p:nvGrpSpPr>
          <p:grpSpPr bwMode="auto">
            <a:xfrm>
              <a:off x="1912" y="9424"/>
              <a:ext cx="3788" cy="2839"/>
              <a:chOff x="1500" y="2400"/>
              <a:chExt cx="4200" cy="3060"/>
            </a:xfrm>
          </p:grpSpPr>
          <p:sp>
            <p:nvSpPr>
              <p:cNvPr id="19585" name="Freeform 6"/>
              <p:cNvSpPr>
                <a:spLocks/>
              </p:cNvSpPr>
              <p:nvPr/>
            </p:nvSpPr>
            <p:spPr bwMode="auto">
              <a:xfrm>
                <a:off x="1500" y="3991"/>
                <a:ext cx="4200" cy="179"/>
              </a:xfrm>
              <a:custGeom>
                <a:avLst/>
                <a:gdLst>
                  <a:gd name="T0" fmla="*/ 0 w 690"/>
                  <a:gd name="T1" fmla="*/ 0 h 179"/>
                  <a:gd name="T2" fmla="*/ 8339 w 690"/>
                  <a:gd name="T3" fmla="*/ 0 h 179"/>
                  <a:gd name="T4" fmla="*/ 947210 w 690"/>
                  <a:gd name="T5" fmla="*/ 0 h 179"/>
                  <a:gd name="T6" fmla="*/ 0 60000 65536"/>
                  <a:gd name="T7" fmla="*/ 0 60000 65536"/>
                  <a:gd name="T8" fmla="*/ 0 60000 65536"/>
                  <a:gd name="T9" fmla="*/ 0 w 690"/>
                  <a:gd name="T10" fmla="*/ 0 h 179"/>
                  <a:gd name="T11" fmla="*/ 690 w 690"/>
                  <a:gd name="T12" fmla="*/ 179 h 179"/>
                </a:gdLst>
                <a:ahLst/>
                <a:cxnLst>
                  <a:cxn ang="T6">
                    <a:pos x="T0" y="T1"/>
                  </a:cxn>
                  <a:cxn ang="T7">
                    <a:pos x="T2" y="T3"/>
                  </a:cxn>
                  <a:cxn ang="T8">
                    <a:pos x="T4" y="T5"/>
                  </a:cxn>
                </a:cxnLst>
                <a:rect l="T9" t="T10" r="T11" b="T12"/>
                <a:pathLst>
                  <a:path w="690" h="179">
                    <a:moveTo>
                      <a:pt x="0" y="0"/>
                    </a:moveTo>
                    <a:lnTo>
                      <a:pt x="6" y="0"/>
                    </a:lnTo>
                    <a:lnTo>
                      <a:pt x="690" y="0"/>
                    </a:lnTo>
                  </a:path>
                </a:pathLst>
              </a:custGeom>
              <a:noFill/>
              <a:ln w="0">
                <a:solidFill>
                  <a:srgbClr val="000000"/>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586" name="Line 7"/>
              <p:cNvSpPr>
                <a:spLocks noChangeShapeType="1"/>
              </p:cNvSpPr>
              <p:nvPr/>
            </p:nvSpPr>
            <p:spPr bwMode="auto">
              <a:xfrm>
                <a:off x="1500" y="2400"/>
                <a:ext cx="0" cy="3060"/>
              </a:xfrm>
              <a:prstGeom prst="line">
                <a:avLst/>
              </a:prstGeom>
              <a:noFill/>
              <a:ln w="0">
                <a:solidFill>
                  <a:srgbClr val="000000"/>
                </a:solidFill>
                <a:round/>
                <a:headEnd type="arrow" w="med" len="med"/>
                <a:tailEnd/>
              </a:ln>
              <a:extLst>
                <a:ext uri="{909E8E84-426E-40DD-AFC4-6F175D3DCCD1}">
                  <a14:hiddenFill xmlns:a14="http://schemas.microsoft.com/office/drawing/2010/main">
                    <a:noFill/>
                  </a14:hiddenFill>
                </a:ext>
              </a:extLst>
            </p:spPr>
            <p:txBody>
              <a:bodyPr/>
              <a:lstStyle/>
              <a:p>
                <a:endParaRPr lang="en-US"/>
              </a:p>
            </p:txBody>
          </p:sp>
          <p:sp>
            <p:nvSpPr>
              <p:cNvPr id="19587" name="Line 8"/>
              <p:cNvSpPr>
                <a:spLocks noChangeShapeType="1"/>
              </p:cNvSpPr>
              <p:nvPr/>
            </p:nvSpPr>
            <p:spPr bwMode="auto">
              <a:xfrm>
                <a:off x="1500" y="3795"/>
                <a:ext cx="3"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8" name="Line 9"/>
              <p:cNvSpPr>
                <a:spLocks noChangeShapeType="1"/>
              </p:cNvSpPr>
              <p:nvPr/>
            </p:nvSpPr>
            <p:spPr bwMode="auto">
              <a:xfrm>
                <a:off x="1500" y="3804"/>
                <a:ext cx="63"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89" name="Line 10"/>
              <p:cNvSpPr>
                <a:spLocks noChangeShapeType="1"/>
              </p:cNvSpPr>
              <p:nvPr/>
            </p:nvSpPr>
            <p:spPr bwMode="auto">
              <a:xfrm>
                <a:off x="1563" y="3858"/>
                <a:ext cx="32" cy="1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0" name="Line 11"/>
              <p:cNvSpPr>
                <a:spLocks noChangeShapeType="1"/>
              </p:cNvSpPr>
              <p:nvPr/>
            </p:nvSpPr>
            <p:spPr bwMode="auto">
              <a:xfrm>
                <a:off x="1595" y="4010"/>
                <a:ext cx="32"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1" name="Line 12"/>
              <p:cNvSpPr>
                <a:spLocks noChangeShapeType="1"/>
              </p:cNvSpPr>
              <p:nvPr/>
            </p:nvSpPr>
            <p:spPr bwMode="auto">
              <a:xfrm>
                <a:off x="1627" y="4188"/>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2" name="Line 13"/>
              <p:cNvSpPr>
                <a:spLocks noChangeShapeType="1"/>
              </p:cNvSpPr>
              <p:nvPr/>
            </p:nvSpPr>
            <p:spPr bwMode="auto">
              <a:xfrm>
                <a:off x="1690" y="4322"/>
                <a:ext cx="32"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3" name="Line 14"/>
              <p:cNvSpPr>
                <a:spLocks noChangeShapeType="1"/>
              </p:cNvSpPr>
              <p:nvPr/>
            </p:nvSpPr>
            <p:spPr bwMode="auto">
              <a:xfrm flipV="1">
                <a:off x="1722" y="4161"/>
                <a:ext cx="31" cy="17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4" name="Line 15"/>
              <p:cNvSpPr>
                <a:spLocks noChangeShapeType="1"/>
              </p:cNvSpPr>
              <p:nvPr/>
            </p:nvSpPr>
            <p:spPr bwMode="auto">
              <a:xfrm flipV="1">
                <a:off x="1753" y="3875"/>
                <a:ext cx="61" cy="2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5" name="Line 16"/>
              <p:cNvSpPr>
                <a:spLocks noChangeShapeType="1"/>
              </p:cNvSpPr>
              <p:nvPr/>
            </p:nvSpPr>
            <p:spPr bwMode="auto">
              <a:xfrm flipV="1">
                <a:off x="1814" y="3573"/>
                <a:ext cx="31" cy="30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6" name="Line 17"/>
              <p:cNvSpPr>
                <a:spLocks noChangeShapeType="1"/>
              </p:cNvSpPr>
              <p:nvPr/>
            </p:nvSpPr>
            <p:spPr bwMode="auto">
              <a:xfrm flipV="1">
                <a:off x="1845" y="3376"/>
                <a:ext cx="64" cy="1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7" name="Line 18"/>
              <p:cNvSpPr>
                <a:spLocks noChangeShapeType="1"/>
              </p:cNvSpPr>
              <p:nvPr/>
            </p:nvSpPr>
            <p:spPr bwMode="auto">
              <a:xfrm>
                <a:off x="1909" y="3376"/>
                <a:ext cx="31"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8" name="Line 19"/>
              <p:cNvSpPr>
                <a:spLocks noChangeShapeType="1"/>
              </p:cNvSpPr>
              <p:nvPr/>
            </p:nvSpPr>
            <p:spPr bwMode="auto">
              <a:xfrm>
                <a:off x="1940" y="3394"/>
                <a:ext cx="32"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99" name="Line 20"/>
              <p:cNvSpPr>
                <a:spLocks noChangeShapeType="1"/>
              </p:cNvSpPr>
              <p:nvPr/>
            </p:nvSpPr>
            <p:spPr bwMode="auto">
              <a:xfrm>
                <a:off x="1972" y="3662"/>
                <a:ext cx="63" cy="4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0" name="Line 21"/>
              <p:cNvSpPr>
                <a:spLocks noChangeShapeType="1"/>
              </p:cNvSpPr>
              <p:nvPr/>
            </p:nvSpPr>
            <p:spPr bwMode="auto">
              <a:xfrm>
                <a:off x="2035" y="4090"/>
                <a:ext cx="32"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1" name="Line 22"/>
              <p:cNvSpPr>
                <a:spLocks noChangeShapeType="1"/>
              </p:cNvSpPr>
              <p:nvPr/>
            </p:nvSpPr>
            <p:spPr bwMode="auto">
              <a:xfrm>
                <a:off x="2067" y="4519"/>
                <a:ext cx="63" cy="2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2" name="Line 23"/>
              <p:cNvSpPr>
                <a:spLocks noChangeShapeType="1"/>
              </p:cNvSpPr>
              <p:nvPr/>
            </p:nvSpPr>
            <p:spPr bwMode="auto">
              <a:xfrm flipV="1">
                <a:off x="2130" y="4724"/>
                <a:ext cx="29" cy="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3" name="Line 24"/>
              <p:cNvSpPr>
                <a:spLocks noChangeShapeType="1"/>
              </p:cNvSpPr>
              <p:nvPr/>
            </p:nvSpPr>
            <p:spPr bwMode="auto">
              <a:xfrm flipV="1">
                <a:off x="2159" y="4357"/>
                <a:ext cx="32" cy="36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4" name="Line 25"/>
              <p:cNvSpPr>
                <a:spLocks noChangeShapeType="1"/>
              </p:cNvSpPr>
              <p:nvPr/>
            </p:nvSpPr>
            <p:spPr bwMode="auto">
              <a:xfrm flipV="1">
                <a:off x="2191" y="3804"/>
                <a:ext cx="63" cy="55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5" name="Line 26"/>
              <p:cNvSpPr>
                <a:spLocks noChangeShapeType="1"/>
              </p:cNvSpPr>
              <p:nvPr/>
            </p:nvSpPr>
            <p:spPr bwMode="auto">
              <a:xfrm flipV="1">
                <a:off x="2254" y="3269"/>
                <a:ext cx="32" cy="53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6" name="Line 27"/>
              <p:cNvSpPr>
                <a:spLocks noChangeShapeType="1"/>
              </p:cNvSpPr>
              <p:nvPr/>
            </p:nvSpPr>
            <p:spPr bwMode="auto">
              <a:xfrm flipV="1">
                <a:off x="2286" y="2965"/>
                <a:ext cx="31" cy="30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7" name="Line 28"/>
              <p:cNvSpPr>
                <a:spLocks noChangeShapeType="1"/>
              </p:cNvSpPr>
              <p:nvPr/>
            </p:nvSpPr>
            <p:spPr bwMode="auto">
              <a:xfrm>
                <a:off x="2317" y="2965"/>
                <a:ext cx="64" cy="8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8" name="Line 29"/>
              <p:cNvSpPr>
                <a:spLocks noChangeShapeType="1"/>
              </p:cNvSpPr>
              <p:nvPr/>
            </p:nvSpPr>
            <p:spPr bwMode="auto">
              <a:xfrm>
                <a:off x="2381" y="3046"/>
                <a:ext cx="31" cy="4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09" name="Line 30"/>
              <p:cNvSpPr>
                <a:spLocks noChangeShapeType="1"/>
              </p:cNvSpPr>
              <p:nvPr/>
            </p:nvSpPr>
            <p:spPr bwMode="auto">
              <a:xfrm>
                <a:off x="2412" y="3492"/>
                <a:ext cx="64" cy="6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0" name="Line 31"/>
              <p:cNvSpPr>
                <a:spLocks noChangeShapeType="1"/>
              </p:cNvSpPr>
              <p:nvPr/>
            </p:nvSpPr>
            <p:spPr bwMode="auto">
              <a:xfrm>
                <a:off x="2476" y="4144"/>
                <a:ext cx="29" cy="62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1" name="Line 32"/>
              <p:cNvSpPr>
                <a:spLocks noChangeShapeType="1"/>
              </p:cNvSpPr>
              <p:nvPr/>
            </p:nvSpPr>
            <p:spPr bwMode="auto">
              <a:xfrm>
                <a:off x="2505" y="4768"/>
                <a:ext cx="31" cy="32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2" name="Line 33"/>
              <p:cNvSpPr>
                <a:spLocks noChangeShapeType="1"/>
              </p:cNvSpPr>
              <p:nvPr/>
            </p:nvSpPr>
            <p:spPr bwMode="auto">
              <a:xfrm flipV="1">
                <a:off x="2536" y="4992"/>
                <a:ext cx="64"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3" name="Line 34"/>
              <p:cNvSpPr>
                <a:spLocks noChangeShapeType="1"/>
              </p:cNvSpPr>
              <p:nvPr/>
            </p:nvSpPr>
            <p:spPr bwMode="auto">
              <a:xfrm flipV="1">
                <a:off x="2600" y="4483"/>
                <a:ext cx="31" cy="50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4" name="Line 35"/>
              <p:cNvSpPr>
                <a:spLocks noChangeShapeType="1"/>
              </p:cNvSpPr>
              <p:nvPr/>
            </p:nvSpPr>
            <p:spPr bwMode="auto">
              <a:xfrm flipV="1">
                <a:off x="2631" y="3760"/>
                <a:ext cx="32" cy="72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5" name="Line 36"/>
              <p:cNvSpPr>
                <a:spLocks noChangeShapeType="1"/>
              </p:cNvSpPr>
              <p:nvPr/>
            </p:nvSpPr>
            <p:spPr bwMode="auto">
              <a:xfrm flipV="1">
                <a:off x="2663" y="3100"/>
                <a:ext cx="63" cy="66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6" name="Line 37"/>
              <p:cNvSpPr>
                <a:spLocks noChangeShapeType="1"/>
              </p:cNvSpPr>
              <p:nvPr/>
            </p:nvSpPr>
            <p:spPr bwMode="auto">
              <a:xfrm flipV="1">
                <a:off x="2726" y="2760"/>
                <a:ext cx="32" cy="34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7" name="Line 38"/>
              <p:cNvSpPr>
                <a:spLocks noChangeShapeType="1"/>
              </p:cNvSpPr>
              <p:nvPr/>
            </p:nvSpPr>
            <p:spPr bwMode="auto">
              <a:xfrm>
                <a:off x="2758" y="2760"/>
                <a:ext cx="63" cy="11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8" name="Line 39"/>
              <p:cNvSpPr>
                <a:spLocks noChangeShapeType="1"/>
              </p:cNvSpPr>
              <p:nvPr/>
            </p:nvSpPr>
            <p:spPr bwMode="auto">
              <a:xfrm>
                <a:off x="2821" y="2876"/>
                <a:ext cx="29" cy="5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19" name="Line 40"/>
              <p:cNvSpPr>
                <a:spLocks noChangeShapeType="1"/>
              </p:cNvSpPr>
              <p:nvPr/>
            </p:nvSpPr>
            <p:spPr bwMode="auto">
              <a:xfrm>
                <a:off x="2850" y="3420"/>
                <a:ext cx="32" cy="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0" name="Line 41"/>
              <p:cNvSpPr>
                <a:spLocks noChangeShapeType="1"/>
              </p:cNvSpPr>
              <p:nvPr/>
            </p:nvSpPr>
            <p:spPr bwMode="auto">
              <a:xfrm>
                <a:off x="2882" y="4170"/>
                <a:ext cx="63" cy="66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1" name="Line 42"/>
              <p:cNvSpPr>
                <a:spLocks noChangeShapeType="1"/>
              </p:cNvSpPr>
              <p:nvPr/>
            </p:nvSpPr>
            <p:spPr bwMode="auto">
              <a:xfrm>
                <a:off x="2945" y="4839"/>
                <a:ext cx="32" cy="3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2" name="Line 43"/>
              <p:cNvSpPr>
                <a:spLocks noChangeShapeType="1"/>
              </p:cNvSpPr>
              <p:nvPr/>
            </p:nvSpPr>
            <p:spPr bwMode="auto">
              <a:xfrm flipV="1">
                <a:off x="2977" y="5036"/>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3" name="Line 44"/>
              <p:cNvSpPr>
                <a:spLocks noChangeShapeType="1"/>
              </p:cNvSpPr>
              <p:nvPr/>
            </p:nvSpPr>
            <p:spPr bwMode="auto">
              <a:xfrm flipV="1">
                <a:off x="3040" y="4492"/>
                <a:ext cx="32" cy="5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4" name="Line 45"/>
              <p:cNvSpPr>
                <a:spLocks noChangeShapeType="1"/>
              </p:cNvSpPr>
              <p:nvPr/>
            </p:nvSpPr>
            <p:spPr bwMode="auto">
              <a:xfrm flipV="1">
                <a:off x="3072" y="3760"/>
                <a:ext cx="31" cy="7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5" name="Line 46"/>
              <p:cNvSpPr>
                <a:spLocks noChangeShapeType="1"/>
              </p:cNvSpPr>
              <p:nvPr/>
            </p:nvSpPr>
            <p:spPr bwMode="auto">
              <a:xfrm flipV="1">
                <a:off x="3103" y="3126"/>
                <a:ext cx="64" cy="6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6" name="Line 47"/>
              <p:cNvSpPr>
                <a:spLocks noChangeShapeType="1"/>
              </p:cNvSpPr>
              <p:nvPr/>
            </p:nvSpPr>
            <p:spPr bwMode="auto">
              <a:xfrm flipV="1">
                <a:off x="3167" y="2823"/>
                <a:ext cx="28" cy="3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7" name="Line 48"/>
              <p:cNvSpPr>
                <a:spLocks noChangeShapeType="1"/>
              </p:cNvSpPr>
              <p:nvPr/>
            </p:nvSpPr>
            <p:spPr bwMode="auto">
              <a:xfrm>
                <a:off x="3195" y="2823"/>
                <a:ext cx="32" cy="1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8" name="Line 49"/>
              <p:cNvSpPr>
                <a:spLocks noChangeShapeType="1"/>
              </p:cNvSpPr>
              <p:nvPr/>
            </p:nvSpPr>
            <p:spPr bwMode="auto">
              <a:xfrm>
                <a:off x="3227" y="2965"/>
                <a:ext cx="63" cy="50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29" name="Line 50"/>
              <p:cNvSpPr>
                <a:spLocks noChangeShapeType="1"/>
              </p:cNvSpPr>
              <p:nvPr/>
            </p:nvSpPr>
            <p:spPr bwMode="auto">
              <a:xfrm>
                <a:off x="3290" y="3474"/>
                <a:ext cx="32" cy="67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0" name="Line 51"/>
              <p:cNvSpPr>
                <a:spLocks noChangeShapeType="1"/>
              </p:cNvSpPr>
              <p:nvPr/>
            </p:nvSpPr>
            <p:spPr bwMode="auto">
              <a:xfrm>
                <a:off x="3322" y="4144"/>
                <a:ext cx="63" cy="5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1" name="Line 52"/>
              <p:cNvSpPr>
                <a:spLocks noChangeShapeType="1"/>
              </p:cNvSpPr>
              <p:nvPr/>
            </p:nvSpPr>
            <p:spPr bwMode="auto">
              <a:xfrm>
                <a:off x="3385" y="4715"/>
                <a:ext cx="32" cy="25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2" name="Line 53"/>
              <p:cNvSpPr>
                <a:spLocks noChangeShapeType="1"/>
              </p:cNvSpPr>
              <p:nvPr/>
            </p:nvSpPr>
            <p:spPr bwMode="auto">
              <a:xfrm flipV="1">
                <a:off x="3417" y="4839"/>
                <a:ext cx="32" cy="13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3" name="Line 54"/>
              <p:cNvSpPr>
                <a:spLocks noChangeShapeType="1"/>
              </p:cNvSpPr>
              <p:nvPr/>
            </p:nvSpPr>
            <p:spPr bwMode="auto">
              <a:xfrm flipV="1">
                <a:off x="3449" y="4384"/>
                <a:ext cx="63" cy="4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4" name="Line 55"/>
              <p:cNvSpPr>
                <a:spLocks noChangeShapeType="1"/>
              </p:cNvSpPr>
              <p:nvPr/>
            </p:nvSpPr>
            <p:spPr bwMode="auto">
              <a:xfrm flipV="1">
                <a:off x="3512" y="3804"/>
                <a:ext cx="29" cy="5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5" name="Line 56"/>
              <p:cNvSpPr>
                <a:spLocks noChangeShapeType="1"/>
              </p:cNvSpPr>
              <p:nvPr/>
            </p:nvSpPr>
            <p:spPr bwMode="auto">
              <a:xfrm flipV="1">
                <a:off x="3541" y="3340"/>
                <a:ext cx="31" cy="46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6" name="Line 57"/>
              <p:cNvSpPr>
                <a:spLocks noChangeShapeType="1"/>
              </p:cNvSpPr>
              <p:nvPr/>
            </p:nvSpPr>
            <p:spPr bwMode="auto">
              <a:xfrm flipV="1">
                <a:off x="3572" y="3135"/>
                <a:ext cx="64" cy="20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7" name="Line 58"/>
              <p:cNvSpPr>
                <a:spLocks noChangeShapeType="1"/>
              </p:cNvSpPr>
              <p:nvPr/>
            </p:nvSpPr>
            <p:spPr bwMode="auto">
              <a:xfrm>
                <a:off x="3636" y="3135"/>
                <a:ext cx="31" cy="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8" name="Line 59"/>
              <p:cNvSpPr>
                <a:spLocks noChangeShapeType="1"/>
              </p:cNvSpPr>
              <p:nvPr/>
            </p:nvSpPr>
            <p:spPr bwMode="auto">
              <a:xfrm>
                <a:off x="3667" y="3260"/>
                <a:ext cx="64" cy="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39" name="Line 60"/>
              <p:cNvSpPr>
                <a:spLocks noChangeShapeType="1"/>
              </p:cNvSpPr>
              <p:nvPr/>
            </p:nvSpPr>
            <p:spPr bwMode="auto">
              <a:xfrm>
                <a:off x="3731" y="3635"/>
                <a:ext cx="31" cy="4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0" name="Line 61"/>
              <p:cNvSpPr>
                <a:spLocks noChangeShapeType="1"/>
              </p:cNvSpPr>
              <p:nvPr/>
            </p:nvSpPr>
            <p:spPr bwMode="auto">
              <a:xfrm>
                <a:off x="3762" y="4081"/>
                <a:ext cx="32" cy="3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1" name="Line 62"/>
              <p:cNvSpPr>
                <a:spLocks noChangeShapeType="1"/>
              </p:cNvSpPr>
              <p:nvPr/>
            </p:nvSpPr>
            <p:spPr bwMode="auto">
              <a:xfrm>
                <a:off x="3794" y="4438"/>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2" name="Line 63"/>
              <p:cNvSpPr>
                <a:spLocks noChangeShapeType="1"/>
              </p:cNvSpPr>
              <p:nvPr/>
            </p:nvSpPr>
            <p:spPr bwMode="auto">
              <a:xfrm flipV="1">
                <a:off x="3857" y="4465"/>
                <a:ext cx="29" cy="1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3" name="Line 64"/>
              <p:cNvSpPr>
                <a:spLocks noChangeShapeType="1"/>
              </p:cNvSpPr>
              <p:nvPr/>
            </p:nvSpPr>
            <p:spPr bwMode="auto">
              <a:xfrm flipV="1">
                <a:off x="3886" y="4197"/>
                <a:ext cx="32"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4" name="Line 65"/>
              <p:cNvSpPr>
                <a:spLocks noChangeShapeType="1"/>
              </p:cNvSpPr>
              <p:nvPr/>
            </p:nvSpPr>
            <p:spPr bwMode="auto">
              <a:xfrm flipV="1">
                <a:off x="3918" y="3884"/>
                <a:ext cx="63" cy="3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5" name="Line 66"/>
              <p:cNvSpPr>
                <a:spLocks noChangeShapeType="1"/>
              </p:cNvSpPr>
              <p:nvPr/>
            </p:nvSpPr>
            <p:spPr bwMode="auto">
              <a:xfrm flipV="1">
                <a:off x="3981" y="3653"/>
                <a:ext cx="32" cy="2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6" name="Line 67"/>
              <p:cNvSpPr>
                <a:spLocks noChangeShapeType="1"/>
              </p:cNvSpPr>
              <p:nvPr/>
            </p:nvSpPr>
            <p:spPr bwMode="auto">
              <a:xfrm flipV="1">
                <a:off x="4013" y="3582"/>
                <a:ext cx="63"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7" name="Line 68"/>
              <p:cNvSpPr>
                <a:spLocks noChangeShapeType="1"/>
              </p:cNvSpPr>
              <p:nvPr/>
            </p:nvSpPr>
            <p:spPr bwMode="auto">
              <a:xfrm>
                <a:off x="4076" y="3582"/>
                <a:ext cx="32" cy="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8" name="Line 69"/>
              <p:cNvSpPr>
                <a:spLocks noChangeShapeType="1"/>
              </p:cNvSpPr>
              <p:nvPr/>
            </p:nvSpPr>
            <p:spPr bwMode="auto">
              <a:xfrm>
                <a:off x="4108" y="3662"/>
                <a:ext cx="31" cy="16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49" name="Line 70"/>
              <p:cNvSpPr>
                <a:spLocks noChangeShapeType="1"/>
              </p:cNvSpPr>
              <p:nvPr/>
            </p:nvSpPr>
            <p:spPr bwMode="auto">
              <a:xfrm>
                <a:off x="4139" y="3831"/>
                <a:ext cx="64"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0" name="Line 71"/>
              <p:cNvSpPr>
                <a:spLocks noChangeShapeType="1"/>
              </p:cNvSpPr>
              <p:nvPr/>
            </p:nvSpPr>
            <p:spPr bwMode="auto">
              <a:xfrm>
                <a:off x="4203" y="4010"/>
                <a:ext cx="29"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1" name="Line 72"/>
              <p:cNvSpPr>
                <a:spLocks noChangeShapeType="1"/>
              </p:cNvSpPr>
              <p:nvPr/>
            </p:nvSpPr>
            <p:spPr bwMode="auto">
              <a:xfrm>
                <a:off x="4232" y="4108"/>
                <a:ext cx="63"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2" name="Line 73"/>
              <p:cNvSpPr>
                <a:spLocks noChangeShapeType="1"/>
              </p:cNvSpPr>
              <p:nvPr/>
            </p:nvSpPr>
            <p:spPr bwMode="auto">
              <a:xfrm flipV="1">
                <a:off x="4295" y="4072"/>
                <a:ext cx="32"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3" name="Line 74"/>
              <p:cNvSpPr>
                <a:spLocks noChangeShapeType="1"/>
              </p:cNvSpPr>
              <p:nvPr/>
            </p:nvSpPr>
            <p:spPr bwMode="auto">
              <a:xfrm flipV="1">
                <a:off x="4327" y="4001"/>
                <a:ext cx="31"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4" name="Line 75"/>
              <p:cNvSpPr>
                <a:spLocks noChangeShapeType="1"/>
              </p:cNvSpPr>
              <p:nvPr/>
            </p:nvSpPr>
            <p:spPr bwMode="auto">
              <a:xfrm flipV="1">
                <a:off x="4358" y="3956"/>
                <a:ext cx="63"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5" name="Line 76"/>
              <p:cNvSpPr>
                <a:spLocks noChangeShapeType="1"/>
              </p:cNvSpPr>
              <p:nvPr/>
            </p:nvSpPr>
            <p:spPr bwMode="auto">
              <a:xfrm>
                <a:off x="4421" y="3956"/>
                <a:ext cx="3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6" name="Line 77"/>
              <p:cNvSpPr>
                <a:spLocks noChangeShapeType="1"/>
              </p:cNvSpPr>
              <p:nvPr/>
            </p:nvSpPr>
            <p:spPr bwMode="auto">
              <a:xfrm>
                <a:off x="4453" y="3956"/>
                <a:ext cx="32" cy="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7" name="Line 78"/>
              <p:cNvSpPr>
                <a:spLocks noChangeShapeType="1"/>
              </p:cNvSpPr>
              <p:nvPr/>
            </p:nvSpPr>
            <p:spPr bwMode="auto">
              <a:xfrm>
                <a:off x="4485" y="3983"/>
                <a:ext cx="63" cy="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8" name="Line 79"/>
              <p:cNvSpPr>
                <a:spLocks noChangeShapeType="1"/>
              </p:cNvSpPr>
              <p:nvPr/>
            </p:nvSpPr>
            <p:spPr bwMode="auto">
              <a:xfrm flipV="1">
                <a:off x="4548" y="4001"/>
                <a:ext cx="29"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59" name="Line 80"/>
              <p:cNvSpPr>
                <a:spLocks noChangeShapeType="1"/>
              </p:cNvSpPr>
              <p:nvPr/>
            </p:nvSpPr>
            <p:spPr bwMode="auto">
              <a:xfrm flipV="1">
                <a:off x="4577" y="3947"/>
                <a:ext cx="63"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0" name="Line 81"/>
              <p:cNvSpPr>
                <a:spLocks noChangeShapeType="1"/>
              </p:cNvSpPr>
              <p:nvPr/>
            </p:nvSpPr>
            <p:spPr bwMode="auto">
              <a:xfrm flipV="1">
                <a:off x="4640" y="3867"/>
                <a:ext cx="32" cy="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1" name="Line 82"/>
              <p:cNvSpPr>
                <a:spLocks noChangeShapeType="1"/>
              </p:cNvSpPr>
              <p:nvPr/>
            </p:nvSpPr>
            <p:spPr bwMode="auto">
              <a:xfrm flipV="1">
                <a:off x="4672" y="3804"/>
                <a:ext cx="32" cy="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2" name="Line 83"/>
              <p:cNvSpPr>
                <a:spLocks noChangeShapeType="1"/>
              </p:cNvSpPr>
              <p:nvPr/>
            </p:nvSpPr>
            <p:spPr bwMode="auto">
              <a:xfrm>
                <a:off x="4704" y="3804"/>
                <a:ext cx="6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3" name="Line 84"/>
              <p:cNvSpPr>
                <a:spLocks noChangeShapeType="1"/>
              </p:cNvSpPr>
              <p:nvPr/>
            </p:nvSpPr>
            <p:spPr bwMode="auto">
              <a:xfrm>
                <a:off x="4767" y="3804"/>
                <a:ext cx="32"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4" name="Line 85"/>
              <p:cNvSpPr>
                <a:spLocks noChangeShapeType="1"/>
              </p:cNvSpPr>
              <p:nvPr/>
            </p:nvSpPr>
            <p:spPr bwMode="auto">
              <a:xfrm>
                <a:off x="4799" y="3875"/>
                <a:ext cx="31" cy="1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5" name="Line 86"/>
              <p:cNvSpPr>
                <a:spLocks noChangeShapeType="1"/>
              </p:cNvSpPr>
              <p:nvPr/>
            </p:nvSpPr>
            <p:spPr bwMode="auto">
              <a:xfrm>
                <a:off x="4830" y="4001"/>
                <a:ext cx="64" cy="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6" name="Line 87"/>
              <p:cNvSpPr>
                <a:spLocks noChangeShapeType="1"/>
              </p:cNvSpPr>
              <p:nvPr/>
            </p:nvSpPr>
            <p:spPr bwMode="auto">
              <a:xfrm>
                <a:off x="4894" y="4126"/>
                <a:ext cx="28"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7" name="Line 88"/>
              <p:cNvSpPr>
                <a:spLocks noChangeShapeType="1"/>
              </p:cNvSpPr>
              <p:nvPr/>
            </p:nvSpPr>
            <p:spPr bwMode="auto">
              <a:xfrm flipV="1">
                <a:off x="4922" y="4179"/>
                <a:ext cx="64"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8" name="Line 89"/>
              <p:cNvSpPr>
                <a:spLocks noChangeShapeType="1"/>
              </p:cNvSpPr>
              <p:nvPr/>
            </p:nvSpPr>
            <p:spPr bwMode="auto">
              <a:xfrm flipV="1">
                <a:off x="4986" y="4072"/>
                <a:ext cx="31" cy="1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69" name="Line 90"/>
              <p:cNvSpPr>
                <a:spLocks noChangeShapeType="1"/>
              </p:cNvSpPr>
              <p:nvPr/>
            </p:nvSpPr>
            <p:spPr bwMode="auto">
              <a:xfrm flipV="1">
                <a:off x="5017" y="3920"/>
                <a:ext cx="32" cy="1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0" name="Line 91"/>
              <p:cNvSpPr>
                <a:spLocks noChangeShapeType="1"/>
              </p:cNvSpPr>
              <p:nvPr/>
            </p:nvSpPr>
            <p:spPr bwMode="auto">
              <a:xfrm flipV="1">
                <a:off x="5049" y="3786"/>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1" name="Line 92"/>
              <p:cNvSpPr>
                <a:spLocks noChangeShapeType="1"/>
              </p:cNvSpPr>
              <p:nvPr/>
            </p:nvSpPr>
            <p:spPr bwMode="auto">
              <a:xfrm flipV="1">
                <a:off x="5112" y="3724"/>
                <a:ext cx="32" cy="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2" name="Line 93"/>
              <p:cNvSpPr>
                <a:spLocks noChangeShapeType="1"/>
              </p:cNvSpPr>
              <p:nvPr/>
            </p:nvSpPr>
            <p:spPr bwMode="auto">
              <a:xfrm>
                <a:off x="5144" y="3724"/>
                <a:ext cx="63" cy="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3" name="Line 94"/>
              <p:cNvSpPr>
                <a:spLocks noChangeShapeType="1"/>
              </p:cNvSpPr>
              <p:nvPr/>
            </p:nvSpPr>
            <p:spPr bwMode="auto">
              <a:xfrm>
                <a:off x="5207" y="3760"/>
                <a:ext cx="32" cy="1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4" name="Line 95"/>
              <p:cNvSpPr>
                <a:spLocks noChangeShapeType="1"/>
              </p:cNvSpPr>
              <p:nvPr/>
            </p:nvSpPr>
            <p:spPr bwMode="auto">
              <a:xfrm>
                <a:off x="5239" y="3867"/>
                <a:ext cx="29"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75" name="Line 96"/>
              <p:cNvSpPr>
                <a:spLocks noChangeShapeType="1"/>
              </p:cNvSpPr>
              <p:nvPr/>
            </p:nvSpPr>
            <p:spPr bwMode="auto">
              <a:xfrm>
                <a:off x="5268" y="4001"/>
                <a:ext cx="63"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9584" name="Text Box 97"/>
            <p:cNvSpPr txBox="1">
              <a:spLocks noChangeArrowheads="1"/>
            </p:cNvSpPr>
            <p:nvPr/>
          </p:nvSpPr>
          <p:spPr bwMode="auto">
            <a:xfrm>
              <a:off x="1912" y="9396"/>
              <a:ext cx="649"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200">
                  <a:latin typeface="Times New Roman" pitchFamily="18" charset="0"/>
                </a:rPr>
                <a:t>u</a:t>
              </a:r>
              <a:r>
                <a:rPr lang="vi-VN" altLang="en-US" sz="1200" baseline="-25000">
                  <a:latin typeface="Times New Roman" pitchFamily="18" charset="0"/>
                </a:rPr>
                <a:t>đ</a:t>
              </a:r>
              <a:r>
                <a:rPr lang="en-US" altLang="en-US" sz="1200" baseline="-25000">
                  <a:latin typeface="Times New Roman" pitchFamily="18" charset="0"/>
                </a:rPr>
                <a:t>b</a:t>
              </a:r>
              <a:endParaRPr lang="en-US" altLang="en-US" sz="1200">
                <a:latin typeface="Times New Roman" pitchFamily="18" charset="0"/>
              </a:endParaRPr>
            </a:p>
          </p:txBody>
        </p:sp>
      </p:grpSp>
      <p:grpSp>
        <p:nvGrpSpPr>
          <p:cNvPr id="19461" name="Group 98"/>
          <p:cNvGrpSpPr>
            <a:grpSpLocks/>
          </p:cNvGrpSpPr>
          <p:nvPr/>
        </p:nvGrpSpPr>
        <p:grpSpPr bwMode="auto">
          <a:xfrm>
            <a:off x="4495800" y="2514600"/>
            <a:ext cx="2286000" cy="1295400"/>
            <a:chOff x="5644" y="8625"/>
            <a:chExt cx="1754" cy="1421"/>
          </a:xfrm>
        </p:grpSpPr>
        <p:grpSp>
          <p:nvGrpSpPr>
            <p:cNvPr id="19577" name="Group 99"/>
            <p:cNvGrpSpPr>
              <a:grpSpLocks/>
            </p:cNvGrpSpPr>
            <p:nvPr/>
          </p:nvGrpSpPr>
          <p:grpSpPr bwMode="auto">
            <a:xfrm>
              <a:off x="5644" y="8775"/>
              <a:ext cx="1482" cy="1271"/>
              <a:chOff x="4680" y="4140"/>
              <a:chExt cx="2520" cy="2340"/>
            </a:xfrm>
          </p:grpSpPr>
          <p:sp>
            <p:nvSpPr>
              <p:cNvPr id="19580" name="Line 100"/>
              <p:cNvSpPr>
                <a:spLocks noChangeShapeType="1"/>
              </p:cNvSpPr>
              <p:nvPr/>
            </p:nvSpPr>
            <p:spPr bwMode="auto">
              <a:xfrm>
                <a:off x="5040" y="4140"/>
                <a:ext cx="0" cy="2340"/>
              </a:xfrm>
              <a:prstGeom prst="line">
                <a:avLst/>
              </a:prstGeom>
              <a:noFill/>
              <a:ln w="9525">
                <a:solidFill>
                  <a:srgbClr val="000000"/>
                </a:solidFill>
                <a:round/>
                <a:headEnd type="arrow" w="med" len="med"/>
                <a:tailEnd/>
              </a:ln>
              <a:extLst>
                <a:ext uri="{909E8E84-426E-40DD-AFC4-6F175D3DCCD1}">
                  <a14:hiddenFill xmlns:a14="http://schemas.microsoft.com/office/drawing/2010/main">
                    <a:noFill/>
                  </a14:hiddenFill>
                </a:ext>
              </a:extLst>
            </p:spPr>
            <p:txBody>
              <a:bodyPr/>
              <a:lstStyle/>
              <a:p>
                <a:endParaRPr lang="en-US"/>
              </a:p>
            </p:txBody>
          </p:sp>
          <p:sp>
            <p:nvSpPr>
              <p:cNvPr id="19581" name="Line 101"/>
              <p:cNvSpPr>
                <a:spLocks noChangeShapeType="1"/>
              </p:cNvSpPr>
              <p:nvPr/>
            </p:nvSpPr>
            <p:spPr bwMode="auto">
              <a:xfrm>
                <a:off x="4680" y="6300"/>
                <a:ext cx="252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9582" name="Line 102"/>
              <p:cNvSpPr>
                <a:spLocks noChangeShapeType="1"/>
              </p:cNvSpPr>
              <p:nvPr/>
            </p:nvSpPr>
            <p:spPr bwMode="auto">
              <a:xfrm flipV="1">
                <a:off x="5040" y="4500"/>
                <a:ext cx="1800" cy="1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9578" name="Text Box 103"/>
            <p:cNvSpPr txBox="1">
              <a:spLocks noChangeArrowheads="1"/>
            </p:cNvSpPr>
            <p:nvPr/>
          </p:nvSpPr>
          <p:spPr bwMode="auto">
            <a:xfrm>
              <a:off x="6748" y="9441"/>
              <a:ext cx="650"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000"/>
                <a:t>U</a:t>
              </a:r>
              <a:r>
                <a:rPr lang="en-US" altLang="en-US" sz="1000" baseline="-25000"/>
                <a:t>D</a:t>
              </a:r>
              <a:endParaRPr lang="en-US" altLang="en-US"/>
            </a:p>
          </p:txBody>
        </p:sp>
        <p:sp>
          <p:nvSpPr>
            <p:cNvPr id="19579" name="Text Box 104"/>
            <p:cNvSpPr txBox="1">
              <a:spLocks noChangeArrowheads="1"/>
            </p:cNvSpPr>
            <p:nvPr/>
          </p:nvSpPr>
          <p:spPr bwMode="auto">
            <a:xfrm>
              <a:off x="5920" y="8625"/>
              <a:ext cx="650"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000"/>
                <a:t>I</a:t>
              </a:r>
              <a:r>
                <a:rPr lang="en-US" altLang="en-US" sz="1000" baseline="-25000"/>
                <a:t>D</a:t>
              </a:r>
              <a:endParaRPr lang="en-US" altLang="en-US"/>
            </a:p>
          </p:txBody>
        </p:sp>
      </p:grpSp>
      <p:grpSp>
        <p:nvGrpSpPr>
          <p:cNvPr id="19462" name="Group 105"/>
          <p:cNvGrpSpPr>
            <a:grpSpLocks/>
          </p:cNvGrpSpPr>
          <p:nvPr/>
        </p:nvGrpSpPr>
        <p:grpSpPr bwMode="auto">
          <a:xfrm>
            <a:off x="4191000" y="4038600"/>
            <a:ext cx="3657600" cy="2227263"/>
            <a:chOff x="7107" y="8895"/>
            <a:chExt cx="4871" cy="3507"/>
          </a:xfrm>
        </p:grpSpPr>
        <p:grpSp>
          <p:nvGrpSpPr>
            <p:cNvPr id="19463" name="Group 106"/>
            <p:cNvGrpSpPr>
              <a:grpSpLocks/>
            </p:cNvGrpSpPr>
            <p:nvPr/>
          </p:nvGrpSpPr>
          <p:grpSpPr bwMode="auto">
            <a:xfrm>
              <a:off x="7107" y="9229"/>
              <a:ext cx="4871" cy="3173"/>
              <a:chOff x="6660" y="1620"/>
              <a:chExt cx="5400" cy="3420"/>
            </a:xfrm>
          </p:grpSpPr>
          <p:sp>
            <p:nvSpPr>
              <p:cNvPr id="19485" name="Line 107"/>
              <p:cNvSpPr>
                <a:spLocks noChangeShapeType="1"/>
              </p:cNvSpPr>
              <p:nvPr/>
            </p:nvSpPr>
            <p:spPr bwMode="auto">
              <a:xfrm>
                <a:off x="7560" y="3195"/>
                <a:ext cx="3"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6" name="Line 108"/>
              <p:cNvSpPr>
                <a:spLocks noChangeShapeType="1"/>
              </p:cNvSpPr>
              <p:nvPr/>
            </p:nvSpPr>
            <p:spPr bwMode="auto">
              <a:xfrm>
                <a:off x="7560" y="3204"/>
                <a:ext cx="63"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7" name="Line 109"/>
              <p:cNvSpPr>
                <a:spLocks noChangeShapeType="1"/>
              </p:cNvSpPr>
              <p:nvPr/>
            </p:nvSpPr>
            <p:spPr bwMode="auto">
              <a:xfrm>
                <a:off x="7623" y="3258"/>
                <a:ext cx="32" cy="1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8" name="Line 110"/>
              <p:cNvSpPr>
                <a:spLocks noChangeShapeType="1"/>
              </p:cNvSpPr>
              <p:nvPr/>
            </p:nvSpPr>
            <p:spPr bwMode="auto">
              <a:xfrm>
                <a:off x="7655" y="3410"/>
                <a:ext cx="32"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9" name="Line 111"/>
              <p:cNvSpPr>
                <a:spLocks noChangeShapeType="1"/>
              </p:cNvSpPr>
              <p:nvPr/>
            </p:nvSpPr>
            <p:spPr bwMode="auto">
              <a:xfrm>
                <a:off x="7687" y="3588"/>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0" name="Line 112"/>
              <p:cNvSpPr>
                <a:spLocks noChangeShapeType="1"/>
              </p:cNvSpPr>
              <p:nvPr/>
            </p:nvSpPr>
            <p:spPr bwMode="auto">
              <a:xfrm>
                <a:off x="7750" y="3722"/>
                <a:ext cx="32"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1" name="Line 113"/>
              <p:cNvSpPr>
                <a:spLocks noChangeShapeType="1"/>
              </p:cNvSpPr>
              <p:nvPr/>
            </p:nvSpPr>
            <p:spPr bwMode="auto">
              <a:xfrm flipV="1">
                <a:off x="7782" y="3561"/>
                <a:ext cx="31" cy="17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2" name="Line 114"/>
              <p:cNvSpPr>
                <a:spLocks noChangeShapeType="1"/>
              </p:cNvSpPr>
              <p:nvPr/>
            </p:nvSpPr>
            <p:spPr bwMode="auto">
              <a:xfrm flipV="1">
                <a:off x="7813" y="3275"/>
                <a:ext cx="61" cy="2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3" name="Line 115"/>
              <p:cNvSpPr>
                <a:spLocks noChangeShapeType="1"/>
              </p:cNvSpPr>
              <p:nvPr/>
            </p:nvSpPr>
            <p:spPr bwMode="auto">
              <a:xfrm flipV="1">
                <a:off x="7874" y="2973"/>
                <a:ext cx="31" cy="30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4" name="Line 116"/>
              <p:cNvSpPr>
                <a:spLocks noChangeShapeType="1"/>
              </p:cNvSpPr>
              <p:nvPr/>
            </p:nvSpPr>
            <p:spPr bwMode="auto">
              <a:xfrm flipV="1">
                <a:off x="7905" y="2776"/>
                <a:ext cx="64" cy="19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5" name="Line 117"/>
              <p:cNvSpPr>
                <a:spLocks noChangeShapeType="1"/>
              </p:cNvSpPr>
              <p:nvPr/>
            </p:nvSpPr>
            <p:spPr bwMode="auto">
              <a:xfrm>
                <a:off x="7969" y="2776"/>
                <a:ext cx="31"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6" name="Line 118"/>
              <p:cNvSpPr>
                <a:spLocks noChangeShapeType="1"/>
              </p:cNvSpPr>
              <p:nvPr/>
            </p:nvSpPr>
            <p:spPr bwMode="auto">
              <a:xfrm>
                <a:off x="8000" y="2794"/>
                <a:ext cx="32"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7" name="Line 119"/>
              <p:cNvSpPr>
                <a:spLocks noChangeShapeType="1"/>
              </p:cNvSpPr>
              <p:nvPr/>
            </p:nvSpPr>
            <p:spPr bwMode="auto">
              <a:xfrm>
                <a:off x="8032" y="3062"/>
                <a:ext cx="63" cy="4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8" name="Line 120"/>
              <p:cNvSpPr>
                <a:spLocks noChangeShapeType="1"/>
              </p:cNvSpPr>
              <p:nvPr/>
            </p:nvSpPr>
            <p:spPr bwMode="auto">
              <a:xfrm>
                <a:off x="8095" y="3490"/>
                <a:ext cx="32" cy="42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9" name="Line 121"/>
              <p:cNvSpPr>
                <a:spLocks noChangeShapeType="1"/>
              </p:cNvSpPr>
              <p:nvPr/>
            </p:nvSpPr>
            <p:spPr bwMode="auto">
              <a:xfrm>
                <a:off x="8127" y="3919"/>
                <a:ext cx="63" cy="2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0" name="Line 122"/>
              <p:cNvSpPr>
                <a:spLocks noChangeShapeType="1"/>
              </p:cNvSpPr>
              <p:nvPr/>
            </p:nvSpPr>
            <p:spPr bwMode="auto">
              <a:xfrm flipV="1">
                <a:off x="8190" y="4124"/>
                <a:ext cx="29" cy="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1" name="Line 123"/>
              <p:cNvSpPr>
                <a:spLocks noChangeShapeType="1"/>
              </p:cNvSpPr>
              <p:nvPr/>
            </p:nvSpPr>
            <p:spPr bwMode="auto">
              <a:xfrm flipV="1">
                <a:off x="8219" y="3757"/>
                <a:ext cx="32" cy="36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2" name="Line 124"/>
              <p:cNvSpPr>
                <a:spLocks noChangeShapeType="1"/>
              </p:cNvSpPr>
              <p:nvPr/>
            </p:nvSpPr>
            <p:spPr bwMode="auto">
              <a:xfrm flipV="1">
                <a:off x="8251" y="3204"/>
                <a:ext cx="63" cy="55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3" name="Line 125"/>
              <p:cNvSpPr>
                <a:spLocks noChangeShapeType="1"/>
              </p:cNvSpPr>
              <p:nvPr/>
            </p:nvSpPr>
            <p:spPr bwMode="auto">
              <a:xfrm flipV="1">
                <a:off x="8314" y="2669"/>
                <a:ext cx="32" cy="53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4" name="Line 126"/>
              <p:cNvSpPr>
                <a:spLocks noChangeShapeType="1"/>
              </p:cNvSpPr>
              <p:nvPr/>
            </p:nvSpPr>
            <p:spPr bwMode="auto">
              <a:xfrm flipV="1">
                <a:off x="8346" y="2365"/>
                <a:ext cx="31" cy="30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5" name="Line 127"/>
              <p:cNvSpPr>
                <a:spLocks noChangeShapeType="1"/>
              </p:cNvSpPr>
              <p:nvPr/>
            </p:nvSpPr>
            <p:spPr bwMode="auto">
              <a:xfrm>
                <a:off x="8377" y="2365"/>
                <a:ext cx="64" cy="8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6" name="Line 128"/>
              <p:cNvSpPr>
                <a:spLocks noChangeShapeType="1"/>
              </p:cNvSpPr>
              <p:nvPr/>
            </p:nvSpPr>
            <p:spPr bwMode="auto">
              <a:xfrm>
                <a:off x="8441" y="2446"/>
                <a:ext cx="31" cy="4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7" name="Line 129"/>
              <p:cNvSpPr>
                <a:spLocks noChangeShapeType="1"/>
              </p:cNvSpPr>
              <p:nvPr/>
            </p:nvSpPr>
            <p:spPr bwMode="auto">
              <a:xfrm>
                <a:off x="8472" y="2892"/>
                <a:ext cx="64" cy="6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8" name="Line 130"/>
              <p:cNvSpPr>
                <a:spLocks noChangeShapeType="1"/>
              </p:cNvSpPr>
              <p:nvPr/>
            </p:nvSpPr>
            <p:spPr bwMode="auto">
              <a:xfrm>
                <a:off x="8536" y="3544"/>
                <a:ext cx="29" cy="62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9" name="Line 131"/>
              <p:cNvSpPr>
                <a:spLocks noChangeShapeType="1"/>
              </p:cNvSpPr>
              <p:nvPr/>
            </p:nvSpPr>
            <p:spPr bwMode="auto">
              <a:xfrm>
                <a:off x="8565" y="4168"/>
                <a:ext cx="31" cy="32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0" name="Line 132"/>
              <p:cNvSpPr>
                <a:spLocks noChangeShapeType="1"/>
              </p:cNvSpPr>
              <p:nvPr/>
            </p:nvSpPr>
            <p:spPr bwMode="auto">
              <a:xfrm flipV="1">
                <a:off x="8596" y="4392"/>
                <a:ext cx="64"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1" name="Line 133"/>
              <p:cNvSpPr>
                <a:spLocks noChangeShapeType="1"/>
              </p:cNvSpPr>
              <p:nvPr/>
            </p:nvSpPr>
            <p:spPr bwMode="auto">
              <a:xfrm flipV="1">
                <a:off x="8660" y="3883"/>
                <a:ext cx="31" cy="50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2" name="Line 134"/>
              <p:cNvSpPr>
                <a:spLocks noChangeShapeType="1"/>
              </p:cNvSpPr>
              <p:nvPr/>
            </p:nvSpPr>
            <p:spPr bwMode="auto">
              <a:xfrm flipV="1">
                <a:off x="8691" y="3160"/>
                <a:ext cx="32" cy="72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3" name="Line 135"/>
              <p:cNvSpPr>
                <a:spLocks noChangeShapeType="1"/>
              </p:cNvSpPr>
              <p:nvPr/>
            </p:nvSpPr>
            <p:spPr bwMode="auto">
              <a:xfrm flipV="1">
                <a:off x="8723" y="2500"/>
                <a:ext cx="63" cy="66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4" name="Line 136"/>
              <p:cNvSpPr>
                <a:spLocks noChangeShapeType="1"/>
              </p:cNvSpPr>
              <p:nvPr/>
            </p:nvSpPr>
            <p:spPr bwMode="auto">
              <a:xfrm flipV="1">
                <a:off x="8786" y="2160"/>
                <a:ext cx="32" cy="34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5" name="Line 137"/>
              <p:cNvSpPr>
                <a:spLocks noChangeShapeType="1"/>
              </p:cNvSpPr>
              <p:nvPr/>
            </p:nvSpPr>
            <p:spPr bwMode="auto">
              <a:xfrm>
                <a:off x="8818" y="2160"/>
                <a:ext cx="63" cy="11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6" name="Line 138"/>
              <p:cNvSpPr>
                <a:spLocks noChangeShapeType="1"/>
              </p:cNvSpPr>
              <p:nvPr/>
            </p:nvSpPr>
            <p:spPr bwMode="auto">
              <a:xfrm>
                <a:off x="8881" y="2276"/>
                <a:ext cx="29" cy="5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7" name="Line 139"/>
              <p:cNvSpPr>
                <a:spLocks noChangeShapeType="1"/>
              </p:cNvSpPr>
              <p:nvPr/>
            </p:nvSpPr>
            <p:spPr bwMode="auto">
              <a:xfrm>
                <a:off x="8910" y="2820"/>
                <a:ext cx="32" cy="7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8" name="Line 140"/>
              <p:cNvSpPr>
                <a:spLocks noChangeShapeType="1"/>
              </p:cNvSpPr>
              <p:nvPr/>
            </p:nvSpPr>
            <p:spPr bwMode="auto">
              <a:xfrm>
                <a:off x="8942" y="3570"/>
                <a:ext cx="63" cy="66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9" name="Line 141"/>
              <p:cNvSpPr>
                <a:spLocks noChangeShapeType="1"/>
              </p:cNvSpPr>
              <p:nvPr/>
            </p:nvSpPr>
            <p:spPr bwMode="auto">
              <a:xfrm>
                <a:off x="9005" y="4239"/>
                <a:ext cx="32" cy="3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0" name="Line 142"/>
              <p:cNvSpPr>
                <a:spLocks noChangeShapeType="1"/>
              </p:cNvSpPr>
              <p:nvPr/>
            </p:nvSpPr>
            <p:spPr bwMode="auto">
              <a:xfrm flipV="1">
                <a:off x="9037" y="4436"/>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1" name="Line 143"/>
              <p:cNvSpPr>
                <a:spLocks noChangeShapeType="1"/>
              </p:cNvSpPr>
              <p:nvPr/>
            </p:nvSpPr>
            <p:spPr bwMode="auto">
              <a:xfrm flipV="1">
                <a:off x="9100" y="3892"/>
                <a:ext cx="32" cy="5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2" name="Line 144"/>
              <p:cNvSpPr>
                <a:spLocks noChangeShapeType="1"/>
              </p:cNvSpPr>
              <p:nvPr/>
            </p:nvSpPr>
            <p:spPr bwMode="auto">
              <a:xfrm flipV="1">
                <a:off x="9132" y="3160"/>
                <a:ext cx="31" cy="73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3" name="Line 145"/>
              <p:cNvSpPr>
                <a:spLocks noChangeShapeType="1"/>
              </p:cNvSpPr>
              <p:nvPr/>
            </p:nvSpPr>
            <p:spPr bwMode="auto">
              <a:xfrm flipV="1">
                <a:off x="9163" y="2526"/>
                <a:ext cx="64" cy="6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4" name="Line 146"/>
              <p:cNvSpPr>
                <a:spLocks noChangeShapeType="1"/>
              </p:cNvSpPr>
              <p:nvPr/>
            </p:nvSpPr>
            <p:spPr bwMode="auto">
              <a:xfrm flipV="1">
                <a:off x="9227" y="2223"/>
                <a:ext cx="28" cy="3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5" name="Line 147"/>
              <p:cNvSpPr>
                <a:spLocks noChangeShapeType="1"/>
              </p:cNvSpPr>
              <p:nvPr/>
            </p:nvSpPr>
            <p:spPr bwMode="auto">
              <a:xfrm>
                <a:off x="9255" y="2223"/>
                <a:ext cx="32" cy="1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6" name="Line 148"/>
              <p:cNvSpPr>
                <a:spLocks noChangeShapeType="1"/>
              </p:cNvSpPr>
              <p:nvPr/>
            </p:nvSpPr>
            <p:spPr bwMode="auto">
              <a:xfrm>
                <a:off x="9287" y="2365"/>
                <a:ext cx="63" cy="50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7" name="Line 149"/>
              <p:cNvSpPr>
                <a:spLocks noChangeShapeType="1"/>
              </p:cNvSpPr>
              <p:nvPr/>
            </p:nvSpPr>
            <p:spPr bwMode="auto">
              <a:xfrm>
                <a:off x="9350" y="2874"/>
                <a:ext cx="32" cy="67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8" name="Line 150"/>
              <p:cNvSpPr>
                <a:spLocks noChangeShapeType="1"/>
              </p:cNvSpPr>
              <p:nvPr/>
            </p:nvSpPr>
            <p:spPr bwMode="auto">
              <a:xfrm>
                <a:off x="9382" y="3544"/>
                <a:ext cx="63" cy="5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9" name="Line 151"/>
              <p:cNvSpPr>
                <a:spLocks noChangeShapeType="1"/>
              </p:cNvSpPr>
              <p:nvPr/>
            </p:nvSpPr>
            <p:spPr bwMode="auto">
              <a:xfrm>
                <a:off x="9445" y="4115"/>
                <a:ext cx="32" cy="25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0" name="Line 152"/>
              <p:cNvSpPr>
                <a:spLocks noChangeShapeType="1"/>
              </p:cNvSpPr>
              <p:nvPr/>
            </p:nvSpPr>
            <p:spPr bwMode="auto">
              <a:xfrm flipV="1">
                <a:off x="9477" y="4239"/>
                <a:ext cx="32" cy="13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1" name="Line 153"/>
              <p:cNvSpPr>
                <a:spLocks noChangeShapeType="1"/>
              </p:cNvSpPr>
              <p:nvPr/>
            </p:nvSpPr>
            <p:spPr bwMode="auto">
              <a:xfrm flipV="1">
                <a:off x="9509" y="3784"/>
                <a:ext cx="63" cy="45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2" name="Line 154"/>
              <p:cNvSpPr>
                <a:spLocks noChangeShapeType="1"/>
              </p:cNvSpPr>
              <p:nvPr/>
            </p:nvSpPr>
            <p:spPr bwMode="auto">
              <a:xfrm flipV="1">
                <a:off x="9572" y="3204"/>
                <a:ext cx="29" cy="5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3" name="Line 155"/>
              <p:cNvSpPr>
                <a:spLocks noChangeShapeType="1"/>
              </p:cNvSpPr>
              <p:nvPr/>
            </p:nvSpPr>
            <p:spPr bwMode="auto">
              <a:xfrm flipV="1">
                <a:off x="9601" y="2740"/>
                <a:ext cx="31" cy="46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4" name="Line 156"/>
              <p:cNvSpPr>
                <a:spLocks noChangeShapeType="1"/>
              </p:cNvSpPr>
              <p:nvPr/>
            </p:nvSpPr>
            <p:spPr bwMode="auto">
              <a:xfrm flipV="1">
                <a:off x="9632" y="2535"/>
                <a:ext cx="64" cy="20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5" name="Line 157"/>
              <p:cNvSpPr>
                <a:spLocks noChangeShapeType="1"/>
              </p:cNvSpPr>
              <p:nvPr/>
            </p:nvSpPr>
            <p:spPr bwMode="auto">
              <a:xfrm>
                <a:off x="9696" y="2535"/>
                <a:ext cx="31" cy="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6" name="Line 158"/>
              <p:cNvSpPr>
                <a:spLocks noChangeShapeType="1"/>
              </p:cNvSpPr>
              <p:nvPr/>
            </p:nvSpPr>
            <p:spPr bwMode="auto">
              <a:xfrm>
                <a:off x="9727" y="2660"/>
                <a:ext cx="64" cy="3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7" name="Line 159"/>
              <p:cNvSpPr>
                <a:spLocks noChangeShapeType="1"/>
              </p:cNvSpPr>
              <p:nvPr/>
            </p:nvSpPr>
            <p:spPr bwMode="auto">
              <a:xfrm>
                <a:off x="9791" y="3035"/>
                <a:ext cx="31" cy="44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8" name="Line 160"/>
              <p:cNvSpPr>
                <a:spLocks noChangeShapeType="1"/>
              </p:cNvSpPr>
              <p:nvPr/>
            </p:nvSpPr>
            <p:spPr bwMode="auto">
              <a:xfrm>
                <a:off x="9822" y="3481"/>
                <a:ext cx="32" cy="35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39" name="Line 161"/>
              <p:cNvSpPr>
                <a:spLocks noChangeShapeType="1"/>
              </p:cNvSpPr>
              <p:nvPr/>
            </p:nvSpPr>
            <p:spPr bwMode="auto">
              <a:xfrm>
                <a:off x="9854" y="3838"/>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0" name="Line 162"/>
              <p:cNvSpPr>
                <a:spLocks noChangeShapeType="1"/>
              </p:cNvSpPr>
              <p:nvPr/>
            </p:nvSpPr>
            <p:spPr bwMode="auto">
              <a:xfrm flipV="1">
                <a:off x="9917" y="3865"/>
                <a:ext cx="29" cy="1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1" name="Line 163"/>
              <p:cNvSpPr>
                <a:spLocks noChangeShapeType="1"/>
              </p:cNvSpPr>
              <p:nvPr/>
            </p:nvSpPr>
            <p:spPr bwMode="auto">
              <a:xfrm flipV="1">
                <a:off x="9946" y="3597"/>
                <a:ext cx="32"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2" name="Line 164"/>
              <p:cNvSpPr>
                <a:spLocks noChangeShapeType="1"/>
              </p:cNvSpPr>
              <p:nvPr/>
            </p:nvSpPr>
            <p:spPr bwMode="auto">
              <a:xfrm flipV="1">
                <a:off x="9978" y="3284"/>
                <a:ext cx="63" cy="3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3" name="Line 165"/>
              <p:cNvSpPr>
                <a:spLocks noChangeShapeType="1"/>
              </p:cNvSpPr>
              <p:nvPr/>
            </p:nvSpPr>
            <p:spPr bwMode="auto">
              <a:xfrm flipV="1">
                <a:off x="10041" y="3053"/>
                <a:ext cx="32" cy="2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4" name="Line 166"/>
              <p:cNvSpPr>
                <a:spLocks noChangeShapeType="1"/>
              </p:cNvSpPr>
              <p:nvPr/>
            </p:nvSpPr>
            <p:spPr bwMode="auto">
              <a:xfrm flipV="1">
                <a:off x="10073" y="2982"/>
                <a:ext cx="63"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5" name="Line 167"/>
              <p:cNvSpPr>
                <a:spLocks noChangeShapeType="1"/>
              </p:cNvSpPr>
              <p:nvPr/>
            </p:nvSpPr>
            <p:spPr bwMode="auto">
              <a:xfrm>
                <a:off x="10136" y="2982"/>
                <a:ext cx="32" cy="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6" name="Line 168"/>
              <p:cNvSpPr>
                <a:spLocks noChangeShapeType="1"/>
              </p:cNvSpPr>
              <p:nvPr/>
            </p:nvSpPr>
            <p:spPr bwMode="auto">
              <a:xfrm>
                <a:off x="10168" y="3062"/>
                <a:ext cx="31" cy="16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7" name="Line 169"/>
              <p:cNvSpPr>
                <a:spLocks noChangeShapeType="1"/>
              </p:cNvSpPr>
              <p:nvPr/>
            </p:nvSpPr>
            <p:spPr bwMode="auto">
              <a:xfrm>
                <a:off x="10199" y="3231"/>
                <a:ext cx="64"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8" name="Line 170"/>
              <p:cNvSpPr>
                <a:spLocks noChangeShapeType="1"/>
              </p:cNvSpPr>
              <p:nvPr/>
            </p:nvSpPr>
            <p:spPr bwMode="auto">
              <a:xfrm>
                <a:off x="10263" y="3410"/>
                <a:ext cx="29"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49" name="Line 171"/>
              <p:cNvSpPr>
                <a:spLocks noChangeShapeType="1"/>
              </p:cNvSpPr>
              <p:nvPr/>
            </p:nvSpPr>
            <p:spPr bwMode="auto">
              <a:xfrm>
                <a:off x="10292" y="3508"/>
                <a:ext cx="63"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0" name="Line 172"/>
              <p:cNvSpPr>
                <a:spLocks noChangeShapeType="1"/>
              </p:cNvSpPr>
              <p:nvPr/>
            </p:nvSpPr>
            <p:spPr bwMode="auto">
              <a:xfrm flipV="1">
                <a:off x="10355" y="3472"/>
                <a:ext cx="32"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1" name="Line 173"/>
              <p:cNvSpPr>
                <a:spLocks noChangeShapeType="1"/>
              </p:cNvSpPr>
              <p:nvPr/>
            </p:nvSpPr>
            <p:spPr bwMode="auto">
              <a:xfrm flipV="1">
                <a:off x="10387" y="3401"/>
                <a:ext cx="31"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2" name="Line 174"/>
              <p:cNvSpPr>
                <a:spLocks noChangeShapeType="1"/>
              </p:cNvSpPr>
              <p:nvPr/>
            </p:nvSpPr>
            <p:spPr bwMode="auto">
              <a:xfrm flipV="1">
                <a:off x="10418" y="3356"/>
                <a:ext cx="63"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3" name="Line 175"/>
              <p:cNvSpPr>
                <a:spLocks noChangeShapeType="1"/>
              </p:cNvSpPr>
              <p:nvPr/>
            </p:nvSpPr>
            <p:spPr bwMode="auto">
              <a:xfrm>
                <a:off x="10481" y="3356"/>
                <a:ext cx="3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4" name="Line 176"/>
              <p:cNvSpPr>
                <a:spLocks noChangeShapeType="1"/>
              </p:cNvSpPr>
              <p:nvPr/>
            </p:nvSpPr>
            <p:spPr bwMode="auto">
              <a:xfrm>
                <a:off x="10513" y="3356"/>
                <a:ext cx="32" cy="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5" name="Line 177"/>
              <p:cNvSpPr>
                <a:spLocks noChangeShapeType="1"/>
              </p:cNvSpPr>
              <p:nvPr/>
            </p:nvSpPr>
            <p:spPr bwMode="auto">
              <a:xfrm>
                <a:off x="10545" y="3383"/>
                <a:ext cx="63" cy="2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6" name="Line 178"/>
              <p:cNvSpPr>
                <a:spLocks noChangeShapeType="1"/>
              </p:cNvSpPr>
              <p:nvPr/>
            </p:nvSpPr>
            <p:spPr bwMode="auto">
              <a:xfrm flipV="1">
                <a:off x="10608" y="3401"/>
                <a:ext cx="29" cy="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7" name="Line 179"/>
              <p:cNvSpPr>
                <a:spLocks noChangeShapeType="1"/>
              </p:cNvSpPr>
              <p:nvPr/>
            </p:nvSpPr>
            <p:spPr bwMode="auto">
              <a:xfrm flipV="1">
                <a:off x="10637" y="3347"/>
                <a:ext cx="63" cy="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8" name="Line 180"/>
              <p:cNvSpPr>
                <a:spLocks noChangeShapeType="1"/>
              </p:cNvSpPr>
              <p:nvPr/>
            </p:nvSpPr>
            <p:spPr bwMode="auto">
              <a:xfrm flipV="1">
                <a:off x="10700" y="3267"/>
                <a:ext cx="32" cy="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59" name="Line 181"/>
              <p:cNvSpPr>
                <a:spLocks noChangeShapeType="1"/>
              </p:cNvSpPr>
              <p:nvPr/>
            </p:nvSpPr>
            <p:spPr bwMode="auto">
              <a:xfrm flipV="1">
                <a:off x="10732" y="3204"/>
                <a:ext cx="32" cy="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0" name="Line 182"/>
              <p:cNvSpPr>
                <a:spLocks noChangeShapeType="1"/>
              </p:cNvSpPr>
              <p:nvPr/>
            </p:nvSpPr>
            <p:spPr bwMode="auto">
              <a:xfrm>
                <a:off x="10764" y="3204"/>
                <a:ext cx="63"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1" name="Line 183"/>
              <p:cNvSpPr>
                <a:spLocks noChangeShapeType="1"/>
              </p:cNvSpPr>
              <p:nvPr/>
            </p:nvSpPr>
            <p:spPr bwMode="auto">
              <a:xfrm>
                <a:off x="10827" y="3204"/>
                <a:ext cx="32"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2" name="Line 184"/>
              <p:cNvSpPr>
                <a:spLocks noChangeShapeType="1"/>
              </p:cNvSpPr>
              <p:nvPr/>
            </p:nvSpPr>
            <p:spPr bwMode="auto">
              <a:xfrm>
                <a:off x="10859" y="3275"/>
                <a:ext cx="31" cy="12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3" name="Line 185"/>
              <p:cNvSpPr>
                <a:spLocks noChangeShapeType="1"/>
              </p:cNvSpPr>
              <p:nvPr/>
            </p:nvSpPr>
            <p:spPr bwMode="auto">
              <a:xfrm>
                <a:off x="10890" y="3401"/>
                <a:ext cx="64" cy="1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4" name="Line 186"/>
              <p:cNvSpPr>
                <a:spLocks noChangeShapeType="1"/>
              </p:cNvSpPr>
              <p:nvPr/>
            </p:nvSpPr>
            <p:spPr bwMode="auto">
              <a:xfrm>
                <a:off x="10954" y="3526"/>
                <a:ext cx="28"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5" name="Line 187"/>
              <p:cNvSpPr>
                <a:spLocks noChangeShapeType="1"/>
              </p:cNvSpPr>
              <p:nvPr/>
            </p:nvSpPr>
            <p:spPr bwMode="auto">
              <a:xfrm flipV="1">
                <a:off x="10982" y="3579"/>
                <a:ext cx="64" cy="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6" name="Line 188"/>
              <p:cNvSpPr>
                <a:spLocks noChangeShapeType="1"/>
              </p:cNvSpPr>
              <p:nvPr/>
            </p:nvSpPr>
            <p:spPr bwMode="auto">
              <a:xfrm flipV="1">
                <a:off x="11046" y="3472"/>
                <a:ext cx="31" cy="1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7" name="Line 189"/>
              <p:cNvSpPr>
                <a:spLocks noChangeShapeType="1"/>
              </p:cNvSpPr>
              <p:nvPr/>
            </p:nvSpPr>
            <p:spPr bwMode="auto">
              <a:xfrm flipV="1">
                <a:off x="11077" y="3320"/>
                <a:ext cx="32" cy="15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8" name="Line 190"/>
              <p:cNvSpPr>
                <a:spLocks noChangeShapeType="1"/>
              </p:cNvSpPr>
              <p:nvPr/>
            </p:nvSpPr>
            <p:spPr bwMode="auto">
              <a:xfrm flipV="1">
                <a:off x="11109" y="3186"/>
                <a:ext cx="63"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69" name="Line 191"/>
              <p:cNvSpPr>
                <a:spLocks noChangeShapeType="1"/>
              </p:cNvSpPr>
              <p:nvPr/>
            </p:nvSpPr>
            <p:spPr bwMode="auto">
              <a:xfrm flipV="1">
                <a:off x="11172" y="3124"/>
                <a:ext cx="32" cy="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0" name="Line 192"/>
              <p:cNvSpPr>
                <a:spLocks noChangeShapeType="1"/>
              </p:cNvSpPr>
              <p:nvPr/>
            </p:nvSpPr>
            <p:spPr bwMode="auto">
              <a:xfrm>
                <a:off x="11204" y="3124"/>
                <a:ext cx="63" cy="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1" name="Line 193"/>
              <p:cNvSpPr>
                <a:spLocks noChangeShapeType="1"/>
              </p:cNvSpPr>
              <p:nvPr/>
            </p:nvSpPr>
            <p:spPr bwMode="auto">
              <a:xfrm>
                <a:off x="11267" y="3160"/>
                <a:ext cx="32" cy="1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2" name="Line 194"/>
              <p:cNvSpPr>
                <a:spLocks noChangeShapeType="1"/>
              </p:cNvSpPr>
              <p:nvPr/>
            </p:nvSpPr>
            <p:spPr bwMode="auto">
              <a:xfrm>
                <a:off x="11299" y="3267"/>
                <a:ext cx="29"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3" name="Line 195"/>
              <p:cNvSpPr>
                <a:spLocks noChangeShapeType="1"/>
              </p:cNvSpPr>
              <p:nvPr/>
            </p:nvSpPr>
            <p:spPr bwMode="auto">
              <a:xfrm>
                <a:off x="11328" y="3401"/>
                <a:ext cx="63" cy="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74" name="Rectangle 196"/>
              <p:cNvSpPr>
                <a:spLocks noChangeArrowheads="1"/>
              </p:cNvSpPr>
              <p:nvPr/>
            </p:nvSpPr>
            <p:spPr bwMode="auto">
              <a:xfrm>
                <a:off x="7560" y="3420"/>
                <a:ext cx="4500" cy="16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9575" name="Line 197"/>
              <p:cNvSpPr>
                <a:spLocks noChangeShapeType="1"/>
              </p:cNvSpPr>
              <p:nvPr/>
            </p:nvSpPr>
            <p:spPr bwMode="auto">
              <a:xfrm flipV="1">
                <a:off x="7530" y="1620"/>
                <a:ext cx="0" cy="25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576" name="Line 198"/>
              <p:cNvSpPr>
                <a:spLocks noChangeShapeType="1"/>
              </p:cNvSpPr>
              <p:nvPr/>
            </p:nvSpPr>
            <p:spPr bwMode="auto">
              <a:xfrm>
                <a:off x="6660" y="3420"/>
                <a:ext cx="5220" cy="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grpSp>
        <p:sp>
          <p:nvSpPr>
            <p:cNvPr id="19464" name="Freeform 199"/>
            <p:cNvSpPr>
              <a:spLocks/>
            </p:cNvSpPr>
            <p:nvPr/>
          </p:nvSpPr>
          <p:spPr bwMode="auto">
            <a:xfrm>
              <a:off x="7892" y="9725"/>
              <a:ext cx="3342" cy="1104"/>
            </a:xfrm>
            <a:custGeom>
              <a:avLst/>
              <a:gdLst>
                <a:gd name="T0" fmla="*/ 0 w 3705"/>
                <a:gd name="T1" fmla="*/ 781 h 1190"/>
                <a:gd name="T2" fmla="*/ 60 w 3705"/>
                <a:gd name="T3" fmla="*/ 737 h 1190"/>
                <a:gd name="T4" fmla="*/ 70 w 3705"/>
                <a:gd name="T5" fmla="*/ 703 h 1190"/>
                <a:gd name="T6" fmla="*/ 109 w 3705"/>
                <a:gd name="T7" fmla="*/ 682 h 1190"/>
                <a:gd name="T8" fmla="*/ 198 w 3705"/>
                <a:gd name="T9" fmla="*/ 625 h 1190"/>
                <a:gd name="T10" fmla="*/ 259 w 3705"/>
                <a:gd name="T11" fmla="*/ 537 h 1190"/>
                <a:gd name="T12" fmla="*/ 337 w 3705"/>
                <a:gd name="T13" fmla="*/ 415 h 1190"/>
                <a:gd name="T14" fmla="*/ 378 w 3705"/>
                <a:gd name="T15" fmla="*/ 348 h 1190"/>
                <a:gd name="T16" fmla="*/ 387 w 3705"/>
                <a:gd name="T17" fmla="*/ 315 h 1190"/>
                <a:gd name="T18" fmla="*/ 408 w 3705"/>
                <a:gd name="T19" fmla="*/ 281 h 1190"/>
                <a:gd name="T20" fmla="*/ 506 w 3705"/>
                <a:gd name="T21" fmla="*/ 249 h 1190"/>
                <a:gd name="T22" fmla="*/ 527 w 3705"/>
                <a:gd name="T23" fmla="*/ 182 h 1190"/>
                <a:gd name="T24" fmla="*/ 557 w 3705"/>
                <a:gd name="T25" fmla="*/ 148 h 1190"/>
                <a:gd name="T26" fmla="*/ 745 w 3705"/>
                <a:gd name="T27" fmla="*/ 93 h 1190"/>
                <a:gd name="T28" fmla="*/ 824 w 3705"/>
                <a:gd name="T29" fmla="*/ 5 h 1190"/>
                <a:gd name="T30" fmla="*/ 1053 w 3705"/>
                <a:gd name="T31" fmla="*/ 16 h 1190"/>
                <a:gd name="T32" fmla="*/ 1173 w 3705"/>
                <a:gd name="T33" fmla="*/ 93 h 1190"/>
                <a:gd name="T34" fmla="*/ 1271 w 3705"/>
                <a:gd name="T35" fmla="*/ 104 h 1190"/>
                <a:gd name="T36" fmla="*/ 1292 w 3705"/>
                <a:gd name="T37" fmla="*/ 171 h 1190"/>
                <a:gd name="T38" fmla="*/ 1330 w 3705"/>
                <a:gd name="T39" fmla="*/ 215 h 1190"/>
                <a:gd name="T40" fmla="*/ 1360 w 3705"/>
                <a:gd name="T41" fmla="*/ 249 h 1190"/>
                <a:gd name="T42" fmla="*/ 1400 w 3705"/>
                <a:gd name="T43" fmla="*/ 260 h 1190"/>
                <a:gd name="T44" fmla="*/ 1420 w 3705"/>
                <a:gd name="T45" fmla="*/ 292 h 1190"/>
                <a:gd name="T46" fmla="*/ 1459 w 3705"/>
                <a:gd name="T47" fmla="*/ 327 h 1190"/>
                <a:gd name="T48" fmla="*/ 1499 w 3705"/>
                <a:gd name="T49" fmla="*/ 404 h 1190"/>
                <a:gd name="T50" fmla="*/ 1530 w 3705"/>
                <a:gd name="T51" fmla="*/ 415 h 1190"/>
                <a:gd name="T52" fmla="*/ 1559 w 3705"/>
                <a:gd name="T53" fmla="*/ 436 h 1190"/>
                <a:gd name="T54" fmla="*/ 1570 w 3705"/>
                <a:gd name="T55" fmla="*/ 526 h 1190"/>
                <a:gd name="T56" fmla="*/ 1598 w 3705"/>
                <a:gd name="T57" fmla="*/ 558 h 1190"/>
                <a:gd name="T58" fmla="*/ 1649 w 3705"/>
                <a:gd name="T59" fmla="*/ 570 h 1190"/>
                <a:gd name="T60" fmla="*/ 1748 w 3705"/>
                <a:gd name="T61" fmla="*/ 614 h 1190"/>
                <a:gd name="T62" fmla="*/ 1787 w 3705"/>
                <a:gd name="T63" fmla="*/ 682 h 1190"/>
                <a:gd name="T64" fmla="*/ 1867 w 3705"/>
                <a:gd name="T65" fmla="*/ 792 h 1190"/>
                <a:gd name="T66" fmla="*/ 1897 w 3705"/>
                <a:gd name="T67" fmla="*/ 826 h 1190"/>
                <a:gd name="T68" fmla="*/ 1947 w 3705"/>
                <a:gd name="T69" fmla="*/ 837 h 1190"/>
                <a:gd name="T70" fmla="*/ 1956 w 3705"/>
                <a:gd name="T71" fmla="*/ 881 h 1190"/>
                <a:gd name="T72" fmla="*/ 1986 w 3705"/>
                <a:gd name="T73" fmla="*/ 859 h 1190"/>
                <a:gd name="T74" fmla="*/ 2046 w 3705"/>
                <a:gd name="T75" fmla="*/ 837 h 1190"/>
                <a:gd name="T76" fmla="*/ 2195 w 3705"/>
                <a:gd name="T77" fmla="*/ 759 h 1190"/>
                <a:gd name="T78" fmla="*/ 2454 w 3705"/>
                <a:gd name="T79" fmla="*/ 737 h 119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705"/>
                <a:gd name="T121" fmla="*/ 0 h 1190"/>
                <a:gd name="T122" fmla="*/ 3705 w 3705"/>
                <a:gd name="T123" fmla="*/ 1190 h 119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705" h="1190">
                  <a:moveTo>
                    <a:pt x="0" y="1055"/>
                  </a:moveTo>
                  <a:cubicBezTo>
                    <a:pt x="30" y="1035"/>
                    <a:pt x="79" y="1029"/>
                    <a:pt x="90" y="995"/>
                  </a:cubicBezTo>
                  <a:cubicBezTo>
                    <a:pt x="95" y="980"/>
                    <a:pt x="94" y="961"/>
                    <a:pt x="105" y="950"/>
                  </a:cubicBezTo>
                  <a:cubicBezTo>
                    <a:pt x="121" y="934"/>
                    <a:pt x="146" y="931"/>
                    <a:pt x="165" y="920"/>
                  </a:cubicBezTo>
                  <a:cubicBezTo>
                    <a:pt x="211" y="894"/>
                    <a:pt x="256" y="874"/>
                    <a:pt x="300" y="845"/>
                  </a:cubicBezTo>
                  <a:cubicBezTo>
                    <a:pt x="320" y="786"/>
                    <a:pt x="338" y="760"/>
                    <a:pt x="390" y="725"/>
                  </a:cubicBezTo>
                  <a:cubicBezTo>
                    <a:pt x="436" y="655"/>
                    <a:pt x="435" y="610"/>
                    <a:pt x="510" y="560"/>
                  </a:cubicBezTo>
                  <a:cubicBezTo>
                    <a:pt x="530" y="530"/>
                    <a:pt x="559" y="504"/>
                    <a:pt x="570" y="470"/>
                  </a:cubicBezTo>
                  <a:cubicBezTo>
                    <a:pt x="575" y="455"/>
                    <a:pt x="578" y="439"/>
                    <a:pt x="585" y="425"/>
                  </a:cubicBezTo>
                  <a:cubicBezTo>
                    <a:pt x="593" y="409"/>
                    <a:pt x="600" y="390"/>
                    <a:pt x="615" y="380"/>
                  </a:cubicBezTo>
                  <a:cubicBezTo>
                    <a:pt x="639" y="365"/>
                    <a:pt x="730" y="344"/>
                    <a:pt x="765" y="335"/>
                  </a:cubicBezTo>
                  <a:cubicBezTo>
                    <a:pt x="775" y="305"/>
                    <a:pt x="773" y="267"/>
                    <a:pt x="795" y="245"/>
                  </a:cubicBezTo>
                  <a:cubicBezTo>
                    <a:pt x="810" y="230"/>
                    <a:pt x="823" y="213"/>
                    <a:pt x="840" y="200"/>
                  </a:cubicBezTo>
                  <a:cubicBezTo>
                    <a:pt x="961" y="106"/>
                    <a:pt x="935" y="140"/>
                    <a:pt x="1125" y="125"/>
                  </a:cubicBezTo>
                  <a:cubicBezTo>
                    <a:pt x="1176" y="91"/>
                    <a:pt x="1202" y="48"/>
                    <a:pt x="1245" y="5"/>
                  </a:cubicBezTo>
                  <a:cubicBezTo>
                    <a:pt x="1360" y="10"/>
                    <a:pt x="1477" y="0"/>
                    <a:pt x="1590" y="20"/>
                  </a:cubicBezTo>
                  <a:cubicBezTo>
                    <a:pt x="1641" y="29"/>
                    <a:pt x="1714" y="112"/>
                    <a:pt x="1770" y="125"/>
                  </a:cubicBezTo>
                  <a:cubicBezTo>
                    <a:pt x="1819" y="136"/>
                    <a:pt x="1870" y="135"/>
                    <a:pt x="1920" y="140"/>
                  </a:cubicBezTo>
                  <a:cubicBezTo>
                    <a:pt x="1930" y="170"/>
                    <a:pt x="1940" y="200"/>
                    <a:pt x="1950" y="230"/>
                  </a:cubicBezTo>
                  <a:cubicBezTo>
                    <a:pt x="1970" y="290"/>
                    <a:pt x="1950" y="270"/>
                    <a:pt x="2010" y="290"/>
                  </a:cubicBezTo>
                  <a:cubicBezTo>
                    <a:pt x="2025" y="305"/>
                    <a:pt x="2037" y="324"/>
                    <a:pt x="2055" y="335"/>
                  </a:cubicBezTo>
                  <a:cubicBezTo>
                    <a:pt x="2073" y="345"/>
                    <a:pt x="2098" y="339"/>
                    <a:pt x="2115" y="350"/>
                  </a:cubicBezTo>
                  <a:cubicBezTo>
                    <a:pt x="2130" y="360"/>
                    <a:pt x="2132" y="382"/>
                    <a:pt x="2145" y="395"/>
                  </a:cubicBezTo>
                  <a:cubicBezTo>
                    <a:pt x="2163" y="413"/>
                    <a:pt x="2185" y="425"/>
                    <a:pt x="2205" y="440"/>
                  </a:cubicBezTo>
                  <a:cubicBezTo>
                    <a:pt x="2212" y="455"/>
                    <a:pt x="2247" y="531"/>
                    <a:pt x="2265" y="545"/>
                  </a:cubicBezTo>
                  <a:cubicBezTo>
                    <a:pt x="2277" y="555"/>
                    <a:pt x="2296" y="553"/>
                    <a:pt x="2310" y="560"/>
                  </a:cubicBezTo>
                  <a:cubicBezTo>
                    <a:pt x="2326" y="568"/>
                    <a:pt x="2340" y="580"/>
                    <a:pt x="2355" y="590"/>
                  </a:cubicBezTo>
                  <a:cubicBezTo>
                    <a:pt x="2360" y="630"/>
                    <a:pt x="2356" y="672"/>
                    <a:pt x="2370" y="710"/>
                  </a:cubicBezTo>
                  <a:cubicBezTo>
                    <a:pt x="2377" y="730"/>
                    <a:pt x="2396" y="746"/>
                    <a:pt x="2415" y="755"/>
                  </a:cubicBezTo>
                  <a:cubicBezTo>
                    <a:pt x="2438" y="766"/>
                    <a:pt x="2465" y="764"/>
                    <a:pt x="2490" y="770"/>
                  </a:cubicBezTo>
                  <a:cubicBezTo>
                    <a:pt x="2546" y="784"/>
                    <a:pt x="2583" y="816"/>
                    <a:pt x="2640" y="830"/>
                  </a:cubicBezTo>
                  <a:cubicBezTo>
                    <a:pt x="2660" y="860"/>
                    <a:pt x="2689" y="886"/>
                    <a:pt x="2700" y="920"/>
                  </a:cubicBezTo>
                  <a:cubicBezTo>
                    <a:pt x="2727" y="1000"/>
                    <a:pt x="2741" y="1044"/>
                    <a:pt x="2820" y="1070"/>
                  </a:cubicBezTo>
                  <a:cubicBezTo>
                    <a:pt x="2835" y="1085"/>
                    <a:pt x="2846" y="1106"/>
                    <a:pt x="2865" y="1115"/>
                  </a:cubicBezTo>
                  <a:cubicBezTo>
                    <a:pt x="2888" y="1126"/>
                    <a:pt x="2920" y="1114"/>
                    <a:pt x="2940" y="1130"/>
                  </a:cubicBezTo>
                  <a:cubicBezTo>
                    <a:pt x="2956" y="1143"/>
                    <a:pt x="2950" y="1170"/>
                    <a:pt x="2955" y="1190"/>
                  </a:cubicBezTo>
                  <a:cubicBezTo>
                    <a:pt x="2970" y="1180"/>
                    <a:pt x="2984" y="1167"/>
                    <a:pt x="3000" y="1160"/>
                  </a:cubicBezTo>
                  <a:cubicBezTo>
                    <a:pt x="3029" y="1147"/>
                    <a:pt x="3090" y="1130"/>
                    <a:pt x="3090" y="1130"/>
                  </a:cubicBezTo>
                  <a:cubicBezTo>
                    <a:pt x="3181" y="994"/>
                    <a:pt x="3114" y="1043"/>
                    <a:pt x="3315" y="1025"/>
                  </a:cubicBezTo>
                  <a:cubicBezTo>
                    <a:pt x="3446" y="992"/>
                    <a:pt x="3570" y="995"/>
                    <a:pt x="3705" y="995"/>
                  </a:cubicBezTo>
                </a:path>
              </a:pathLst>
            </a:custGeom>
            <a:noFill/>
            <a:ln w="952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65" name="Text Box 200"/>
            <p:cNvSpPr txBox="1">
              <a:spLocks noChangeArrowheads="1"/>
            </p:cNvSpPr>
            <p:nvPr/>
          </p:nvSpPr>
          <p:spPr bwMode="auto">
            <a:xfrm>
              <a:off x="7919" y="8895"/>
              <a:ext cx="650"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100"/>
                <a:t>i</a:t>
              </a:r>
              <a:r>
                <a:rPr lang="en-US" altLang="en-US" sz="1100" baseline="-25000"/>
                <a:t>D</a:t>
              </a:r>
              <a:endParaRPr lang="en-US" altLang="en-US"/>
            </a:p>
          </p:txBody>
        </p:sp>
        <p:sp>
          <p:nvSpPr>
            <p:cNvPr id="19466" name="Line 201"/>
            <p:cNvSpPr>
              <a:spLocks noChangeShapeType="1"/>
            </p:cNvSpPr>
            <p:nvPr/>
          </p:nvSpPr>
          <p:spPr bwMode="auto">
            <a:xfrm flipV="1">
              <a:off x="7787" y="10724"/>
              <a:ext cx="189" cy="16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7" name="Line 202"/>
            <p:cNvSpPr>
              <a:spLocks noChangeShapeType="1"/>
            </p:cNvSpPr>
            <p:nvPr/>
          </p:nvSpPr>
          <p:spPr bwMode="auto">
            <a:xfrm>
              <a:off x="7976" y="10724"/>
              <a:ext cx="22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8" name="Line 203"/>
            <p:cNvSpPr>
              <a:spLocks noChangeShapeType="1"/>
            </p:cNvSpPr>
            <p:nvPr/>
          </p:nvSpPr>
          <p:spPr bwMode="auto">
            <a:xfrm flipV="1">
              <a:off x="8203" y="10512"/>
              <a:ext cx="142" cy="19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9" name="Line 204"/>
            <p:cNvSpPr>
              <a:spLocks noChangeShapeType="1"/>
            </p:cNvSpPr>
            <p:nvPr/>
          </p:nvSpPr>
          <p:spPr bwMode="auto">
            <a:xfrm flipV="1">
              <a:off x="8354" y="10319"/>
              <a:ext cx="255" cy="18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0" name="Line 205"/>
            <p:cNvSpPr>
              <a:spLocks noChangeShapeType="1"/>
            </p:cNvSpPr>
            <p:nvPr/>
          </p:nvSpPr>
          <p:spPr bwMode="auto">
            <a:xfrm flipV="1">
              <a:off x="8628" y="10302"/>
              <a:ext cx="114" cy="1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1" name="Line 206"/>
            <p:cNvSpPr>
              <a:spLocks noChangeShapeType="1"/>
            </p:cNvSpPr>
            <p:nvPr/>
          </p:nvSpPr>
          <p:spPr bwMode="auto">
            <a:xfrm flipV="1">
              <a:off x="8742" y="10106"/>
              <a:ext cx="283" cy="19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2" name="Line 207"/>
            <p:cNvSpPr>
              <a:spLocks noChangeShapeType="1"/>
            </p:cNvSpPr>
            <p:nvPr/>
          </p:nvSpPr>
          <p:spPr bwMode="auto">
            <a:xfrm>
              <a:off x="9025" y="10098"/>
              <a:ext cx="8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3" name="Line 208"/>
            <p:cNvSpPr>
              <a:spLocks noChangeShapeType="1"/>
            </p:cNvSpPr>
            <p:nvPr/>
          </p:nvSpPr>
          <p:spPr bwMode="auto">
            <a:xfrm>
              <a:off x="9137" y="10098"/>
              <a:ext cx="286" cy="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Line 209"/>
            <p:cNvSpPr>
              <a:spLocks noChangeShapeType="1"/>
            </p:cNvSpPr>
            <p:nvPr/>
          </p:nvSpPr>
          <p:spPr bwMode="auto">
            <a:xfrm flipV="1">
              <a:off x="9423" y="10070"/>
              <a:ext cx="54" cy="2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5" name="Line 210"/>
            <p:cNvSpPr>
              <a:spLocks noChangeShapeType="1"/>
            </p:cNvSpPr>
            <p:nvPr/>
          </p:nvSpPr>
          <p:spPr bwMode="auto">
            <a:xfrm>
              <a:off x="9477" y="10074"/>
              <a:ext cx="311" cy="19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6" name="Line 211"/>
            <p:cNvSpPr>
              <a:spLocks noChangeShapeType="1"/>
            </p:cNvSpPr>
            <p:nvPr/>
          </p:nvSpPr>
          <p:spPr bwMode="auto">
            <a:xfrm flipV="1">
              <a:off x="9788" y="10230"/>
              <a:ext cx="86" cy="3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212"/>
            <p:cNvSpPr>
              <a:spLocks noChangeShapeType="1"/>
            </p:cNvSpPr>
            <p:nvPr/>
          </p:nvSpPr>
          <p:spPr bwMode="auto">
            <a:xfrm>
              <a:off x="9874" y="10230"/>
              <a:ext cx="312" cy="33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8" name="Line 213"/>
            <p:cNvSpPr>
              <a:spLocks noChangeShapeType="1"/>
            </p:cNvSpPr>
            <p:nvPr/>
          </p:nvSpPr>
          <p:spPr bwMode="auto">
            <a:xfrm>
              <a:off x="10186" y="10567"/>
              <a:ext cx="8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9" name="Line 214"/>
            <p:cNvSpPr>
              <a:spLocks noChangeShapeType="1"/>
            </p:cNvSpPr>
            <p:nvPr/>
          </p:nvSpPr>
          <p:spPr bwMode="auto">
            <a:xfrm>
              <a:off x="10272" y="10567"/>
              <a:ext cx="225" cy="3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0" name="Line 215"/>
            <p:cNvSpPr>
              <a:spLocks noChangeShapeType="1"/>
            </p:cNvSpPr>
            <p:nvPr/>
          </p:nvSpPr>
          <p:spPr bwMode="auto">
            <a:xfrm>
              <a:off x="10497" y="10869"/>
              <a:ext cx="1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1" name="Line 216"/>
            <p:cNvSpPr>
              <a:spLocks noChangeShapeType="1"/>
            </p:cNvSpPr>
            <p:nvPr/>
          </p:nvSpPr>
          <p:spPr bwMode="auto">
            <a:xfrm flipV="1">
              <a:off x="10612" y="10801"/>
              <a:ext cx="168" cy="5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2" name="Line 217"/>
            <p:cNvSpPr>
              <a:spLocks noChangeShapeType="1"/>
            </p:cNvSpPr>
            <p:nvPr/>
          </p:nvSpPr>
          <p:spPr bwMode="auto">
            <a:xfrm>
              <a:off x="10780" y="10788"/>
              <a:ext cx="115" cy="19"/>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3" name="Text Box 218"/>
            <p:cNvSpPr txBox="1">
              <a:spLocks noChangeArrowheads="1"/>
            </p:cNvSpPr>
            <p:nvPr/>
          </p:nvSpPr>
          <p:spPr bwMode="auto">
            <a:xfrm>
              <a:off x="8376" y="9068"/>
              <a:ext cx="1981" cy="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200">
                  <a:solidFill>
                    <a:srgbClr val="000000"/>
                  </a:solidFill>
                  <a:latin typeface="Times New Roman" pitchFamily="18" charset="0"/>
                </a:rPr>
                <a:t>Tín hiệu trên tải</a:t>
              </a:r>
              <a:endParaRPr lang="en-US" altLang="en-US" sz="1200">
                <a:latin typeface="Times New Roman" pitchFamily="18" charset="0"/>
              </a:endParaRPr>
            </a:p>
          </p:txBody>
        </p:sp>
        <p:sp>
          <p:nvSpPr>
            <p:cNvPr id="19484" name="Freeform 219"/>
            <p:cNvSpPr>
              <a:spLocks/>
            </p:cNvSpPr>
            <p:nvPr/>
          </p:nvSpPr>
          <p:spPr bwMode="auto">
            <a:xfrm>
              <a:off x="9687" y="9377"/>
              <a:ext cx="169" cy="817"/>
            </a:xfrm>
            <a:custGeom>
              <a:avLst/>
              <a:gdLst>
                <a:gd name="T0" fmla="*/ 33 w 187"/>
                <a:gd name="T1" fmla="*/ 0 h 880"/>
                <a:gd name="T2" fmla="*/ 80 w 187"/>
                <a:gd name="T3" fmla="*/ 104 h 880"/>
                <a:gd name="T4" fmla="*/ 107 w 187"/>
                <a:gd name="T5" fmla="*/ 178 h 880"/>
                <a:gd name="T6" fmla="*/ 66 w 187"/>
                <a:gd name="T7" fmla="*/ 535 h 880"/>
                <a:gd name="T8" fmla="*/ 0 w 187"/>
                <a:gd name="T9" fmla="*/ 655 h 880"/>
                <a:gd name="T10" fmla="*/ 0 60000 65536"/>
                <a:gd name="T11" fmla="*/ 0 60000 65536"/>
                <a:gd name="T12" fmla="*/ 0 60000 65536"/>
                <a:gd name="T13" fmla="*/ 0 60000 65536"/>
                <a:gd name="T14" fmla="*/ 0 60000 65536"/>
                <a:gd name="T15" fmla="*/ 0 w 187"/>
                <a:gd name="T16" fmla="*/ 0 h 880"/>
                <a:gd name="T17" fmla="*/ 187 w 187"/>
                <a:gd name="T18" fmla="*/ 880 h 880"/>
              </a:gdLst>
              <a:ahLst/>
              <a:cxnLst>
                <a:cxn ang="T10">
                  <a:pos x="T0" y="T1"/>
                </a:cxn>
                <a:cxn ang="T11">
                  <a:pos x="T2" y="T3"/>
                </a:cxn>
                <a:cxn ang="T12">
                  <a:pos x="T4" y="T5"/>
                </a:cxn>
                <a:cxn ang="T13">
                  <a:pos x="T6" y="T7"/>
                </a:cxn>
                <a:cxn ang="T14">
                  <a:pos x="T8" y="T9"/>
                </a:cxn>
              </a:cxnLst>
              <a:rect l="T15" t="T16" r="T17" b="T18"/>
              <a:pathLst>
                <a:path w="187" h="880">
                  <a:moveTo>
                    <a:pt x="50" y="0"/>
                  </a:moveTo>
                  <a:cubicBezTo>
                    <a:pt x="70" y="49"/>
                    <a:pt x="102" y="91"/>
                    <a:pt x="120" y="140"/>
                  </a:cubicBezTo>
                  <a:cubicBezTo>
                    <a:pt x="135" y="179"/>
                    <a:pt x="136" y="205"/>
                    <a:pt x="160" y="240"/>
                  </a:cubicBezTo>
                  <a:cubicBezTo>
                    <a:pt x="187" y="399"/>
                    <a:pt x="151" y="568"/>
                    <a:pt x="100" y="720"/>
                  </a:cubicBezTo>
                  <a:cubicBezTo>
                    <a:pt x="86" y="762"/>
                    <a:pt x="0" y="836"/>
                    <a:pt x="0" y="880"/>
                  </a:cubicBezTo>
                </a:path>
              </a:pathLst>
            </a:custGeom>
            <a:noFill/>
            <a:ln w="9525">
              <a:solidFill>
                <a:srgbClr val="000000"/>
              </a:solidFill>
              <a:round/>
              <a:headEnd type="arrow"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spTree>
    <p:extLst>
      <p:ext uri="{BB962C8B-B14F-4D97-AF65-F5344CB8AC3E}">
        <p14:creationId xmlns:p14="http://schemas.microsoft.com/office/powerpoint/2010/main" val="6557593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22238"/>
            <a:ext cx="7391400" cy="563562"/>
          </a:xfrm>
        </p:spPr>
        <p:txBody>
          <a:bodyPr/>
          <a:lstStyle/>
          <a:p>
            <a:pPr marL="742950" indent="-742950" eaLnBrk="1" hangingPunct="1"/>
            <a:r>
              <a:rPr lang="sv-SE" altLang="ja-JP" sz="3500" smtClean="0">
                <a:latin typeface="Times New Roman" pitchFamily="18" charset="0"/>
                <a:ea typeface="ＭＳ Ｐゴシック" pitchFamily="34" charset="-128"/>
              </a:rPr>
              <a:t>Tách sóng dùng mạch nhân t</a:t>
            </a:r>
            <a:r>
              <a:rPr lang="vi-VN" altLang="ja-JP" sz="3500" smtClean="0">
                <a:latin typeface="Times New Roman" pitchFamily="18" charset="0"/>
                <a:ea typeface="ＭＳ Ｐゴシック" pitchFamily="34" charset="-128"/>
              </a:rPr>
              <a:t>ươ</a:t>
            </a:r>
            <a:r>
              <a:rPr lang="sv-SE" altLang="ja-JP" sz="3500" smtClean="0">
                <a:latin typeface="Times New Roman" pitchFamily="18" charset="0"/>
                <a:ea typeface="ＭＳ Ｐゴシック" pitchFamily="34" charset="-128"/>
              </a:rPr>
              <a:t>ng tự</a:t>
            </a:r>
            <a:endParaRPr lang="en-US" altLang="en-US" sz="3500" smtClean="0">
              <a:latin typeface="Times New Roman" pitchFamily="18" charset="0"/>
            </a:endParaRPr>
          </a:p>
        </p:txBody>
      </p:sp>
      <p:sp>
        <p:nvSpPr>
          <p:cNvPr id="20483" name="Rectangle 3"/>
          <p:cNvSpPr>
            <a:spLocks noGrp="1" noChangeArrowheads="1"/>
          </p:cNvSpPr>
          <p:nvPr>
            <p:ph type="body" idx="1"/>
          </p:nvPr>
        </p:nvSpPr>
        <p:spPr>
          <a:xfrm>
            <a:off x="533400" y="838200"/>
            <a:ext cx="8229600" cy="4411663"/>
          </a:xfrm>
        </p:spPr>
        <p:txBody>
          <a:bodyPr/>
          <a:lstStyle/>
          <a:p>
            <a:pPr eaLnBrk="1" hangingPunct="1">
              <a:lnSpc>
                <a:spcPct val="80000"/>
              </a:lnSpc>
            </a:pPr>
            <a:r>
              <a:rPr lang="en-US" altLang="en-US" sz="2000" smtClean="0">
                <a:latin typeface="Times New Roman" pitchFamily="18" charset="0"/>
              </a:rPr>
              <a:t>S</a:t>
            </a:r>
            <a:r>
              <a:rPr lang="vi-VN" altLang="en-US" sz="2000" smtClean="0">
                <a:latin typeface="Times New Roman" pitchFamily="18" charset="0"/>
              </a:rPr>
              <a:t>ơ</a:t>
            </a:r>
            <a:r>
              <a:rPr lang="en-US" altLang="en-US" sz="2000" smtClean="0">
                <a:latin typeface="Times New Roman" pitchFamily="18" charset="0"/>
              </a:rPr>
              <a:t> </a:t>
            </a:r>
            <a:r>
              <a:rPr lang="vi-VN" altLang="en-US" sz="2000" smtClean="0">
                <a:latin typeface="Times New Roman" pitchFamily="18" charset="0"/>
              </a:rPr>
              <a:t>đ</a:t>
            </a:r>
            <a:r>
              <a:rPr lang="en-US" altLang="en-US" sz="2000" smtClean="0">
                <a:latin typeface="Times New Roman" pitchFamily="18" charset="0"/>
              </a:rPr>
              <a:t>ồ khối</a:t>
            </a:r>
          </a:p>
          <a:p>
            <a:pPr eaLnBrk="1" hangingPunct="1">
              <a:lnSpc>
                <a:spcPct val="80000"/>
              </a:lnSpc>
            </a:pPr>
            <a:endParaRPr lang="en-US" altLang="en-US" sz="2000" smtClean="0">
              <a:latin typeface="Times New Roman" pitchFamily="18" charset="0"/>
            </a:endParaRPr>
          </a:p>
          <a:p>
            <a:pPr eaLnBrk="1" hangingPunct="1">
              <a:lnSpc>
                <a:spcPct val="80000"/>
              </a:lnSpc>
            </a:pPr>
            <a:endParaRPr lang="sv-SE" altLang="ja-JP" sz="2000" smtClean="0">
              <a:latin typeface="Times New Roman" pitchFamily="18" charset="0"/>
              <a:ea typeface="ＭＳ Ｐゴシック" pitchFamily="34" charset="-128"/>
            </a:endParaRPr>
          </a:p>
          <a:p>
            <a:pPr eaLnBrk="1" hangingPunct="1">
              <a:lnSpc>
                <a:spcPct val="80000"/>
              </a:lnSpc>
            </a:pPr>
            <a:r>
              <a:rPr lang="sv-SE" altLang="ja-JP" sz="2000" smtClean="0">
                <a:latin typeface="Times New Roman" pitchFamily="18" charset="0"/>
                <a:ea typeface="ＭＳ Ｐゴシック" pitchFamily="34" charset="-128"/>
              </a:rPr>
              <a:t>Hai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ầu vào mạch nhân:</a:t>
            </a:r>
          </a:p>
          <a:p>
            <a:pPr lvl="1" eaLnBrk="1" hangingPunct="1">
              <a:lnSpc>
                <a:spcPct val="80000"/>
              </a:lnSpc>
            </a:pPr>
            <a:r>
              <a:rPr lang="sv-SE" altLang="ja-JP" sz="2000" smtClean="0">
                <a:latin typeface="Times New Roman" pitchFamily="18" charset="0"/>
                <a:ea typeface="ＭＳ Ｐゴシック" pitchFamily="34" charset="-128"/>
              </a:rPr>
              <a:t>Tín hiệu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biên cần tách sóng: U</a:t>
            </a:r>
            <a:r>
              <a:rPr lang="vi-VN" altLang="ja-JP" sz="2000" baseline="-25000" smtClean="0">
                <a:latin typeface="Times New Roman" pitchFamily="18" charset="0"/>
                <a:ea typeface="ＭＳ Ｐゴシック" pitchFamily="34" charset="-128"/>
              </a:rPr>
              <a:t>đ</a:t>
            </a:r>
            <a:r>
              <a:rPr lang="sv-SE" altLang="ja-JP" sz="2000" baseline="-25000" smtClean="0">
                <a:latin typeface="Times New Roman" pitchFamily="18" charset="0"/>
                <a:ea typeface="ＭＳ Ｐゴシック" pitchFamily="34" charset="-128"/>
              </a:rPr>
              <a:t>b</a:t>
            </a:r>
            <a:r>
              <a:rPr lang="sv-SE" altLang="ja-JP" sz="2000" smtClean="0">
                <a:latin typeface="Times New Roman" pitchFamily="18" charset="0"/>
                <a:ea typeface="ＭＳ Ｐゴシック" pitchFamily="34" charset="-128"/>
              </a:rPr>
              <a:t> = U</a:t>
            </a:r>
            <a:r>
              <a:rPr lang="sv-SE" altLang="ja-JP" sz="2000" baseline="-25000" smtClean="0">
                <a:latin typeface="Times New Roman" pitchFamily="18" charset="0"/>
                <a:ea typeface="ＭＳ Ｐゴシック" pitchFamily="34" charset="-128"/>
              </a:rPr>
              <a:t>mt</a:t>
            </a:r>
            <a:r>
              <a:rPr lang="sv-SE" altLang="ja-JP" sz="2000" smtClean="0">
                <a:latin typeface="Times New Roman" pitchFamily="18" charset="0"/>
                <a:ea typeface="ＭＳ Ｐゴシック" pitchFamily="34" charset="-128"/>
              </a:rPr>
              <a:t>(1 + mcos</a:t>
            </a:r>
            <a:r>
              <a:rPr lang="sv-SE" altLang="ja-JP" sz="2000" smtClean="0">
                <a:latin typeface="Times New Roman" pitchFamily="18" charset="0"/>
                <a:ea typeface="ＭＳ Ｐゴシック" pitchFamily="34" charset="-128"/>
                <a:sym typeface="Symbol" pitchFamily="18" charset="2"/>
              </a:rPr>
              <a:t></a:t>
            </a:r>
            <a:r>
              <a:rPr lang="sv-SE" altLang="ja-JP" sz="2000" baseline="-25000" smtClean="0">
                <a:latin typeface="Times New Roman" pitchFamily="18" charset="0"/>
                <a:ea typeface="ＭＳ Ｐゴシック" pitchFamily="34" charset="-128"/>
              </a:rPr>
              <a:t>S</a:t>
            </a:r>
            <a:r>
              <a:rPr lang="sv-SE" altLang="ja-JP" sz="2000" smtClean="0">
                <a:latin typeface="Times New Roman" pitchFamily="18" charset="0"/>
                <a:ea typeface="ＭＳ Ｐゴシック" pitchFamily="34" charset="-128"/>
              </a:rPr>
              <a:t>t)cos</a:t>
            </a:r>
            <a:r>
              <a:rPr lang="sv-SE" altLang="ja-JP" sz="2000" smtClean="0">
                <a:latin typeface="Times New Roman" pitchFamily="18" charset="0"/>
                <a:ea typeface="ＭＳ Ｐゴシック" pitchFamily="34" charset="-128"/>
                <a:sym typeface="Symbol" pitchFamily="18" charset="2"/>
              </a:rPr>
              <a:t></a:t>
            </a:r>
            <a:r>
              <a:rPr lang="sv-SE" altLang="ja-JP" sz="2000" baseline="-25000" smtClean="0">
                <a:latin typeface="Times New Roman" pitchFamily="18" charset="0"/>
                <a:ea typeface="ＭＳ Ｐゴシック" pitchFamily="34" charset="-128"/>
              </a:rPr>
              <a:t>t</a:t>
            </a:r>
            <a:r>
              <a:rPr lang="sv-SE" altLang="ja-JP" sz="2000" smtClean="0">
                <a:latin typeface="Times New Roman" pitchFamily="18" charset="0"/>
                <a:ea typeface="ＭＳ Ｐゴシック" pitchFamily="34" charset="-128"/>
              </a:rPr>
              <a:t>.t</a:t>
            </a:r>
          </a:p>
          <a:p>
            <a:pPr lvl="1" eaLnBrk="1" hangingPunct="1">
              <a:lnSpc>
                <a:spcPct val="80000"/>
              </a:lnSpc>
            </a:pPr>
            <a:r>
              <a:rPr lang="sv-SE" altLang="ja-JP" sz="2000" smtClean="0">
                <a:latin typeface="Times New Roman" pitchFamily="18" charset="0"/>
                <a:ea typeface="ＭＳ Ｐゴシック" pitchFamily="34" charset="-128"/>
              </a:rPr>
              <a:t>Tải tin: Ut = Umt.cos(</a:t>
            </a:r>
            <a:r>
              <a:rPr lang="sv-SE" altLang="ja-JP" sz="2000" smtClean="0">
                <a:latin typeface="Times New Roman" pitchFamily="18" charset="0"/>
                <a:ea typeface="ＭＳ Ｐゴシック" pitchFamily="34" charset="-128"/>
                <a:sym typeface="Symbol" pitchFamily="18" charset="2"/>
              </a:rPr>
              <a:t></a:t>
            </a:r>
            <a:r>
              <a:rPr lang="sv-SE" altLang="ja-JP" sz="2000" baseline="-25000" smtClean="0">
                <a:latin typeface="Times New Roman" pitchFamily="18" charset="0"/>
                <a:ea typeface="ＭＳ Ｐゴシック" pitchFamily="34" charset="-128"/>
              </a:rPr>
              <a:t>t</a:t>
            </a:r>
            <a:r>
              <a:rPr lang="sv-SE" altLang="ja-JP" sz="2000" smtClean="0">
                <a:latin typeface="Times New Roman" pitchFamily="18" charset="0"/>
                <a:ea typeface="ＭＳ Ｐゴシック" pitchFamily="34" charset="-128"/>
              </a:rPr>
              <a:t>t+</a:t>
            </a:r>
            <a:r>
              <a:rPr lang="sv-SE" altLang="ja-JP" sz="2000" smtClean="0">
                <a:latin typeface="Times New Roman" pitchFamily="18" charset="0"/>
                <a:ea typeface="ＭＳ Ｐゴシック" pitchFamily="34" charset="-128"/>
                <a:sym typeface="Symbol" pitchFamily="18" charset="2"/>
              </a:rPr>
              <a:t></a:t>
            </a:r>
            <a:r>
              <a:rPr lang="sv-SE" altLang="ja-JP" sz="2000" smtClean="0">
                <a:latin typeface="Times New Roman" pitchFamily="18" charset="0"/>
                <a:ea typeface="ＭＳ Ｐゴシック" pitchFamily="34" charset="-128"/>
              </a:rPr>
              <a:t>)</a:t>
            </a:r>
            <a:endParaRPr lang="sv-SE" altLang="ja-JP" sz="1800" smtClean="0">
              <a:latin typeface="Times New Roman" pitchFamily="18" charset="0"/>
              <a:ea typeface="ＭＳ Ｐゴシック" pitchFamily="34" charset="-128"/>
            </a:endParaRPr>
          </a:p>
          <a:p>
            <a:pPr eaLnBrk="1" hangingPunct="1">
              <a:lnSpc>
                <a:spcPct val="80000"/>
              </a:lnSpc>
            </a:pPr>
            <a:r>
              <a:rPr lang="sv-SE" altLang="ja-JP" sz="2000" smtClean="0">
                <a:latin typeface="Times New Roman" pitchFamily="18" charset="0"/>
                <a:ea typeface="ＭＳ Ｐゴシック" pitchFamily="34" charset="-128"/>
              </a:rPr>
              <a:t>đầu ra của mạch sẽ có tín hiệu:	Ur = U</a:t>
            </a:r>
            <a:r>
              <a:rPr lang="vi-VN" altLang="ja-JP" sz="2000" baseline="-25000" smtClean="0">
                <a:latin typeface="Times New Roman" pitchFamily="18" charset="0"/>
                <a:ea typeface="ＭＳ Ｐゴシック" pitchFamily="34" charset="-128"/>
              </a:rPr>
              <a:t>đ</a:t>
            </a:r>
            <a:r>
              <a:rPr lang="sv-SE" altLang="ja-JP" sz="2000" baseline="-25000" smtClean="0">
                <a:latin typeface="Times New Roman" pitchFamily="18" charset="0"/>
                <a:ea typeface="ＭＳ Ｐゴシック" pitchFamily="34" charset="-128"/>
              </a:rPr>
              <a:t>b</a:t>
            </a:r>
            <a:r>
              <a:rPr lang="sv-SE" altLang="ja-JP" sz="2000" smtClean="0">
                <a:latin typeface="Times New Roman" pitchFamily="18" charset="0"/>
                <a:ea typeface="ＭＳ Ｐゴシック" pitchFamily="34" charset="-128"/>
              </a:rPr>
              <a:t>.U</a:t>
            </a:r>
            <a:r>
              <a:rPr lang="sv-SE" altLang="ja-JP" sz="2000" baseline="-25000" smtClean="0">
                <a:latin typeface="Times New Roman" pitchFamily="18" charset="0"/>
                <a:ea typeface="ＭＳ Ｐゴシック" pitchFamily="34" charset="-128"/>
              </a:rPr>
              <a:t>t</a:t>
            </a:r>
            <a:r>
              <a:rPr lang="sv-SE" altLang="ja-JP" sz="2000" smtClean="0">
                <a:latin typeface="Times New Roman" pitchFamily="18" charset="0"/>
                <a:ea typeface="ＭＳ Ｐゴシック" pitchFamily="34" charset="-128"/>
              </a:rPr>
              <a:t>.K</a:t>
            </a:r>
          </a:p>
          <a:p>
            <a:pPr eaLnBrk="1" hangingPunct="1">
              <a:lnSpc>
                <a:spcPct val="80000"/>
              </a:lnSpc>
              <a:buFont typeface="Wingdings" pitchFamily="2" charset="2"/>
              <a:buNone/>
            </a:pPr>
            <a:r>
              <a:rPr lang="sv-SE" altLang="ja-JP" sz="2000" smtClean="0">
                <a:latin typeface="Times New Roman" pitchFamily="18" charset="0"/>
                <a:ea typeface="ＭＳ Ｐゴシック" pitchFamily="34" charset="-128"/>
              </a:rPr>
              <a:t>			</a:t>
            </a:r>
          </a:p>
          <a:p>
            <a:pPr eaLnBrk="1" hangingPunct="1">
              <a:lnSpc>
                <a:spcPct val="80000"/>
              </a:lnSpc>
              <a:buFont typeface="Wingdings" pitchFamily="2" charset="2"/>
              <a:buNone/>
            </a:pPr>
            <a:r>
              <a:rPr lang="sv-SE" altLang="ja-JP" sz="2000" smtClean="0">
                <a:latin typeface="Times New Roman" pitchFamily="18" charset="0"/>
                <a:ea typeface="ＭＳ Ｐゴシック" pitchFamily="34" charset="-128"/>
              </a:rPr>
              <a:t>		Ur =</a:t>
            </a:r>
          </a:p>
          <a:p>
            <a:pPr eaLnBrk="1" hangingPunct="1">
              <a:lnSpc>
                <a:spcPct val="80000"/>
              </a:lnSpc>
            </a:pPr>
            <a:endParaRPr lang="sv-SE" altLang="ja-JP" sz="2000" smtClean="0">
              <a:latin typeface="Times New Roman" pitchFamily="18" charset="0"/>
              <a:ea typeface="ＭＳ Ｐゴシック" pitchFamily="34" charset="-128"/>
            </a:endParaRPr>
          </a:p>
          <a:p>
            <a:pPr eaLnBrk="1" hangingPunct="1">
              <a:lnSpc>
                <a:spcPct val="80000"/>
              </a:lnSpc>
            </a:pPr>
            <a:r>
              <a:rPr lang="sv-SE" altLang="ja-JP" sz="2000" smtClean="0">
                <a:latin typeface="Times New Roman" pitchFamily="18" charset="0"/>
                <a:ea typeface="ＭＳ Ｐゴシック" pitchFamily="34" charset="-128"/>
              </a:rPr>
              <a:t>Dùng mạch lọc thông thấp có thể tách </a:t>
            </a:r>
            <a:r>
              <a:rPr lang="vi-VN" altLang="ja-JP" sz="2000" smtClean="0">
                <a:latin typeface="Times New Roman" pitchFamily="18" charset="0"/>
                <a:ea typeface="ＭＳ Ｐゴシック" pitchFamily="34" charset="-128"/>
              </a:rPr>
              <a:t>đư</a:t>
            </a:r>
            <a:r>
              <a:rPr lang="sv-SE" altLang="ja-JP" sz="2000" smtClean="0">
                <a:latin typeface="Times New Roman" pitchFamily="18" charset="0"/>
                <a:ea typeface="ＭＳ Ｐゴシック" pitchFamily="34" charset="-128"/>
              </a:rPr>
              <a:t>ợc thành phần hữu ích:</a:t>
            </a:r>
          </a:p>
          <a:p>
            <a:pPr eaLnBrk="1" hangingPunct="1">
              <a:lnSpc>
                <a:spcPct val="80000"/>
              </a:lnSpc>
            </a:pPr>
            <a:endParaRPr lang="sv-SE" altLang="ja-JP" sz="2000" smtClean="0">
              <a:latin typeface="Times New Roman" pitchFamily="18" charset="0"/>
              <a:ea typeface="ＭＳ Ｐゴシック" pitchFamily="34" charset="-128"/>
            </a:endParaRPr>
          </a:p>
          <a:p>
            <a:pPr eaLnBrk="1" hangingPunct="1">
              <a:lnSpc>
                <a:spcPct val="80000"/>
              </a:lnSpc>
            </a:pPr>
            <a:endParaRPr lang="sv-SE" altLang="ja-JP" sz="2000" smtClean="0">
              <a:latin typeface="Times New Roman" pitchFamily="18" charset="0"/>
              <a:ea typeface="ＭＳ Ｐゴシック" pitchFamily="34" charset="-128"/>
            </a:endParaRPr>
          </a:p>
          <a:p>
            <a:pPr eaLnBrk="1" hangingPunct="1">
              <a:lnSpc>
                <a:spcPct val="80000"/>
              </a:lnSpc>
            </a:pPr>
            <a:r>
              <a:rPr lang="sv-SE" altLang="ja-JP" sz="2000" smtClean="0">
                <a:latin typeface="Times New Roman" pitchFamily="18" charset="0"/>
                <a:ea typeface="ＭＳ Ｐゴシック" pitchFamily="34" charset="-128"/>
              </a:rPr>
              <a:t>Nhận xét:</a:t>
            </a:r>
          </a:p>
          <a:p>
            <a:pPr lvl="1" eaLnBrk="1" hangingPunct="1">
              <a:lnSpc>
                <a:spcPct val="80000"/>
              </a:lnSpc>
            </a:pPr>
            <a:r>
              <a:rPr lang="sv-SE" altLang="ja-JP" sz="2000" smtClean="0">
                <a:latin typeface="Times New Roman" pitchFamily="18" charset="0"/>
                <a:ea typeface="ＭＳ Ｐゴシック" pitchFamily="34" charset="-128"/>
              </a:rPr>
              <a:t> Trong phổ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iện áp ra không có thành phần tải tần </a:t>
            </a:r>
            <a:r>
              <a:rPr lang="sv-SE" altLang="ja-JP" sz="2000" smtClean="0">
                <a:latin typeface="Times New Roman" pitchFamily="18" charset="0"/>
                <a:ea typeface="ＭＳ Ｐゴシック" pitchFamily="34" charset="-128"/>
                <a:sym typeface="Wingdings" pitchFamily="2" charset="2"/>
              </a:rPr>
              <a:t></a:t>
            </a:r>
            <a:r>
              <a:rPr lang="sv-SE" altLang="ja-JP" sz="2000" smtClean="0">
                <a:latin typeface="Times New Roman" pitchFamily="18" charset="0"/>
                <a:ea typeface="ＭＳ Ｐゴシック" pitchFamily="34" charset="-128"/>
              </a:rPr>
              <a:t> không cần lọc</a:t>
            </a:r>
          </a:p>
          <a:p>
            <a:pPr lvl="1" eaLnBrk="1" hangingPunct="1">
              <a:lnSpc>
                <a:spcPct val="80000"/>
              </a:lnSpc>
            </a:pPr>
            <a:r>
              <a:rPr lang="sv-SE" altLang="ja-JP" sz="2000" smtClean="0">
                <a:latin typeface="Times New Roman" pitchFamily="18" charset="0"/>
                <a:ea typeface="ＭＳ Ｐゴシック" pitchFamily="34" charset="-128"/>
              </a:rPr>
              <a:t>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iện áp Ut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ặt vào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ầu vào thứ 2 phải có tần số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úng bằng tần số tải tin của tín hiệu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ã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iều biên</a:t>
            </a:r>
          </a:p>
          <a:p>
            <a:pPr lvl="1" eaLnBrk="1" hangingPunct="1">
              <a:lnSpc>
                <a:spcPct val="80000"/>
              </a:lnSpc>
            </a:pPr>
            <a:r>
              <a:rPr lang="sv-SE" altLang="ja-JP" sz="2000" smtClean="0">
                <a:latin typeface="Times New Roman" pitchFamily="18" charset="0"/>
                <a:ea typeface="ＭＳ Ｐゴシック" pitchFamily="34" charset="-128"/>
              </a:rPr>
              <a:t>So với bộ tách sóng dùng diode thi bộ tách sóng này có ít thành phần tổ hợp ở </a:t>
            </a:r>
            <a:r>
              <a:rPr lang="vi-VN" altLang="ja-JP" sz="2000" smtClean="0">
                <a:latin typeface="Times New Roman" pitchFamily="18" charset="0"/>
                <a:ea typeface="ＭＳ Ｐゴシック" pitchFamily="34" charset="-128"/>
              </a:rPr>
              <a:t>đ</a:t>
            </a:r>
            <a:r>
              <a:rPr lang="sv-SE" altLang="ja-JP" sz="2000" smtClean="0">
                <a:latin typeface="Times New Roman" pitchFamily="18" charset="0"/>
                <a:ea typeface="ＭＳ Ｐゴシック" pitchFamily="34" charset="-128"/>
              </a:rPr>
              <a:t>ầu ra h</a:t>
            </a:r>
            <a:r>
              <a:rPr lang="vi-VN" altLang="ja-JP" sz="2000" smtClean="0">
                <a:latin typeface="Times New Roman" pitchFamily="18" charset="0"/>
                <a:ea typeface="ＭＳ Ｐゴシック" pitchFamily="34" charset="-128"/>
              </a:rPr>
              <a:t>ơ</a:t>
            </a:r>
            <a:r>
              <a:rPr lang="sv-SE" altLang="ja-JP" sz="2000" smtClean="0">
                <a:latin typeface="Times New Roman" pitchFamily="18" charset="0"/>
                <a:ea typeface="ＭＳ Ｐゴシック" pitchFamily="34" charset="-128"/>
              </a:rPr>
              <a:t>n.</a:t>
            </a:r>
            <a:endParaRPr lang="en-US" altLang="en-US" sz="2000" smtClean="0">
              <a:latin typeface="Times New Roman" pitchFamily="18" charset="0"/>
            </a:endParaRPr>
          </a:p>
        </p:txBody>
      </p:sp>
      <p:sp>
        <p:nvSpPr>
          <p:cNvPr id="20484"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0485" name="Object 4"/>
          <p:cNvGraphicFramePr>
            <a:graphicFrameLocks noChangeAspect="1"/>
          </p:cNvGraphicFramePr>
          <p:nvPr/>
        </p:nvGraphicFramePr>
        <p:xfrm>
          <a:off x="3733800" y="838200"/>
          <a:ext cx="3886200" cy="1320800"/>
        </p:xfrm>
        <a:graphic>
          <a:graphicData uri="http://schemas.openxmlformats.org/presentationml/2006/ole">
            <mc:AlternateContent xmlns:mc="http://schemas.openxmlformats.org/markup-compatibility/2006">
              <mc:Choice xmlns:v="urn:schemas-microsoft-com:vml" Requires="v">
                <p:oleObj spid="_x0000_s57382" name="Visio" r:id="rId3" imgW="2921000" imgH="1003300" progId="Visio.Drawing.11">
                  <p:embed/>
                </p:oleObj>
              </mc:Choice>
              <mc:Fallback>
                <p:oleObj name="Visio" r:id="rId3" imgW="2921000" imgH="100330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838200"/>
                        <a:ext cx="38862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Rectangle 7"/>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0487" name="Object 6"/>
          <p:cNvGraphicFramePr>
            <a:graphicFrameLocks noChangeAspect="1"/>
          </p:cNvGraphicFramePr>
          <p:nvPr/>
        </p:nvGraphicFramePr>
        <p:xfrm>
          <a:off x="2133600" y="3200400"/>
          <a:ext cx="3924300" cy="419100"/>
        </p:xfrm>
        <a:graphic>
          <a:graphicData uri="http://schemas.openxmlformats.org/presentationml/2006/ole">
            <mc:AlternateContent xmlns:mc="http://schemas.openxmlformats.org/markup-compatibility/2006">
              <mc:Choice xmlns:v="urn:schemas-microsoft-com:vml" Requires="v">
                <p:oleObj spid="_x0000_s57383" name="Equation" r:id="rId5" imgW="3924300" imgH="419100" progId="Equation.3">
                  <p:embed/>
                </p:oleObj>
              </mc:Choice>
              <mc:Fallback>
                <p:oleObj name="Equation" r:id="rId5" imgW="39243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3200400"/>
                        <a:ext cx="3924300" cy="41910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8" name="Rectangle 9"/>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en-US" altLang="en-US"/>
          </a:p>
        </p:txBody>
      </p:sp>
      <p:graphicFrame>
        <p:nvGraphicFramePr>
          <p:cNvPr id="20489" name="Object 8"/>
          <p:cNvGraphicFramePr>
            <a:graphicFrameLocks noChangeAspect="1"/>
          </p:cNvGraphicFramePr>
          <p:nvPr/>
        </p:nvGraphicFramePr>
        <p:xfrm>
          <a:off x="3048000" y="4267200"/>
          <a:ext cx="1990725" cy="419100"/>
        </p:xfrm>
        <a:graphic>
          <a:graphicData uri="http://schemas.openxmlformats.org/presentationml/2006/ole">
            <mc:AlternateContent xmlns:mc="http://schemas.openxmlformats.org/markup-compatibility/2006">
              <mc:Choice xmlns:v="urn:schemas-microsoft-com:vml" Requires="v">
                <p:oleObj spid="_x0000_s57384" name="Equation" r:id="rId7" imgW="1993900" imgH="419100" progId="Equation.3">
                  <p:embed/>
                </p:oleObj>
              </mc:Choice>
              <mc:Fallback>
                <p:oleObj name="Equation" r:id="rId7" imgW="19939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4267200"/>
                        <a:ext cx="1990725" cy="419100"/>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3839614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122238"/>
            <a:ext cx="7543800" cy="715962"/>
          </a:xfrm>
        </p:spPr>
        <p:txBody>
          <a:bodyPr/>
          <a:lstStyle/>
          <a:p>
            <a:pPr eaLnBrk="1" hangingPunct="1"/>
            <a:r>
              <a:rPr lang="en-US" altLang="en-US" smtClean="0">
                <a:latin typeface="Times New Roman" pitchFamily="18" charset="0"/>
              </a:rPr>
              <a:t>Tách sóng tín hiệu </a:t>
            </a:r>
            <a:r>
              <a:rPr lang="vi-VN" altLang="en-US" smtClean="0">
                <a:latin typeface="Times New Roman" pitchFamily="18" charset="0"/>
              </a:rPr>
              <a:t>đơ</a:t>
            </a:r>
            <a:r>
              <a:rPr lang="en-US" altLang="en-US" smtClean="0">
                <a:latin typeface="Times New Roman" pitchFamily="18" charset="0"/>
              </a:rPr>
              <a:t>n biên </a:t>
            </a:r>
          </a:p>
        </p:txBody>
      </p:sp>
      <p:sp>
        <p:nvSpPr>
          <p:cNvPr id="21507" name="Rectangle 3"/>
          <p:cNvSpPr>
            <a:spLocks noGrp="1" noChangeArrowheads="1"/>
          </p:cNvSpPr>
          <p:nvPr>
            <p:ph type="body" idx="1"/>
          </p:nvPr>
        </p:nvSpPr>
        <p:spPr>
          <a:xfrm>
            <a:off x="228600" y="990600"/>
            <a:ext cx="8229600" cy="5334000"/>
          </a:xfrm>
        </p:spPr>
        <p:txBody>
          <a:bodyPr/>
          <a:lstStyle/>
          <a:p>
            <a:pPr eaLnBrk="1" hangingPunct="1"/>
            <a:r>
              <a:rPr lang="en-US" altLang="en-US" sz="2500" smtClean="0">
                <a:latin typeface="Times New Roman" pitchFamily="18" charset="0"/>
              </a:rPr>
              <a:t>Sơ đồ khối</a:t>
            </a:r>
          </a:p>
          <a:p>
            <a:pPr eaLnBrk="1" hangingPunct="1"/>
            <a:endParaRPr lang="en-US" altLang="en-US" sz="2500" smtClean="0">
              <a:latin typeface="Times New Roman" pitchFamily="18" charset="0"/>
            </a:endParaRPr>
          </a:p>
          <a:p>
            <a:pPr eaLnBrk="1" hangingPunct="1"/>
            <a:endParaRPr lang="en-US" altLang="en-US" sz="2500" smtClean="0">
              <a:latin typeface="Times New Roman" pitchFamily="18" charset="0"/>
            </a:endParaRPr>
          </a:p>
          <a:p>
            <a:pPr eaLnBrk="1" hangingPunct="1"/>
            <a:endParaRPr lang="en-US" altLang="en-US" sz="2500" smtClean="0">
              <a:latin typeface="Times New Roman" pitchFamily="18" charset="0"/>
            </a:endParaRPr>
          </a:p>
          <a:p>
            <a:pPr eaLnBrk="1" hangingPunct="1"/>
            <a:r>
              <a:rPr lang="en-US" altLang="en-US" sz="2500" smtClean="0">
                <a:latin typeface="Times New Roman" pitchFamily="18" charset="0"/>
              </a:rPr>
              <a:t>Tách sóng tín hiệu </a:t>
            </a:r>
            <a:r>
              <a:rPr lang="vi-VN" altLang="en-US" sz="2500" smtClean="0">
                <a:latin typeface="Times New Roman" pitchFamily="18" charset="0"/>
              </a:rPr>
              <a:t>đơ</a:t>
            </a:r>
            <a:r>
              <a:rPr lang="en-US" altLang="en-US" sz="2500" smtClean="0">
                <a:latin typeface="Times New Roman" pitchFamily="18" charset="0"/>
              </a:rPr>
              <a:t>n biên </a:t>
            </a:r>
            <a:r>
              <a:rPr lang="vi-VN" altLang="en-US" sz="2500" smtClean="0">
                <a:latin typeface="Times New Roman" pitchFamily="18" charset="0"/>
              </a:rPr>
              <a:t>đư</a:t>
            </a:r>
            <a:r>
              <a:rPr lang="en-US" altLang="en-US" sz="2500" smtClean="0">
                <a:latin typeface="Times New Roman" pitchFamily="18" charset="0"/>
              </a:rPr>
              <a:t>ợc thực hiện nhờ mạch </a:t>
            </a:r>
            <a:r>
              <a:rPr lang="vi-VN" altLang="en-US" sz="2500" smtClean="0">
                <a:latin typeface="Times New Roman" pitchFamily="18" charset="0"/>
              </a:rPr>
              <a:t>đ</a:t>
            </a:r>
            <a:r>
              <a:rPr lang="en-US" altLang="en-US" sz="2500" smtClean="0">
                <a:latin typeface="Times New Roman" pitchFamily="18" charset="0"/>
              </a:rPr>
              <a:t>iều chế vòng.</a:t>
            </a:r>
          </a:p>
          <a:p>
            <a:pPr eaLnBrk="1" hangingPunct="1"/>
            <a:r>
              <a:rPr lang="en-US" altLang="en-US" sz="2500" smtClean="0">
                <a:latin typeface="Times New Roman" pitchFamily="18" charset="0"/>
              </a:rPr>
              <a:t>Tín hiệu </a:t>
            </a:r>
            <a:r>
              <a:rPr lang="vi-VN" altLang="en-US" sz="2500" smtClean="0">
                <a:latin typeface="Times New Roman" pitchFamily="18" charset="0"/>
              </a:rPr>
              <a:t>đơ</a:t>
            </a:r>
            <a:r>
              <a:rPr lang="en-US" altLang="en-US" sz="2500" smtClean="0">
                <a:latin typeface="Times New Roman" pitchFamily="18" charset="0"/>
              </a:rPr>
              <a:t>n biên với tần số </a:t>
            </a:r>
            <a:r>
              <a:rPr lang="en-US" altLang="en-US" sz="2500" smtClean="0">
                <a:latin typeface="Times New Roman" pitchFamily="18" charset="0"/>
                <a:sym typeface="Symbol" pitchFamily="18" charset="2"/>
              </a:rPr>
              <a:t></a:t>
            </a:r>
            <a:r>
              <a:rPr lang="en-US" altLang="en-US" sz="2500" baseline="-25000" smtClean="0">
                <a:latin typeface="Times New Roman" pitchFamily="18" charset="0"/>
              </a:rPr>
              <a:t>t</a:t>
            </a:r>
            <a:r>
              <a:rPr lang="en-US" altLang="en-US" sz="2500" smtClean="0">
                <a:latin typeface="Times New Roman" pitchFamily="18" charset="0"/>
              </a:rPr>
              <a:t>  + </a:t>
            </a:r>
            <a:r>
              <a:rPr lang="en-US" altLang="en-US" sz="2500" smtClean="0">
                <a:latin typeface="Times New Roman" pitchFamily="18" charset="0"/>
                <a:sym typeface="Symbol" pitchFamily="18" charset="2"/>
              </a:rPr>
              <a:t></a:t>
            </a:r>
            <a:r>
              <a:rPr lang="en-US" altLang="en-US" sz="2500" baseline="-25000" smtClean="0">
                <a:latin typeface="Times New Roman" pitchFamily="18" charset="0"/>
              </a:rPr>
              <a:t>s</a:t>
            </a:r>
            <a:r>
              <a:rPr lang="en-US" altLang="en-US" sz="2500" smtClean="0">
                <a:latin typeface="Times New Roman" pitchFamily="18" charset="0"/>
              </a:rPr>
              <a:t> và tín hiệu tải tin phụ với tần số </a:t>
            </a:r>
            <a:r>
              <a:rPr lang="en-US" altLang="en-US" sz="2500" smtClean="0">
                <a:latin typeface="Times New Roman" pitchFamily="18" charset="0"/>
                <a:sym typeface="Symbol" pitchFamily="18" charset="2"/>
              </a:rPr>
              <a:t></a:t>
            </a:r>
            <a:r>
              <a:rPr lang="en-US" altLang="en-US" sz="2500" baseline="-25000" smtClean="0">
                <a:latin typeface="Times New Roman" pitchFamily="18" charset="0"/>
              </a:rPr>
              <a:t>t</a:t>
            </a:r>
            <a:r>
              <a:rPr lang="en-US" altLang="en-US" sz="2500" smtClean="0">
                <a:latin typeface="Times New Roman" pitchFamily="18" charset="0"/>
              </a:rPr>
              <a:t> lấy từ bộ dao </a:t>
            </a:r>
            <a:r>
              <a:rPr lang="vi-VN" altLang="en-US" sz="2500" smtClean="0">
                <a:latin typeface="Times New Roman" pitchFamily="18" charset="0"/>
              </a:rPr>
              <a:t>đ</a:t>
            </a:r>
            <a:r>
              <a:rPr lang="en-US" altLang="en-US" sz="2500" smtClean="0">
                <a:latin typeface="Times New Roman" pitchFamily="18" charset="0"/>
              </a:rPr>
              <a:t>ộng nội, </a:t>
            </a:r>
            <a:r>
              <a:rPr lang="vi-VN" altLang="en-US" sz="2500" smtClean="0">
                <a:latin typeface="Times New Roman" pitchFamily="18" charset="0"/>
              </a:rPr>
              <a:t>đư</a:t>
            </a:r>
            <a:r>
              <a:rPr lang="en-US" altLang="en-US" sz="2500" smtClean="0">
                <a:latin typeface="Times New Roman" pitchFamily="18" charset="0"/>
              </a:rPr>
              <a:t>ợc </a:t>
            </a:r>
            <a:r>
              <a:rPr lang="vi-VN" altLang="en-US" sz="2500" smtClean="0">
                <a:latin typeface="Times New Roman" pitchFamily="18" charset="0"/>
              </a:rPr>
              <a:t>đư</a:t>
            </a:r>
            <a:r>
              <a:rPr lang="en-US" altLang="en-US" sz="2500" smtClean="0">
                <a:latin typeface="Times New Roman" pitchFamily="18" charset="0"/>
              </a:rPr>
              <a:t>a vào 2 </a:t>
            </a:r>
            <a:r>
              <a:rPr lang="vi-VN" altLang="en-US" sz="2500" smtClean="0">
                <a:latin typeface="Times New Roman" pitchFamily="18" charset="0"/>
              </a:rPr>
              <a:t>đ</a:t>
            </a:r>
            <a:r>
              <a:rPr lang="en-US" altLang="en-US" sz="2500" smtClean="0">
                <a:latin typeface="Times New Roman" pitchFamily="18" charset="0"/>
              </a:rPr>
              <a:t>ầu vào của mạch </a:t>
            </a:r>
            <a:r>
              <a:rPr lang="vi-VN" altLang="en-US" sz="2500" smtClean="0">
                <a:latin typeface="Times New Roman" pitchFamily="18" charset="0"/>
              </a:rPr>
              <a:t>đ</a:t>
            </a:r>
            <a:r>
              <a:rPr lang="en-US" altLang="en-US" sz="2500" smtClean="0">
                <a:latin typeface="Times New Roman" pitchFamily="18" charset="0"/>
              </a:rPr>
              <a:t>iều chế. Tại </a:t>
            </a:r>
            <a:r>
              <a:rPr lang="vi-VN" altLang="en-US" sz="2500" smtClean="0">
                <a:latin typeface="Times New Roman" pitchFamily="18" charset="0"/>
              </a:rPr>
              <a:t>đ</a:t>
            </a:r>
            <a:r>
              <a:rPr lang="en-US" altLang="en-US" sz="2500" smtClean="0">
                <a:latin typeface="Times New Roman" pitchFamily="18" charset="0"/>
              </a:rPr>
              <a:t>ầu ra sẽ có 2 tín hiệu : tần số thấp </a:t>
            </a:r>
            <a:r>
              <a:rPr lang="en-US" altLang="en-US" sz="2500" smtClean="0">
                <a:latin typeface="Times New Roman" pitchFamily="18" charset="0"/>
                <a:sym typeface="Symbol" pitchFamily="18" charset="2"/>
              </a:rPr>
              <a:t></a:t>
            </a:r>
            <a:r>
              <a:rPr lang="en-US" altLang="en-US" sz="2500" baseline="-25000" smtClean="0">
                <a:latin typeface="Times New Roman" pitchFamily="18" charset="0"/>
              </a:rPr>
              <a:t>s</a:t>
            </a:r>
            <a:r>
              <a:rPr lang="en-US" altLang="en-US" sz="2500" smtClean="0">
                <a:latin typeface="Times New Roman" pitchFamily="18" charset="0"/>
              </a:rPr>
              <a:t> và tín hiệu tần số cao 2</a:t>
            </a:r>
            <a:r>
              <a:rPr lang="en-US" altLang="en-US" sz="2500" smtClean="0">
                <a:latin typeface="Times New Roman" pitchFamily="18" charset="0"/>
                <a:sym typeface="Symbol" pitchFamily="18" charset="2"/>
              </a:rPr>
              <a:t></a:t>
            </a:r>
            <a:r>
              <a:rPr lang="en-US" altLang="en-US" sz="2500" baseline="-25000" smtClean="0">
                <a:latin typeface="Times New Roman" pitchFamily="18" charset="0"/>
              </a:rPr>
              <a:t>t</a:t>
            </a:r>
            <a:r>
              <a:rPr lang="en-US" altLang="en-US" sz="2500" smtClean="0">
                <a:latin typeface="Times New Roman" pitchFamily="18" charset="0"/>
              </a:rPr>
              <a:t>+</a:t>
            </a:r>
            <a:r>
              <a:rPr lang="en-US" altLang="en-US" sz="2500" smtClean="0">
                <a:latin typeface="Times New Roman" pitchFamily="18" charset="0"/>
                <a:sym typeface="Symbol" pitchFamily="18" charset="2"/>
              </a:rPr>
              <a:t></a:t>
            </a:r>
            <a:r>
              <a:rPr lang="en-US" altLang="en-US" sz="2500" baseline="-25000" smtClean="0">
                <a:latin typeface="Times New Roman" pitchFamily="18" charset="0"/>
              </a:rPr>
              <a:t>s</a:t>
            </a:r>
            <a:r>
              <a:rPr lang="en-US" altLang="en-US" sz="2500" smtClean="0">
                <a:latin typeface="Times New Roman" pitchFamily="18" charset="0"/>
              </a:rPr>
              <a:t> </a:t>
            </a:r>
          </a:p>
          <a:p>
            <a:pPr eaLnBrk="1" hangingPunct="1"/>
            <a:r>
              <a:rPr lang="en-US" altLang="en-US" sz="2500" smtClean="0">
                <a:latin typeface="Times New Roman" pitchFamily="18" charset="0"/>
              </a:rPr>
              <a:t>Mạch lọc thông thấp sẽ loại bỏ thành phần tần số cao, còn lại là hữu ích </a:t>
            </a:r>
            <a:r>
              <a:rPr lang="en-US" altLang="en-US" sz="2500" smtClean="0">
                <a:latin typeface="Times New Roman" pitchFamily="18" charset="0"/>
                <a:sym typeface="Symbol" pitchFamily="18" charset="2"/>
              </a:rPr>
              <a:t></a:t>
            </a:r>
            <a:r>
              <a:rPr lang="en-US" altLang="en-US" sz="2500" baseline="-25000" smtClean="0">
                <a:latin typeface="Times New Roman" pitchFamily="18" charset="0"/>
              </a:rPr>
              <a:t>s</a:t>
            </a:r>
            <a:r>
              <a:rPr lang="en-US" altLang="en-US" sz="2500" smtClean="0">
                <a:latin typeface="Times New Roman" pitchFamily="18" charset="0"/>
              </a:rPr>
              <a:t>.</a:t>
            </a:r>
          </a:p>
        </p:txBody>
      </p:sp>
      <p:grpSp>
        <p:nvGrpSpPr>
          <p:cNvPr id="21508" name="Group 4"/>
          <p:cNvGrpSpPr>
            <a:grpSpLocks/>
          </p:cNvGrpSpPr>
          <p:nvPr/>
        </p:nvGrpSpPr>
        <p:grpSpPr bwMode="auto">
          <a:xfrm>
            <a:off x="1905000" y="1371600"/>
            <a:ext cx="4724400" cy="1066800"/>
            <a:chOff x="3825" y="5177"/>
            <a:chExt cx="7110" cy="1500"/>
          </a:xfrm>
        </p:grpSpPr>
        <p:sp>
          <p:nvSpPr>
            <p:cNvPr id="21509" name="Text Box 5"/>
            <p:cNvSpPr txBox="1">
              <a:spLocks noChangeArrowheads="1"/>
            </p:cNvSpPr>
            <p:nvPr/>
          </p:nvSpPr>
          <p:spPr bwMode="auto">
            <a:xfrm>
              <a:off x="5475" y="5417"/>
              <a:ext cx="1560" cy="97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100">
                  <a:latin typeface="Times New Roman" pitchFamily="18" charset="0"/>
                </a:rPr>
                <a:t>Mạch </a:t>
              </a:r>
              <a:r>
                <a:rPr lang="vi-VN" altLang="en-US" sz="1100">
                  <a:latin typeface="Times New Roman" pitchFamily="18" charset="0"/>
                </a:rPr>
                <a:t>đ</a:t>
              </a:r>
              <a:r>
                <a:rPr lang="en-US" altLang="en-US" sz="1100">
                  <a:latin typeface="Times New Roman" pitchFamily="18" charset="0"/>
                </a:rPr>
                <a:t>iều </a:t>
              </a:r>
            </a:p>
            <a:p>
              <a:pPr algn="ctr" eaLnBrk="1" hangingPunct="1"/>
              <a:r>
                <a:rPr lang="en-US" altLang="en-US" sz="1100">
                  <a:latin typeface="Times New Roman" pitchFamily="18" charset="0"/>
                </a:rPr>
                <a:t>chế vòng</a:t>
              </a:r>
              <a:endParaRPr lang="en-US" altLang="en-US">
                <a:latin typeface="Times New Roman" pitchFamily="18" charset="0"/>
              </a:endParaRPr>
            </a:p>
          </p:txBody>
        </p:sp>
        <p:sp>
          <p:nvSpPr>
            <p:cNvPr id="21510" name="Line 6"/>
            <p:cNvSpPr>
              <a:spLocks noChangeShapeType="1"/>
            </p:cNvSpPr>
            <p:nvPr/>
          </p:nvSpPr>
          <p:spPr bwMode="auto">
            <a:xfrm>
              <a:off x="4185" y="5657"/>
              <a:ext cx="12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1" name="Line 7"/>
            <p:cNvSpPr>
              <a:spLocks noChangeShapeType="1"/>
            </p:cNvSpPr>
            <p:nvPr/>
          </p:nvSpPr>
          <p:spPr bwMode="auto">
            <a:xfrm>
              <a:off x="4185" y="6119"/>
              <a:ext cx="12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2" name="Line 8"/>
            <p:cNvSpPr>
              <a:spLocks noChangeShapeType="1"/>
            </p:cNvSpPr>
            <p:nvPr/>
          </p:nvSpPr>
          <p:spPr bwMode="auto">
            <a:xfrm>
              <a:off x="7035" y="5897"/>
              <a:ext cx="129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513" name="Text Box 9"/>
            <p:cNvSpPr txBox="1">
              <a:spLocks noChangeArrowheads="1"/>
            </p:cNvSpPr>
            <p:nvPr/>
          </p:nvSpPr>
          <p:spPr bwMode="auto">
            <a:xfrm>
              <a:off x="7035" y="5267"/>
              <a:ext cx="1392"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200"/>
                <a:t>2</a:t>
              </a:r>
              <a:r>
                <a:rPr lang="en-US" altLang="en-US" sz="1200">
                  <a:sym typeface="Symbol" pitchFamily="18" charset="2"/>
                </a:rPr>
                <a:t></a:t>
              </a:r>
              <a:r>
                <a:rPr lang="en-US" altLang="en-US" sz="1200" baseline="-25000"/>
                <a:t>t</a:t>
              </a:r>
              <a:r>
                <a:rPr lang="en-US" altLang="en-US" sz="1200"/>
                <a:t>+</a:t>
              </a:r>
              <a:r>
                <a:rPr lang="en-US" altLang="en-US" sz="1200">
                  <a:sym typeface="Symbol" pitchFamily="18" charset="2"/>
                </a:rPr>
                <a:t></a:t>
              </a:r>
              <a:r>
                <a:rPr lang="en-US" altLang="en-US" sz="1200" baseline="-25000"/>
                <a:t>s    </a:t>
              </a:r>
              <a:endParaRPr lang="en-US" altLang="en-US"/>
            </a:p>
          </p:txBody>
        </p:sp>
        <p:sp>
          <p:nvSpPr>
            <p:cNvPr id="21514" name="Text Box 10"/>
            <p:cNvSpPr txBox="1">
              <a:spLocks noChangeArrowheads="1"/>
            </p:cNvSpPr>
            <p:nvPr/>
          </p:nvSpPr>
          <p:spPr bwMode="auto">
            <a:xfrm>
              <a:off x="3843" y="6047"/>
              <a:ext cx="1392"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200">
                  <a:sym typeface="Symbol" pitchFamily="18" charset="2"/>
                </a:rPr>
                <a:t></a:t>
              </a:r>
              <a:r>
                <a:rPr lang="en-US" altLang="en-US" sz="1200" baseline="-25000"/>
                <a:t>t   </a:t>
              </a:r>
              <a:endParaRPr lang="en-US" altLang="en-US"/>
            </a:p>
          </p:txBody>
        </p:sp>
        <p:sp>
          <p:nvSpPr>
            <p:cNvPr id="21515" name="Text Box 11"/>
            <p:cNvSpPr txBox="1">
              <a:spLocks noChangeArrowheads="1"/>
            </p:cNvSpPr>
            <p:nvPr/>
          </p:nvSpPr>
          <p:spPr bwMode="auto">
            <a:xfrm>
              <a:off x="3825" y="5177"/>
              <a:ext cx="1410"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200">
                  <a:sym typeface="Symbol" pitchFamily="18" charset="2"/>
                </a:rPr>
                <a:t></a:t>
              </a:r>
              <a:r>
                <a:rPr lang="en-US" altLang="en-US" sz="1200" baseline="-25000"/>
                <a:t>t  </a:t>
              </a:r>
              <a:r>
                <a:rPr lang="en-US" altLang="en-US" sz="1200"/>
                <a:t>+ </a:t>
              </a:r>
              <a:r>
                <a:rPr lang="en-US" altLang="en-US" sz="1200">
                  <a:sym typeface="Symbol" pitchFamily="18" charset="2"/>
                </a:rPr>
                <a:t></a:t>
              </a:r>
              <a:r>
                <a:rPr lang="en-US" altLang="en-US" sz="1200" baseline="-25000"/>
                <a:t>s</a:t>
              </a:r>
              <a:endParaRPr lang="en-US" altLang="en-US"/>
            </a:p>
          </p:txBody>
        </p:sp>
        <p:sp>
          <p:nvSpPr>
            <p:cNvPr id="21516" name="Text Box 12"/>
            <p:cNvSpPr txBox="1">
              <a:spLocks noChangeArrowheads="1"/>
            </p:cNvSpPr>
            <p:nvPr/>
          </p:nvSpPr>
          <p:spPr bwMode="auto">
            <a:xfrm>
              <a:off x="7155" y="5897"/>
              <a:ext cx="684"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200">
                  <a:sym typeface="Symbol" pitchFamily="18" charset="2"/>
                </a:rPr>
                <a:t></a:t>
              </a:r>
              <a:r>
                <a:rPr lang="en-US" altLang="en-US" sz="1200" baseline="-25000"/>
                <a:t>s    </a:t>
              </a:r>
              <a:endParaRPr lang="en-US" altLang="en-US"/>
            </a:p>
          </p:txBody>
        </p:sp>
        <p:sp>
          <p:nvSpPr>
            <p:cNvPr id="21517" name="Text Box 13"/>
            <p:cNvSpPr txBox="1">
              <a:spLocks noChangeArrowheads="1"/>
            </p:cNvSpPr>
            <p:nvPr/>
          </p:nvSpPr>
          <p:spPr bwMode="auto">
            <a:xfrm>
              <a:off x="8340" y="5477"/>
              <a:ext cx="1470" cy="87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100">
                  <a:latin typeface="Times New Roman" pitchFamily="18" charset="0"/>
                </a:rPr>
                <a:t>Lọc thông thấp</a:t>
              </a:r>
              <a:endParaRPr lang="en-US" altLang="en-US">
                <a:latin typeface="Times New Roman" pitchFamily="18" charset="0"/>
              </a:endParaRPr>
            </a:p>
          </p:txBody>
        </p:sp>
        <p:sp>
          <p:nvSpPr>
            <p:cNvPr id="21518" name="Text Box 14"/>
            <p:cNvSpPr txBox="1">
              <a:spLocks noChangeArrowheads="1"/>
            </p:cNvSpPr>
            <p:nvPr/>
          </p:nvSpPr>
          <p:spPr bwMode="auto">
            <a:xfrm>
              <a:off x="10251" y="5267"/>
              <a:ext cx="684"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200">
                  <a:sym typeface="Symbol" pitchFamily="18" charset="2"/>
                </a:rPr>
                <a:t></a:t>
              </a:r>
              <a:r>
                <a:rPr lang="en-US" altLang="en-US" sz="1200" baseline="-25000"/>
                <a:t>s    </a:t>
              </a:r>
              <a:endParaRPr lang="en-US" altLang="en-US"/>
            </a:p>
          </p:txBody>
        </p:sp>
        <p:sp>
          <p:nvSpPr>
            <p:cNvPr id="21519" name="Line 15"/>
            <p:cNvSpPr>
              <a:spLocks noChangeShapeType="1"/>
            </p:cNvSpPr>
            <p:nvPr/>
          </p:nvSpPr>
          <p:spPr bwMode="auto">
            <a:xfrm>
              <a:off x="9810" y="5897"/>
              <a:ext cx="5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18860346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marL="742950" indent="-742950" eaLnBrk="1" hangingPunct="1">
              <a:defRPr/>
            </a:pPr>
            <a:r>
              <a:rPr lang="sv-SE" altLang="ja-JP" smtClean="0">
                <a:effectLst>
                  <a:outerShdw blurRad="38100" dist="38100" dir="2700000" algn="tl">
                    <a:srgbClr val="C0C0C0"/>
                  </a:outerShdw>
                </a:effectLst>
                <a:latin typeface="Times New Roman" pitchFamily="18" charset="0"/>
                <a:ea typeface="ＭＳ Ｐゴシック" pitchFamily="34" charset="-128"/>
              </a:rPr>
              <a:t>TÁCH SÓNG TÍN HIỆU </a:t>
            </a:r>
            <a:r>
              <a:rPr lang="vi-VN" altLang="ja-JP" smtClean="0">
                <a:effectLst>
                  <a:outerShdw blurRad="38100" dist="38100" dir="2700000" algn="tl">
                    <a:srgbClr val="C0C0C0"/>
                  </a:outerShdw>
                </a:effectLst>
                <a:latin typeface="Times New Roman" pitchFamily="18" charset="0"/>
                <a:ea typeface="ＭＳ Ｐゴシック" pitchFamily="34" charset="-128"/>
              </a:rPr>
              <a:t>Đ</a:t>
            </a:r>
            <a:r>
              <a:rPr lang="sv-SE" altLang="ja-JP" smtClean="0">
                <a:effectLst>
                  <a:outerShdw blurRad="38100" dist="38100" dir="2700000" algn="tl">
                    <a:srgbClr val="C0C0C0"/>
                  </a:outerShdw>
                </a:effectLst>
                <a:latin typeface="Times New Roman" pitchFamily="18" charset="0"/>
                <a:ea typeface="ＭＳ Ｐゴシック" pitchFamily="34" charset="-128"/>
              </a:rPr>
              <a:t>IỀU TẦN VÀ </a:t>
            </a:r>
            <a:r>
              <a:rPr lang="vi-VN" altLang="ja-JP" smtClean="0">
                <a:effectLst>
                  <a:outerShdw blurRad="38100" dist="38100" dir="2700000" algn="tl">
                    <a:srgbClr val="C0C0C0"/>
                  </a:outerShdw>
                </a:effectLst>
                <a:latin typeface="Times New Roman" pitchFamily="18" charset="0"/>
                <a:ea typeface="ＭＳ Ｐゴシック" pitchFamily="34" charset="-128"/>
              </a:rPr>
              <a:t>Đ</a:t>
            </a:r>
            <a:r>
              <a:rPr lang="sv-SE" altLang="ja-JP" smtClean="0">
                <a:effectLst>
                  <a:outerShdw blurRad="38100" dist="38100" dir="2700000" algn="tl">
                    <a:srgbClr val="C0C0C0"/>
                  </a:outerShdw>
                </a:effectLst>
                <a:latin typeface="Times New Roman" pitchFamily="18" charset="0"/>
                <a:ea typeface="ＭＳ Ｐゴシック" pitchFamily="34" charset="-128"/>
              </a:rPr>
              <a:t>IỀU PHA</a:t>
            </a:r>
            <a:endParaRPr lang="en-US" smtClean="0">
              <a:effectLst>
                <a:outerShdw blurRad="38100" dist="38100" dir="2700000" algn="tl">
                  <a:srgbClr val="C0C0C0"/>
                </a:outerShdw>
              </a:effectLst>
              <a:latin typeface="Times New Roman" pitchFamily="18" charset="0"/>
            </a:endParaRPr>
          </a:p>
        </p:txBody>
      </p:sp>
      <p:sp>
        <p:nvSpPr>
          <p:cNvPr id="22531" name="Rectangle 3"/>
          <p:cNvSpPr>
            <a:spLocks noGrp="1" noChangeArrowheads="1"/>
          </p:cNvSpPr>
          <p:nvPr>
            <p:ph type="body" idx="1"/>
          </p:nvPr>
        </p:nvSpPr>
        <p:spPr>
          <a:xfrm>
            <a:off x="304800" y="1524000"/>
            <a:ext cx="8229600" cy="4757738"/>
          </a:xfrm>
        </p:spPr>
        <p:txBody>
          <a:bodyPr/>
          <a:lstStyle/>
          <a:p>
            <a:pPr eaLnBrk="1" hangingPunct="1">
              <a:lnSpc>
                <a:spcPct val="90000"/>
              </a:lnSpc>
            </a:pPr>
            <a:r>
              <a:rPr lang="en-US" altLang="ja-JP" sz="2600" smtClean="0">
                <a:latin typeface="Times New Roman" pitchFamily="18" charset="0"/>
                <a:ea typeface="ＭＳ Ｐゴシック" pitchFamily="34" charset="-128"/>
              </a:rPr>
              <a:t>Tách sóng tín hiệu </a:t>
            </a:r>
            <a:r>
              <a:rPr lang="vi-VN" altLang="ja-JP" sz="2600" smtClean="0">
                <a:latin typeface="Times New Roman" pitchFamily="18" charset="0"/>
                <a:ea typeface="ＭＳ Ｐゴシック" pitchFamily="34" charset="-128"/>
              </a:rPr>
              <a:t>đ</a:t>
            </a:r>
            <a:r>
              <a:rPr lang="en-US" altLang="ja-JP" sz="2600" smtClean="0">
                <a:latin typeface="Times New Roman" pitchFamily="18" charset="0"/>
                <a:ea typeface="ＭＳ Ｐゴシック" pitchFamily="34" charset="-128"/>
              </a:rPr>
              <a:t>iều tần là quá trình biến </a:t>
            </a:r>
            <a:r>
              <a:rPr lang="vi-VN" altLang="ja-JP" sz="2600" smtClean="0">
                <a:latin typeface="Times New Roman" pitchFamily="18" charset="0"/>
                <a:ea typeface="ＭＳ Ｐゴシック" pitchFamily="34" charset="-128"/>
              </a:rPr>
              <a:t>đ</a:t>
            </a:r>
            <a:r>
              <a:rPr lang="en-US" altLang="ja-JP" sz="2600" smtClean="0">
                <a:latin typeface="Times New Roman" pitchFamily="18" charset="0"/>
                <a:ea typeface="ＭＳ Ｐゴシック" pitchFamily="34" charset="-128"/>
              </a:rPr>
              <a:t>ổi </a:t>
            </a:r>
            <a:r>
              <a:rPr lang="vi-VN" altLang="ja-JP" sz="2600" smtClean="0">
                <a:latin typeface="Times New Roman" pitchFamily="18" charset="0"/>
                <a:ea typeface="ＭＳ Ｐゴシック" pitchFamily="34" charset="-128"/>
              </a:rPr>
              <a:t>đ</a:t>
            </a:r>
            <a:r>
              <a:rPr lang="en-US" altLang="ja-JP" sz="2600" smtClean="0">
                <a:latin typeface="Times New Roman" pitchFamily="18" charset="0"/>
                <a:ea typeface="ＭＳ Ｐゴシック" pitchFamily="34" charset="-128"/>
              </a:rPr>
              <a:t>ộ lệch tần số tức thời của tín hiệu </a:t>
            </a:r>
            <a:r>
              <a:rPr lang="vi-VN" altLang="ja-JP" sz="2600" smtClean="0">
                <a:latin typeface="Times New Roman" pitchFamily="18" charset="0"/>
                <a:ea typeface="ＭＳ Ｐゴシック" pitchFamily="34" charset="-128"/>
              </a:rPr>
              <a:t>đ</a:t>
            </a:r>
            <a:r>
              <a:rPr lang="en-US" altLang="ja-JP" sz="2600" smtClean="0">
                <a:latin typeface="Times New Roman" pitchFamily="18" charset="0"/>
                <a:ea typeface="ＭＳ Ｐゴシック" pitchFamily="34" charset="-128"/>
              </a:rPr>
              <a:t>ã </a:t>
            </a:r>
            <a:r>
              <a:rPr lang="vi-VN" altLang="ja-JP" sz="2600" smtClean="0">
                <a:latin typeface="Times New Roman" pitchFamily="18" charset="0"/>
                <a:ea typeface="ＭＳ Ｐゴシック" pitchFamily="34" charset="-128"/>
              </a:rPr>
              <a:t>đ</a:t>
            </a:r>
            <a:r>
              <a:rPr lang="en-US" altLang="ja-JP" sz="2600" smtClean="0">
                <a:latin typeface="Times New Roman" pitchFamily="18" charset="0"/>
                <a:ea typeface="ＭＳ Ｐゴシック" pitchFamily="34" charset="-128"/>
              </a:rPr>
              <a:t>iều tần so với tần số trung bình thành biến thiên </a:t>
            </a:r>
            <a:r>
              <a:rPr lang="vi-VN" altLang="ja-JP" sz="2600" smtClean="0">
                <a:latin typeface="Times New Roman" pitchFamily="18" charset="0"/>
                <a:ea typeface="ＭＳ Ｐゴシック" pitchFamily="34" charset="-128"/>
              </a:rPr>
              <a:t>đ</a:t>
            </a:r>
            <a:r>
              <a:rPr lang="en-US" altLang="ja-JP" sz="2600" smtClean="0">
                <a:latin typeface="Times New Roman" pitchFamily="18" charset="0"/>
                <a:ea typeface="ＭＳ Ｐゴシック" pitchFamily="34" charset="-128"/>
              </a:rPr>
              <a:t>iện áp ở </a:t>
            </a:r>
            <a:r>
              <a:rPr lang="vi-VN" altLang="ja-JP" sz="2600" smtClean="0">
                <a:latin typeface="Times New Roman" pitchFamily="18" charset="0"/>
                <a:ea typeface="ＭＳ Ｐゴシック" pitchFamily="34" charset="-128"/>
              </a:rPr>
              <a:t>đ</a:t>
            </a:r>
            <a:r>
              <a:rPr lang="en-US" altLang="ja-JP" sz="2600" smtClean="0">
                <a:latin typeface="Times New Roman" pitchFamily="18" charset="0"/>
                <a:ea typeface="ＭＳ Ｐゴシック" pitchFamily="34" charset="-128"/>
              </a:rPr>
              <a:t>ầu ra.</a:t>
            </a:r>
            <a:endParaRPr lang="sv-SE" altLang="ja-JP" sz="2600" smtClean="0">
              <a:latin typeface="Times New Roman" pitchFamily="18" charset="0"/>
              <a:ea typeface="ＭＳ Ｐゴシック" pitchFamily="34" charset="-128"/>
            </a:endParaRPr>
          </a:p>
          <a:p>
            <a:pPr eaLnBrk="1" hangingPunct="1">
              <a:lnSpc>
                <a:spcPct val="90000"/>
              </a:lnSpc>
            </a:pPr>
            <a:r>
              <a:rPr lang="sv-SE" altLang="ja-JP" sz="2600" smtClean="0">
                <a:latin typeface="Times New Roman" pitchFamily="18" charset="0"/>
                <a:ea typeface="ＭＳ Ｐゴシック" pitchFamily="34" charset="-128"/>
              </a:rPr>
              <a:t>Tách sóng </a:t>
            </a:r>
            <a:r>
              <a:rPr lang="vi-VN" altLang="ja-JP" sz="2600" smtClean="0">
                <a:latin typeface="Times New Roman" pitchFamily="18" charset="0"/>
                <a:ea typeface="ＭＳ Ｐゴシック" pitchFamily="34" charset="-128"/>
              </a:rPr>
              <a:t>đ</a:t>
            </a:r>
            <a:r>
              <a:rPr lang="sv-SE" altLang="ja-JP" sz="2600" smtClean="0">
                <a:latin typeface="Times New Roman" pitchFamily="18" charset="0"/>
                <a:ea typeface="ＭＳ Ｐゴシック" pitchFamily="34" charset="-128"/>
              </a:rPr>
              <a:t>iều tần và </a:t>
            </a:r>
            <a:r>
              <a:rPr lang="vi-VN" altLang="ja-JP" sz="2600" smtClean="0">
                <a:latin typeface="Times New Roman" pitchFamily="18" charset="0"/>
                <a:ea typeface="ＭＳ Ｐゴシック" pitchFamily="34" charset="-128"/>
              </a:rPr>
              <a:t>đ</a:t>
            </a:r>
            <a:r>
              <a:rPr lang="sv-SE" altLang="ja-JP" sz="2600" smtClean="0">
                <a:latin typeface="Times New Roman" pitchFamily="18" charset="0"/>
                <a:ea typeface="ＭＳ Ｐゴシック" pitchFamily="34" charset="-128"/>
              </a:rPr>
              <a:t>iều pha th</a:t>
            </a:r>
            <a:r>
              <a:rPr lang="vi-VN" altLang="ja-JP" sz="2600" smtClean="0">
                <a:latin typeface="Times New Roman" pitchFamily="18" charset="0"/>
                <a:ea typeface="ＭＳ Ｐゴシック" pitchFamily="34" charset="-128"/>
              </a:rPr>
              <a:t>ư</a:t>
            </a:r>
            <a:r>
              <a:rPr lang="sv-SE" altLang="ja-JP" sz="2600" smtClean="0">
                <a:latin typeface="Times New Roman" pitchFamily="18" charset="0"/>
                <a:ea typeface="ＭＳ Ｐゴシック" pitchFamily="34" charset="-128"/>
              </a:rPr>
              <a:t>ờng </a:t>
            </a:r>
            <a:r>
              <a:rPr lang="vi-VN" altLang="ja-JP" sz="2600" smtClean="0">
                <a:latin typeface="Times New Roman" pitchFamily="18" charset="0"/>
                <a:ea typeface="ＭＳ Ｐゴシック" pitchFamily="34" charset="-128"/>
              </a:rPr>
              <a:t>đư</a:t>
            </a:r>
            <a:r>
              <a:rPr lang="sv-SE" altLang="ja-JP" sz="2600" smtClean="0">
                <a:latin typeface="Times New Roman" pitchFamily="18" charset="0"/>
                <a:ea typeface="ＭＳ Ｐゴシック" pitchFamily="34" charset="-128"/>
              </a:rPr>
              <a:t>ợc thực hiện theo một trong các nguyên tắc sau </a:t>
            </a:r>
            <a:r>
              <a:rPr lang="vi-VN" altLang="ja-JP" sz="2600" smtClean="0">
                <a:latin typeface="Times New Roman" pitchFamily="18" charset="0"/>
                <a:ea typeface="ＭＳ Ｐゴシック" pitchFamily="34" charset="-128"/>
              </a:rPr>
              <a:t>đ</a:t>
            </a:r>
            <a:r>
              <a:rPr lang="sv-SE" altLang="ja-JP" sz="2600" smtClean="0">
                <a:latin typeface="Times New Roman" pitchFamily="18" charset="0"/>
                <a:ea typeface="ＭＳ Ｐゴシック" pitchFamily="34" charset="-128"/>
              </a:rPr>
              <a:t>ây:</a:t>
            </a:r>
          </a:p>
          <a:p>
            <a:pPr lvl="1" eaLnBrk="1" hangingPunct="1">
              <a:lnSpc>
                <a:spcPct val="90000"/>
              </a:lnSpc>
            </a:pPr>
            <a:r>
              <a:rPr lang="sv-SE" altLang="ja-JP" sz="2200" smtClean="0">
                <a:latin typeface="Times New Roman" pitchFamily="18" charset="0"/>
                <a:ea typeface="ＭＳ Ｐゴシック" pitchFamily="34" charset="-128"/>
              </a:rPr>
              <a:t>Biến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ổi tín hiệu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iều tần hoặc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iều pha thành tín hiệu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iều biên rồi thực hiện tách sóng biên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ộ.</a:t>
            </a:r>
          </a:p>
          <a:p>
            <a:pPr lvl="1" eaLnBrk="1" hangingPunct="1">
              <a:lnSpc>
                <a:spcPct val="90000"/>
              </a:lnSpc>
            </a:pPr>
            <a:r>
              <a:rPr lang="sv-SE" altLang="ja-JP" sz="2200" smtClean="0">
                <a:latin typeface="Times New Roman" pitchFamily="18" charset="0"/>
                <a:ea typeface="ＭＳ Ｐゴシック" pitchFamily="34" charset="-128"/>
              </a:rPr>
              <a:t>Biến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ổi tín hiệu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iều tần thành tín hiệu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iều chế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ộ rộng xung rồi thực hiện tách sóng tín hiệu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iều chế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ộ rộng xung nhờ mạch tích phân.</a:t>
            </a:r>
          </a:p>
          <a:p>
            <a:pPr lvl="1" eaLnBrk="1" hangingPunct="1">
              <a:lnSpc>
                <a:spcPct val="90000"/>
              </a:lnSpc>
            </a:pPr>
            <a:r>
              <a:rPr lang="sv-SE" altLang="ja-JP" sz="2200" smtClean="0">
                <a:latin typeface="Times New Roman" pitchFamily="18" charset="0"/>
                <a:ea typeface="ＭＳ Ｐゴシック" pitchFamily="34" charset="-128"/>
              </a:rPr>
              <a:t>Làm cho tần số tín hiệu cần tách sóng bám theo tần số của một bộ tạo dao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ộng nhờ hệ thống vòng giữ pha PLL,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iện áp sai số chính là </a:t>
            </a:r>
            <a:r>
              <a:rPr lang="vi-VN" altLang="ja-JP" sz="2200" smtClean="0">
                <a:latin typeface="Times New Roman" pitchFamily="18" charset="0"/>
                <a:ea typeface="ＭＳ Ｐゴシック" pitchFamily="34" charset="-128"/>
              </a:rPr>
              <a:t>đ</a:t>
            </a:r>
            <a:r>
              <a:rPr lang="sv-SE" altLang="ja-JP" sz="2200" smtClean="0">
                <a:latin typeface="Times New Roman" pitchFamily="18" charset="0"/>
                <a:ea typeface="ＭＳ Ｐゴシック" pitchFamily="34" charset="-128"/>
              </a:rPr>
              <a:t>iện áp cần tách sóng.</a:t>
            </a:r>
            <a:endParaRPr lang="en-US" altLang="en-US" sz="2200" smtClean="0">
              <a:latin typeface="Times New Roman" pitchFamily="18" charset="0"/>
            </a:endParaRPr>
          </a:p>
        </p:txBody>
      </p:sp>
    </p:spTree>
    <p:extLst>
      <p:ext uri="{BB962C8B-B14F-4D97-AF65-F5344CB8AC3E}">
        <p14:creationId xmlns:p14="http://schemas.microsoft.com/office/powerpoint/2010/main" val="164394385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mtClean="0">
                <a:latin typeface="Times New Roman" pitchFamily="18" charset="0"/>
              </a:rPr>
              <a:t>Mạch tách sóng biên </a:t>
            </a:r>
            <a:r>
              <a:rPr lang="vi-VN" altLang="en-US" smtClean="0">
                <a:latin typeface="Times New Roman" pitchFamily="18" charset="0"/>
              </a:rPr>
              <a:t>đ</a:t>
            </a:r>
            <a:r>
              <a:rPr lang="en-US" altLang="en-US" smtClean="0">
                <a:latin typeface="Times New Roman" pitchFamily="18" charset="0"/>
              </a:rPr>
              <a:t>ộ </a:t>
            </a:r>
            <a:r>
              <a:rPr lang="vi-VN" altLang="en-US" smtClean="0">
                <a:latin typeface="Times New Roman" pitchFamily="18" charset="0"/>
              </a:rPr>
              <a:t>đ</a:t>
            </a:r>
            <a:r>
              <a:rPr lang="en-US" altLang="en-US" smtClean="0">
                <a:latin typeface="Times New Roman" pitchFamily="18" charset="0"/>
              </a:rPr>
              <a:t>ể tách sóng tần số </a:t>
            </a:r>
          </a:p>
        </p:txBody>
      </p:sp>
      <p:sp>
        <p:nvSpPr>
          <p:cNvPr id="23555" name="Rectangle 3"/>
          <p:cNvSpPr>
            <a:spLocks noGrp="1" noChangeArrowheads="1"/>
          </p:cNvSpPr>
          <p:nvPr>
            <p:ph type="body" idx="1"/>
          </p:nvPr>
        </p:nvSpPr>
        <p:spPr/>
        <p:txBody>
          <a:bodyPr/>
          <a:lstStyle/>
          <a:p>
            <a:pPr eaLnBrk="1" hangingPunct="1"/>
            <a:r>
              <a:rPr lang="en-US" altLang="en-US" i="1" smtClean="0">
                <a:latin typeface="Times New Roman" pitchFamily="18" charset="0"/>
              </a:rPr>
              <a:t>Mạch tách sóng pha cân bằng dùng diode</a:t>
            </a:r>
          </a:p>
          <a:p>
            <a:pPr eaLnBrk="1" hangingPunct="1"/>
            <a:r>
              <a:rPr lang="en-US" altLang="en-US" i="1" smtClean="0">
                <a:latin typeface="Times New Roman" pitchFamily="18" charset="0"/>
              </a:rPr>
              <a:t>Mạch tách sóng tần số dùng mạch lệch cộng h</a:t>
            </a:r>
            <a:r>
              <a:rPr lang="vi-VN" altLang="en-US" i="1" smtClean="0">
                <a:latin typeface="Times New Roman" pitchFamily="18" charset="0"/>
              </a:rPr>
              <a:t>ư</a:t>
            </a:r>
            <a:r>
              <a:rPr lang="en-US" altLang="en-US" i="1" smtClean="0">
                <a:latin typeface="Times New Roman" pitchFamily="18" charset="0"/>
              </a:rPr>
              <a:t>ởng</a:t>
            </a:r>
            <a:r>
              <a:rPr lang="en-US" altLang="en-US" smtClean="0">
                <a:latin typeface="Times New Roman" pitchFamily="18" charset="0"/>
              </a:rPr>
              <a:t> </a:t>
            </a:r>
          </a:p>
          <a:p>
            <a:pPr eaLnBrk="1" hangingPunct="1"/>
            <a:r>
              <a:rPr lang="en-US" altLang="en-US" i="1" smtClean="0">
                <a:latin typeface="Times New Roman" pitchFamily="18" charset="0"/>
              </a:rPr>
              <a:t>Mạch tách sóng tần số dùng cộng h</a:t>
            </a:r>
            <a:r>
              <a:rPr lang="vi-VN" altLang="en-US" i="1" smtClean="0">
                <a:latin typeface="Times New Roman" pitchFamily="18" charset="0"/>
              </a:rPr>
              <a:t>ư</a:t>
            </a:r>
            <a:r>
              <a:rPr lang="en-US" altLang="en-US" i="1" smtClean="0">
                <a:latin typeface="Times New Roman" pitchFamily="18" charset="0"/>
              </a:rPr>
              <a:t>ởng ghép</a:t>
            </a:r>
            <a:r>
              <a:rPr lang="en-US" altLang="en-US" smtClean="0">
                <a:latin typeface="Times New Roman" pitchFamily="18" charset="0"/>
              </a:rPr>
              <a:t>.</a:t>
            </a:r>
          </a:p>
          <a:p>
            <a:pPr eaLnBrk="1" hangingPunct="1"/>
            <a:r>
              <a:rPr lang="en-US" altLang="en-US" i="1" smtClean="0">
                <a:latin typeface="Times New Roman" pitchFamily="18" charset="0"/>
              </a:rPr>
              <a:t>Tách sóng tỉ số.</a:t>
            </a:r>
          </a:p>
          <a:p>
            <a:pPr eaLnBrk="1" hangingPunct="1"/>
            <a:r>
              <a:rPr lang="en-US" altLang="en-US" i="1" smtClean="0">
                <a:latin typeface="Times New Roman" pitchFamily="18" charset="0"/>
              </a:rPr>
              <a:t>Mạch tách sóng Koinridenz</a:t>
            </a:r>
          </a:p>
        </p:txBody>
      </p:sp>
    </p:spTree>
    <p:extLst>
      <p:ext uri="{BB962C8B-B14F-4D97-AF65-F5344CB8AC3E}">
        <p14:creationId xmlns:p14="http://schemas.microsoft.com/office/powerpoint/2010/main" val="14537119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98438"/>
            <a:ext cx="7543800" cy="792162"/>
          </a:xfrm>
        </p:spPr>
        <p:txBody>
          <a:bodyPr/>
          <a:lstStyle/>
          <a:p>
            <a:pPr eaLnBrk="1" hangingPunct="1">
              <a:defRPr/>
            </a:pPr>
            <a:r>
              <a:rPr lang="en-US" sz="2800" smtClean="0">
                <a:effectLst>
                  <a:outerShdw blurRad="38100" dist="38100" dir="2700000" algn="tl">
                    <a:srgbClr val="C0C0C0"/>
                  </a:outerShdw>
                </a:effectLst>
                <a:latin typeface="Times New Roman"/>
              </a:rPr>
              <a:t>VÒNG KHÓA PHA PLL			(PHASE LOCKED LOOP) </a:t>
            </a:r>
          </a:p>
        </p:txBody>
      </p:sp>
      <p:sp>
        <p:nvSpPr>
          <p:cNvPr id="24579" name="Rectangle 3"/>
          <p:cNvSpPr>
            <a:spLocks noGrp="1" noChangeArrowheads="1"/>
          </p:cNvSpPr>
          <p:nvPr>
            <p:ph type="body" idx="1"/>
          </p:nvPr>
        </p:nvSpPr>
        <p:spPr>
          <a:xfrm>
            <a:off x="381000" y="1219200"/>
            <a:ext cx="8229600" cy="4835525"/>
          </a:xfrm>
        </p:spPr>
        <p:txBody>
          <a:bodyPr/>
          <a:lstStyle/>
          <a:p>
            <a:pPr eaLnBrk="1" hangingPunct="1"/>
            <a:r>
              <a:rPr lang="en-US" altLang="en-US" sz="2000" smtClean="0">
                <a:solidFill>
                  <a:srgbClr val="000099"/>
                </a:solidFill>
                <a:latin typeface="Times New Roman" pitchFamily="18" charset="0"/>
              </a:rPr>
              <a:t>S</a:t>
            </a:r>
            <a:r>
              <a:rPr lang="vi-VN" altLang="en-US" sz="2000" smtClean="0">
                <a:solidFill>
                  <a:srgbClr val="000099"/>
                </a:solidFill>
                <a:latin typeface="Times New Roman" pitchFamily="18" charset="0"/>
              </a:rPr>
              <a:t>ơ</a:t>
            </a:r>
            <a:r>
              <a:rPr lang="en-US" altLang="en-US" sz="2000" smtClean="0">
                <a:solidFill>
                  <a:srgbClr val="000099"/>
                </a:solidFill>
                <a:latin typeface="Times New Roman" pitchFamily="18" charset="0"/>
              </a:rPr>
              <a:t> </a:t>
            </a:r>
            <a:r>
              <a:rPr lang="vi-VN" altLang="en-US" sz="2000" smtClean="0">
                <a:solidFill>
                  <a:srgbClr val="000099"/>
                </a:solidFill>
                <a:latin typeface="Times New Roman" pitchFamily="18" charset="0"/>
              </a:rPr>
              <a:t>đ</a:t>
            </a:r>
            <a:r>
              <a:rPr lang="en-US" altLang="en-US" sz="2000" smtClean="0">
                <a:solidFill>
                  <a:srgbClr val="000099"/>
                </a:solidFill>
                <a:latin typeface="Times New Roman" pitchFamily="18" charset="0"/>
              </a:rPr>
              <a:t>ồ khối c</a:t>
            </a:r>
            <a:r>
              <a:rPr lang="vi-VN" altLang="en-US" sz="2000" smtClean="0">
                <a:solidFill>
                  <a:srgbClr val="000099"/>
                </a:solidFill>
                <a:latin typeface="Times New Roman" pitchFamily="18" charset="0"/>
              </a:rPr>
              <a:t>ơ</a:t>
            </a:r>
            <a:r>
              <a:rPr lang="en-US" altLang="en-US" sz="2000" smtClean="0">
                <a:solidFill>
                  <a:srgbClr val="000099"/>
                </a:solidFill>
                <a:latin typeface="Times New Roman" pitchFamily="18" charset="0"/>
              </a:rPr>
              <a:t> bản của một vòng khoá pha PLL</a:t>
            </a:r>
          </a:p>
          <a:p>
            <a:pPr eaLnBrk="1" hangingPunct="1"/>
            <a:endParaRPr lang="en-US" altLang="en-US" sz="2000" smtClean="0">
              <a:solidFill>
                <a:srgbClr val="000099"/>
              </a:solidFill>
              <a:latin typeface="Times New Roman" pitchFamily="18" charset="0"/>
            </a:endParaRPr>
          </a:p>
          <a:p>
            <a:pPr eaLnBrk="1" hangingPunct="1"/>
            <a:endParaRPr lang="en-US" altLang="en-US" sz="2000" smtClean="0">
              <a:solidFill>
                <a:srgbClr val="000099"/>
              </a:solidFill>
              <a:latin typeface="Times New Roman" pitchFamily="18" charset="0"/>
            </a:endParaRPr>
          </a:p>
          <a:p>
            <a:pPr eaLnBrk="1" hangingPunct="1"/>
            <a:endParaRPr lang="en-US" altLang="en-US" sz="2000" smtClean="0">
              <a:solidFill>
                <a:srgbClr val="000099"/>
              </a:solidFill>
              <a:latin typeface="Times New Roman" pitchFamily="18" charset="0"/>
            </a:endParaRPr>
          </a:p>
          <a:p>
            <a:pPr eaLnBrk="1" hangingPunct="1"/>
            <a:endParaRPr lang="en-US" altLang="en-US" sz="2000" smtClean="0">
              <a:solidFill>
                <a:srgbClr val="000099"/>
              </a:solidFill>
              <a:latin typeface="Times New Roman" pitchFamily="18" charset="0"/>
            </a:endParaRPr>
          </a:p>
          <a:p>
            <a:pPr eaLnBrk="1" hangingPunct="1"/>
            <a:endParaRPr lang="en-US" altLang="en-US" sz="2000" smtClean="0">
              <a:solidFill>
                <a:srgbClr val="000099"/>
              </a:solidFill>
              <a:latin typeface="Times New Roman" pitchFamily="18" charset="0"/>
            </a:endParaRPr>
          </a:p>
          <a:p>
            <a:pPr eaLnBrk="1" hangingPunct="1"/>
            <a:r>
              <a:rPr lang="en-US" altLang="en-US" sz="2000" smtClean="0">
                <a:solidFill>
                  <a:srgbClr val="000099"/>
                </a:solidFill>
                <a:latin typeface="Times New Roman" pitchFamily="18" charset="0"/>
              </a:rPr>
              <a:t>Phase Detector: Bộ tách sóng pha:tạo ra tín hiệu phụ thuộc vào hiệu pha của 2 tín hiệu vào.</a:t>
            </a:r>
          </a:p>
          <a:p>
            <a:pPr eaLnBrk="1" hangingPunct="1"/>
            <a:r>
              <a:rPr lang="en-US" altLang="en-US" sz="2000" smtClean="0">
                <a:solidFill>
                  <a:srgbClr val="000099"/>
                </a:solidFill>
                <a:latin typeface="Times New Roman" pitchFamily="18" charset="0"/>
              </a:rPr>
              <a:t>LPF: Bộ lọc thông thấp: Thực hiện các chức n</a:t>
            </a:r>
            <a:r>
              <a:rPr lang="vi-VN" altLang="en-US" sz="2000" smtClean="0">
                <a:solidFill>
                  <a:srgbClr val="000099"/>
                </a:solidFill>
                <a:latin typeface="Times New Roman" pitchFamily="18" charset="0"/>
              </a:rPr>
              <a:t>ă</a:t>
            </a:r>
            <a:r>
              <a:rPr lang="en-US" altLang="en-US" sz="2000" smtClean="0">
                <a:solidFill>
                  <a:srgbClr val="000099"/>
                </a:solidFill>
                <a:latin typeface="Times New Roman" pitchFamily="18" charset="0"/>
              </a:rPr>
              <a:t>ng gho qua tín hiệu tần số thấp nén tần số cao.</a:t>
            </a:r>
          </a:p>
          <a:p>
            <a:pPr eaLnBrk="1" hangingPunct="1"/>
            <a:r>
              <a:rPr lang="en-US" altLang="en-US" sz="2000" smtClean="0">
                <a:solidFill>
                  <a:srgbClr val="000099"/>
                </a:solidFill>
                <a:latin typeface="Times New Roman" pitchFamily="18" charset="0"/>
              </a:rPr>
              <a:t>Amplifier: Khuếch </a:t>
            </a:r>
            <a:r>
              <a:rPr lang="vi-VN" altLang="en-US" sz="2000" smtClean="0">
                <a:solidFill>
                  <a:srgbClr val="000099"/>
                </a:solidFill>
                <a:latin typeface="Times New Roman" pitchFamily="18" charset="0"/>
              </a:rPr>
              <a:t>đ</a:t>
            </a:r>
            <a:r>
              <a:rPr lang="en-US" altLang="en-US" sz="2000" smtClean="0">
                <a:solidFill>
                  <a:srgbClr val="000099"/>
                </a:solidFill>
                <a:latin typeface="Times New Roman" pitchFamily="18" charset="0"/>
              </a:rPr>
              <a:t>ại tín hiệu sau lọc</a:t>
            </a:r>
          </a:p>
          <a:p>
            <a:pPr eaLnBrk="1" hangingPunct="1"/>
            <a:r>
              <a:rPr lang="en-US" altLang="en-US" sz="2000" smtClean="0">
                <a:solidFill>
                  <a:srgbClr val="000099"/>
                </a:solidFill>
                <a:latin typeface="Times New Roman" pitchFamily="18" charset="0"/>
              </a:rPr>
              <a:t>VCO: Bộ dao </a:t>
            </a:r>
            <a:r>
              <a:rPr lang="vi-VN" altLang="en-US" sz="2000" smtClean="0">
                <a:solidFill>
                  <a:srgbClr val="000099"/>
                </a:solidFill>
                <a:latin typeface="Times New Roman" pitchFamily="18" charset="0"/>
              </a:rPr>
              <a:t>đ</a:t>
            </a:r>
            <a:r>
              <a:rPr lang="en-US" altLang="en-US" sz="2000" smtClean="0">
                <a:solidFill>
                  <a:srgbClr val="000099"/>
                </a:solidFill>
                <a:latin typeface="Times New Roman" pitchFamily="18" charset="0"/>
              </a:rPr>
              <a:t>ộng có tần số </a:t>
            </a:r>
            <a:r>
              <a:rPr lang="vi-VN" altLang="en-US" sz="2000" smtClean="0">
                <a:solidFill>
                  <a:srgbClr val="000099"/>
                </a:solidFill>
                <a:latin typeface="Times New Roman" pitchFamily="18" charset="0"/>
              </a:rPr>
              <a:t>đ</a:t>
            </a:r>
            <a:r>
              <a:rPr lang="en-US" altLang="en-US" sz="2000" smtClean="0">
                <a:solidFill>
                  <a:srgbClr val="000099"/>
                </a:solidFill>
                <a:latin typeface="Times New Roman" pitchFamily="18" charset="0"/>
              </a:rPr>
              <a:t>iều khiển bằng </a:t>
            </a:r>
            <a:r>
              <a:rPr lang="vi-VN" altLang="en-US" sz="2000" smtClean="0">
                <a:solidFill>
                  <a:srgbClr val="000099"/>
                </a:solidFill>
                <a:latin typeface="Times New Roman" pitchFamily="18" charset="0"/>
              </a:rPr>
              <a:t>đ</a:t>
            </a:r>
            <a:r>
              <a:rPr lang="en-US" altLang="en-US" sz="2000" smtClean="0">
                <a:solidFill>
                  <a:srgbClr val="000099"/>
                </a:solidFill>
                <a:latin typeface="Times New Roman" pitchFamily="18" charset="0"/>
              </a:rPr>
              <a:t>iện áp. Yêu cầu chung là quan hệ giữa </a:t>
            </a:r>
            <a:r>
              <a:rPr lang="vi-VN" altLang="en-US" sz="2000" smtClean="0">
                <a:solidFill>
                  <a:srgbClr val="000099"/>
                </a:solidFill>
                <a:latin typeface="Times New Roman" pitchFamily="18" charset="0"/>
              </a:rPr>
              <a:t>đ</a:t>
            </a:r>
            <a:r>
              <a:rPr lang="en-US" altLang="en-US" sz="2000" smtClean="0">
                <a:solidFill>
                  <a:srgbClr val="000099"/>
                </a:solidFill>
                <a:latin typeface="Times New Roman" pitchFamily="18" charset="0"/>
              </a:rPr>
              <a:t>iện áp </a:t>
            </a:r>
            <a:r>
              <a:rPr lang="vi-VN" altLang="en-US" sz="2000" smtClean="0">
                <a:solidFill>
                  <a:srgbClr val="000099"/>
                </a:solidFill>
                <a:latin typeface="Times New Roman" pitchFamily="18" charset="0"/>
              </a:rPr>
              <a:t>đ</a:t>
            </a:r>
            <a:r>
              <a:rPr lang="en-US" altLang="en-US" sz="2000" smtClean="0">
                <a:solidFill>
                  <a:srgbClr val="000099"/>
                </a:solidFill>
                <a:latin typeface="Times New Roman" pitchFamily="18" charset="0"/>
              </a:rPr>
              <a:t>iều khiển và tần số phải tuyến tính.  </a:t>
            </a:r>
          </a:p>
          <a:p>
            <a:pPr eaLnBrk="1" hangingPunct="1"/>
            <a:endParaRPr lang="en-US" altLang="en-US" sz="2000" smtClean="0">
              <a:solidFill>
                <a:srgbClr val="000099"/>
              </a:solidFill>
              <a:latin typeface="Times New Roman" pitchFamily="18" charset="0"/>
            </a:endParaRPr>
          </a:p>
        </p:txBody>
      </p:sp>
      <p:grpSp>
        <p:nvGrpSpPr>
          <p:cNvPr id="24580" name="Group 19"/>
          <p:cNvGrpSpPr>
            <a:grpSpLocks/>
          </p:cNvGrpSpPr>
          <p:nvPr/>
        </p:nvGrpSpPr>
        <p:grpSpPr bwMode="auto">
          <a:xfrm>
            <a:off x="228600" y="1676400"/>
            <a:ext cx="7870825" cy="1652588"/>
            <a:chOff x="360" y="2592"/>
            <a:chExt cx="4958" cy="1041"/>
          </a:xfrm>
        </p:grpSpPr>
        <p:sp>
          <p:nvSpPr>
            <p:cNvPr id="24581" name="Rectangle 4"/>
            <p:cNvSpPr>
              <a:spLocks noChangeArrowheads="1"/>
            </p:cNvSpPr>
            <p:nvPr/>
          </p:nvSpPr>
          <p:spPr bwMode="auto">
            <a:xfrm>
              <a:off x="864" y="2736"/>
              <a:ext cx="886" cy="596"/>
            </a:xfrm>
            <a:prstGeom prst="rect">
              <a:avLst/>
            </a:prstGeom>
            <a:solidFill>
              <a:srgbClr val="99FF66"/>
            </a:solidFill>
            <a:ln>
              <a:noFill/>
            </a:ln>
            <a:extLst>
              <a:ext uri="{91240B29-F687-4F45-9708-019B960494DF}">
                <a14:hiddenLine xmlns:a14="http://schemas.microsoft.com/office/drawing/2010/main" w="25400" cap="sq">
                  <a:solidFill>
                    <a:srgbClr val="000000"/>
                  </a:solidFill>
                  <a:miter lim="800000"/>
                  <a:headEnd/>
                  <a:tailEnd/>
                </a14:hiddenLine>
              </a:ext>
            </a:extLst>
          </p:spPr>
          <p:txBody>
            <a:bodyPr wrap="none" anchor="ctr">
              <a:spAutoFit/>
            </a:bodyPr>
            <a:lstStyle/>
            <a:p>
              <a:pPr algn="ctr"/>
              <a:r>
                <a:rPr lang="en-US" altLang="en-US" sz="2800">
                  <a:solidFill>
                    <a:srgbClr val="000099"/>
                  </a:solidFill>
                  <a:latin typeface="Times New Roman" pitchFamily="18" charset="0"/>
                </a:rPr>
                <a:t>Phase</a:t>
              </a:r>
            </a:p>
            <a:p>
              <a:pPr algn="ctr"/>
              <a:r>
                <a:rPr lang="en-US" altLang="en-US" sz="2800">
                  <a:solidFill>
                    <a:srgbClr val="000099"/>
                  </a:solidFill>
                  <a:latin typeface="Times New Roman" pitchFamily="18" charset="0"/>
                </a:rPr>
                <a:t>Detector</a:t>
              </a:r>
            </a:p>
          </p:txBody>
        </p:sp>
        <p:sp>
          <p:nvSpPr>
            <p:cNvPr id="24582" name="Rectangle 5"/>
            <p:cNvSpPr>
              <a:spLocks noChangeArrowheads="1"/>
            </p:cNvSpPr>
            <p:nvPr/>
          </p:nvSpPr>
          <p:spPr bwMode="auto">
            <a:xfrm>
              <a:off x="2096" y="2865"/>
              <a:ext cx="503" cy="327"/>
            </a:xfrm>
            <a:prstGeom prst="rect">
              <a:avLst/>
            </a:prstGeom>
            <a:solidFill>
              <a:srgbClr val="99FF66"/>
            </a:solidFill>
            <a:ln>
              <a:noFill/>
            </a:ln>
            <a:extLst>
              <a:ext uri="{91240B29-F687-4F45-9708-019B960494DF}">
                <a14:hiddenLine xmlns:a14="http://schemas.microsoft.com/office/drawing/2010/main" w="25400" cap="sq">
                  <a:solidFill>
                    <a:srgbClr val="000000"/>
                  </a:solidFill>
                  <a:miter lim="800000"/>
                  <a:headEnd/>
                  <a:tailEnd/>
                </a14:hiddenLine>
              </a:ext>
            </a:extLst>
          </p:spPr>
          <p:txBody>
            <a:bodyPr wrap="none" anchor="ctr">
              <a:spAutoFit/>
            </a:bodyPr>
            <a:lstStyle/>
            <a:p>
              <a:pPr algn="ctr"/>
              <a:r>
                <a:rPr lang="en-US" altLang="en-US" sz="2800">
                  <a:solidFill>
                    <a:srgbClr val="000099"/>
                  </a:solidFill>
                  <a:latin typeface="Times New Roman" pitchFamily="18" charset="0"/>
                </a:rPr>
                <a:t>LPF</a:t>
              </a:r>
            </a:p>
          </p:txBody>
        </p:sp>
        <p:sp>
          <p:nvSpPr>
            <p:cNvPr id="24583" name="Rectangle 6"/>
            <p:cNvSpPr>
              <a:spLocks noChangeArrowheads="1"/>
            </p:cNvSpPr>
            <p:nvPr/>
          </p:nvSpPr>
          <p:spPr bwMode="auto">
            <a:xfrm>
              <a:off x="2928" y="2870"/>
              <a:ext cx="1006" cy="327"/>
            </a:xfrm>
            <a:prstGeom prst="rect">
              <a:avLst/>
            </a:prstGeom>
            <a:solidFill>
              <a:srgbClr val="99FF66"/>
            </a:solidFill>
            <a:ln>
              <a:noFill/>
            </a:ln>
            <a:extLst>
              <a:ext uri="{91240B29-F687-4F45-9708-019B960494DF}">
                <a14:hiddenLine xmlns:a14="http://schemas.microsoft.com/office/drawing/2010/main" w="25400" cap="sq">
                  <a:solidFill>
                    <a:srgbClr val="000000"/>
                  </a:solidFill>
                  <a:miter lim="800000"/>
                  <a:headEnd/>
                  <a:tailEnd/>
                </a14:hiddenLine>
              </a:ext>
            </a:extLst>
          </p:spPr>
          <p:txBody>
            <a:bodyPr anchor="ctr">
              <a:spAutoFit/>
            </a:bodyPr>
            <a:lstStyle/>
            <a:p>
              <a:pPr algn="ctr"/>
              <a:r>
                <a:rPr lang="en-US" altLang="en-US" sz="2800">
                  <a:solidFill>
                    <a:srgbClr val="000099"/>
                  </a:solidFill>
                  <a:latin typeface="Times New Roman" pitchFamily="18" charset="0"/>
                </a:rPr>
                <a:t>Amplifier</a:t>
              </a:r>
            </a:p>
          </p:txBody>
        </p:sp>
        <p:sp>
          <p:nvSpPr>
            <p:cNvPr id="24584" name="Rectangle 7"/>
            <p:cNvSpPr>
              <a:spLocks noChangeArrowheads="1"/>
            </p:cNvSpPr>
            <p:nvPr/>
          </p:nvSpPr>
          <p:spPr bwMode="auto">
            <a:xfrm>
              <a:off x="4272" y="2880"/>
              <a:ext cx="589" cy="327"/>
            </a:xfrm>
            <a:prstGeom prst="rect">
              <a:avLst/>
            </a:prstGeom>
            <a:solidFill>
              <a:srgbClr val="99FF66"/>
            </a:solidFill>
            <a:ln>
              <a:noFill/>
            </a:ln>
            <a:extLst>
              <a:ext uri="{91240B29-F687-4F45-9708-019B960494DF}">
                <a14:hiddenLine xmlns:a14="http://schemas.microsoft.com/office/drawing/2010/main" w="25400" cap="sq">
                  <a:solidFill>
                    <a:srgbClr val="000000"/>
                  </a:solidFill>
                  <a:miter lim="800000"/>
                  <a:headEnd/>
                  <a:tailEnd/>
                </a14:hiddenLine>
              </a:ext>
            </a:extLst>
          </p:spPr>
          <p:txBody>
            <a:bodyPr anchor="ctr">
              <a:spAutoFit/>
            </a:bodyPr>
            <a:lstStyle/>
            <a:p>
              <a:pPr algn="ctr"/>
              <a:r>
                <a:rPr lang="en-US" altLang="en-US" sz="2800">
                  <a:solidFill>
                    <a:srgbClr val="000099"/>
                  </a:solidFill>
                  <a:latin typeface="Times New Roman" pitchFamily="18" charset="0"/>
                </a:rPr>
                <a:t>VCO</a:t>
              </a:r>
            </a:p>
          </p:txBody>
        </p:sp>
        <p:sp>
          <p:nvSpPr>
            <p:cNvPr id="24585" name="Line 8"/>
            <p:cNvSpPr>
              <a:spLocks noChangeShapeType="1"/>
            </p:cNvSpPr>
            <p:nvPr/>
          </p:nvSpPr>
          <p:spPr bwMode="auto">
            <a:xfrm>
              <a:off x="1760" y="3009"/>
              <a:ext cx="336" cy="0"/>
            </a:xfrm>
            <a:prstGeom prst="line">
              <a:avLst/>
            </a:prstGeom>
            <a:noFill/>
            <a:ln w="38100" cap="sq">
              <a:solidFill>
                <a:srgbClr val="000099"/>
              </a:solidFill>
              <a:round/>
              <a:headEnd/>
              <a:tailEnd type="stealth" w="lg"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4586" name="Line 9"/>
            <p:cNvSpPr>
              <a:spLocks noChangeShapeType="1"/>
            </p:cNvSpPr>
            <p:nvPr/>
          </p:nvSpPr>
          <p:spPr bwMode="auto">
            <a:xfrm>
              <a:off x="3936" y="3024"/>
              <a:ext cx="336" cy="0"/>
            </a:xfrm>
            <a:prstGeom prst="line">
              <a:avLst/>
            </a:prstGeom>
            <a:noFill/>
            <a:ln w="38100" cap="sq">
              <a:solidFill>
                <a:srgbClr val="000099"/>
              </a:solidFill>
              <a:round/>
              <a:headEnd/>
              <a:tailEnd type="stealth" w="lg"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4587" name="Line 10"/>
            <p:cNvSpPr>
              <a:spLocks noChangeShapeType="1"/>
            </p:cNvSpPr>
            <p:nvPr/>
          </p:nvSpPr>
          <p:spPr bwMode="auto">
            <a:xfrm>
              <a:off x="4880" y="3009"/>
              <a:ext cx="336" cy="0"/>
            </a:xfrm>
            <a:prstGeom prst="line">
              <a:avLst/>
            </a:prstGeom>
            <a:noFill/>
            <a:ln w="38100" cap="sq">
              <a:solidFill>
                <a:srgbClr val="000099"/>
              </a:solidFill>
              <a:round/>
              <a:headEnd/>
              <a:tailEnd type="stealth" w="lg"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4588" name="Line 11"/>
            <p:cNvSpPr>
              <a:spLocks noChangeShapeType="1"/>
            </p:cNvSpPr>
            <p:nvPr/>
          </p:nvSpPr>
          <p:spPr bwMode="auto">
            <a:xfrm>
              <a:off x="512" y="3009"/>
              <a:ext cx="336" cy="0"/>
            </a:xfrm>
            <a:prstGeom prst="line">
              <a:avLst/>
            </a:prstGeom>
            <a:noFill/>
            <a:ln w="38100" cap="sq">
              <a:solidFill>
                <a:srgbClr val="000099"/>
              </a:solidFill>
              <a:round/>
              <a:headEnd/>
              <a:tailEnd type="stealth" w="lg"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4589" name="Line 12"/>
            <p:cNvSpPr>
              <a:spLocks noChangeShapeType="1"/>
            </p:cNvSpPr>
            <p:nvPr/>
          </p:nvSpPr>
          <p:spPr bwMode="auto">
            <a:xfrm flipH="1">
              <a:off x="1280" y="3633"/>
              <a:ext cx="3744" cy="0"/>
            </a:xfrm>
            <a:prstGeom prst="line">
              <a:avLst/>
            </a:prstGeom>
            <a:noFill/>
            <a:ln w="38100" cap="sq">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4590" name="Line 13"/>
            <p:cNvSpPr>
              <a:spLocks noChangeShapeType="1"/>
            </p:cNvSpPr>
            <p:nvPr/>
          </p:nvSpPr>
          <p:spPr bwMode="auto">
            <a:xfrm flipV="1">
              <a:off x="1280" y="3345"/>
              <a:ext cx="0" cy="288"/>
            </a:xfrm>
            <a:prstGeom prst="line">
              <a:avLst/>
            </a:prstGeom>
            <a:noFill/>
            <a:ln w="38100" cap="sq">
              <a:solidFill>
                <a:srgbClr val="000099"/>
              </a:solidFill>
              <a:round/>
              <a:headEnd/>
              <a:tailEnd type="stealth" w="lg"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4591" name="Line 14"/>
            <p:cNvSpPr>
              <a:spLocks noChangeShapeType="1"/>
            </p:cNvSpPr>
            <p:nvPr/>
          </p:nvSpPr>
          <p:spPr bwMode="auto">
            <a:xfrm flipV="1">
              <a:off x="5024" y="3009"/>
              <a:ext cx="0" cy="624"/>
            </a:xfrm>
            <a:prstGeom prst="line">
              <a:avLst/>
            </a:prstGeom>
            <a:noFill/>
            <a:ln w="38100" cap="sq">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4592" name="Text Box 15"/>
            <p:cNvSpPr txBox="1">
              <a:spLocks noChangeArrowheads="1"/>
            </p:cNvSpPr>
            <p:nvPr/>
          </p:nvSpPr>
          <p:spPr bwMode="auto">
            <a:xfrm>
              <a:off x="360" y="2669"/>
              <a:ext cx="2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800">
                  <a:latin typeface="Times New Roman" pitchFamily="18" charset="0"/>
                </a:rPr>
                <a:t>f</a:t>
              </a:r>
              <a:r>
                <a:rPr lang="en-US" altLang="en-US" sz="2800" baseline="-25000">
                  <a:latin typeface="Times New Roman" pitchFamily="18" charset="0"/>
                </a:rPr>
                <a:t>r</a:t>
              </a:r>
              <a:endParaRPr lang="en-US" altLang="en-US" sz="2800">
                <a:latin typeface="Times New Roman" pitchFamily="18" charset="0"/>
              </a:endParaRPr>
            </a:p>
          </p:txBody>
        </p:sp>
        <p:sp>
          <p:nvSpPr>
            <p:cNvPr id="24593" name="Text Box 16"/>
            <p:cNvSpPr txBox="1">
              <a:spLocks noChangeArrowheads="1"/>
            </p:cNvSpPr>
            <p:nvPr/>
          </p:nvSpPr>
          <p:spPr bwMode="auto">
            <a:xfrm>
              <a:off x="5051" y="2669"/>
              <a:ext cx="26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800">
                  <a:latin typeface="Times New Roman" pitchFamily="18" charset="0"/>
                </a:rPr>
                <a:t>f</a:t>
              </a:r>
              <a:r>
                <a:rPr lang="en-US" altLang="en-US" sz="2800" baseline="-25000">
                  <a:latin typeface="Times New Roman" pitchFamily="18" charset="0"/>
                </a:rPr>
                <a:t>o</a:t>
              </a:r>
              <a:endParaRPr lang="en-US" altLang="en-US" sz="2800">
                <a:latin typeface="Times New Roman" pitchFamily="18" charset="0"/>
              </a:endParaRPr>
            </a:p>
          </p:txBody>
        </p:sp>
        <p:sp>
          <p:nvSpPr>
            <p:cNvPr id="24594" name="Line 17"/>
            <p:cNvSpPr>
              <a:spLocks noChangeShapeType="1"/>
            </p:cNvSpPr>
            <p:nvPr/>
          </p:nvSpPr>
          <p:spPr bwMode="auto">
            <a:xfrm>
              <a:off x="2592" y="3024"/>
              <a:ext cx="336" cy="0"/>
            </a:xfrm>
            <a:prstGeom prst="line">
              <a:avLst/>
            </a:prstGeom>
            <a:noFill/>
            <a:ln w="38100" cap="sq">
              <a:solidFill>
                <a:srgbClr val="000099"/>
              </a:solidFill>
              <a:round/>
              <a:headEnd/>
              <a:tailEnd type="stealth" w="lg"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24595" name="Text Box 18"/>
            <p:cNvSpPr txBox="1">
              <a:spLocks noChangeArrowheads="1"/>
            </p:cNvSpPr>
            <p:nvPr/>
          </p:nvSpPr>
          <p:spPr bwMode="auto">
            <a:xfrm>
              <a:off x="1728" y="2592"/>
              <a:ext cx="35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a:tailEnd/>
                </a14:hiddenLine>
              </a:ext>
            </a:extLst>
          </p:spPr>
          <p:txBody>
            <a:bodyPr wrap="non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800">
                  <a:latin typeface="Times New Roman" pitchFamily="18" charset="0"/>
                </a:rPr>
                <a:t>V</a:t>
              </a:r>
              <a:r>
                <a:rPr lang="en-US" altLang="en-US" sz="2800" baseline="-25000">
                  <a:latin typeface="Times New Roman" pitchFamily="18" charset="0"/>
                </a:rPr>
                <a:t>p</a:t>
              </a:r>
              <a:endParaRPr lang="en-US" altLang="en-US" sz="2800">
                <a:latin typeface="Times New Roman" pitchFamily="18" charset="0"/>
              </a:endParaRPr>
            </a:p>
          </p:txBody>
        </p:sp>
      </p:grpSp>
    </p:spTree>
    <p:extLst>
      <p:ext uri="{BB962C8B-B14F-4D97-AF65-F5344CB8AC3E}">
        <p14:creationId xmlns:p14="http://schemas.microsoft.com/office/powerpoint/2010/main" val="37670722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defRPr/>
            </a:pPr>
            <a:r>
              <a:rPr lang="en-US" sz="3200" smtClean="0">
                <a:effectLst>
                  <a:outerShdw blurRad="38100" dist="38100" dir="2700000" algn="tl">
                    <a:srgbClr val="C0C0C0"/>
                  </a:outerShdw>
                </a:effectLst>
                <a:latin typeface="Times New Roman"/>
              </a:rPr>
              <a:t>VÒNG KHÓA PHA PLL			(PHASE LOCKED LOOP)</a:t>
            </a:r>
          </a:p>
        </p:txBody>
      </p:sp>
      <p:sp>
        <p:nvSpPr>
          <p:cNvPr id="25603" name="Rectangle 3"/>
          <p:cNvSpPr>
            <a:spLocks noGrp="1" noChangeArrowheads="1"/>
          </p:cNvSpPr>
          <p:nvPr>
            <p:ph type="body" idx="1"/>
          </p:nvPr>
        </p:nvSpPr>
        <p:spPr>
          <a:noFill/>
        </p:spPr>
        <p:txBody>
          <a:bodyPr/>
          <a:lstStyle/>
          <a:p>
            <a:pPr eaLnBrk="1" hangingPunct="1">
              <a:lnSpc>
                <a:spcPct val="90000"/>
              </a:lnSpc>
              <a:buFont typeface="Wingdings" pitchFamily="2" charset="2"/>
              <a:buNone/>
            </a:pPr>
            <a:r>
              <a:rPr lang="en-US" altLang="en-US" smtClean="0">
                <a:latin typeface="Times New Roman" pitchFamily="18" charset="0"/>
              </a:rPr>
              <a:t>Hoạt </a:t>
            </a:r>
            <a:r>
              <a:rPr lang="vi-VN" altLang="en-US" smtClean="0">
                <a:latin typeface="Times New Roman" pitchFamily="18" charset="0"/>
              </a:rPr>
              <a:t>đ</a:t>
            </a:r>
            <a:r>
              <a:rPr lang="en-US" altLang="en-US" smtClean="0">
                <a:latin typeface="Times New Roman" pitchFamily="18" charset="0"/>
              </a:rPr>
              <a:t>ộng:</a:t>
            </a:r>
          </a:p>
          <a:p>
            <a:pPr eaLnBrk="1" hangingPunct="1">
              <a:lnSpc>
                <a:spcPct val="90000"/>
              </a:lnSpc>
            </a:pPr>
            <a:r>
              <a:rPr lang="en-US" altLang="en-US" smtClean="0">
                <a:latin typeface="Times New Roman" pitchFamily="18" charset="0"/>
              </a:rPr>
              <a:t>Ban </a:t>
            </a:r>
            <a:r>
              <a:rPr lang="vi-VN" altLang="en-US" smtClean="0">
                <a:latin typeface="Times New Roman" pitchFamily="18" charset="0"/>
              </a:rPr>
              <a:t>đ</a:t>
            </a:r>
            <a:r>
              <a:rPr lang="en-US" altLang="en-US" smtClean="0">
                <a:latin typeface="Times New Roman" pitchFamily="18" charset="0"/>
              </a:rPr>
              <a:t>ầu PLL trong trạng thái không khoá, VCO dao </a:t>
            </a:r>
            <a:r>
              <a:rPr lang="vi-VN" altLang="en-US" smtClean="0">
                <a:latin typeface="Times New Roman" pitchFamily="18" charset="0"/>
              </a:rPr>
              <a:t>đ</a:t>
            </a:r>
            <a:r>
              <a:rPr lang="en-US" altLang="en-US" smtClean="0">
                <a:latin typeface="Times New Roman" pitchFamily="18" charset="0"/>
              </a:rPr>
              <a:t>ộng tại tần số tự do f</a:t>
            </a:r>
            <a:r>
              <a:rPr lang="en-US" altLang="en-US" baseline="-25000" smtClean="0">
                <a:latin typeface="Times New Roman" pitchFamily="18" charset="0"/>
              </a:rPr>
              <a:t>o</a:t>
            </a:r>
            <a:r>
              <a:rPr lang="en-US" altLang="en-US" smtClean="0">
                <a:latin typeface="Times New Roman" pitchFamily="18" charset="0"/>
              </a:rPr>
              <a:t>.</a:t>
            </a:r>
          </a:p>
          <a:p>
            <a:pPr eaLnBrk="1" hangingPunct="1">
              <a:lnSpc>
                <a:spcPct val="90000"/>
              </a:lnSpc>
            </a:pPr>
            <a:r>
              <a:rPr lang="en-US" altLang="en-US" smtClean="0">
                <a:latin typeface="Times New Roman" pitchFamily="18" charset="0"/>
              </a:rPr>
              <a:t>Vì f</a:t>
            </a:r>
            <a:r>
              <a:rPr lang="en-US" altLang="en-US" baseline="-25000" smtClean="0">
                <a:latin typeface="Times New Roman" pitchFamily="18" charset="0"/>
              </a:rPr>
              <a:t>o</a:t>
            </a:r>
            <a:r>
              <a:rPr lang="en-US" altLang="en-US" smtClean="0">
                <a:latin typeface="Times New Roman" pitchFamily="18" charset="0"/>
              </a:rPr>
              <a:t> th</a:t>
            </a:r>
            <a:r>
              <a:rPr lang="vi-VN" altLang="en-US" smtClean="0">
                <a:latin typeface="Times New Roman" pitchFamily="18" charset="0"/>
              </a:rPr>
              <a:t>ư</a:t>
            </a:r>
            <a:r>
              <a:rPr lang="en-US" altLang="en-US" smtClean="0">
                <a:latin typeface="Times New Roman" pitchFamily="18" charset="0"/>
              </a:rPr>
              <a:t>ờng khác với tần số tham chiếu f</a:t>
            </a:r>
            <a:r>
              <a:rPr lang="en-US" altLang="en-US" baseline="-25000" smtClean="0">
                <a:latin typeface="Times New Roman" pitchFamily="18" charset="0"/>
              </a:rPr>
              <a:t>r</a:t>
            </a:r>
            <a:r>
              <a:rPr lang="en-US" altLang="en-US" smtClean="0">
                <a:latin typeface="Times New Roman" pitchFamily="18" charset="0"/>
              </a:rPr>
              <a:t> nên bộ tách sóng pha sẽ tạo ra </a:t>
            </a:r>
            <a:r>
              <a:rPr lang="vi-VN" altLang="en-US" smtClean="0">
                <a:latin typeface="Times New Roman" pitchFamily="18" charset="0"/>
              </a:rPr>
              <a:t>đ</a:t>
            </a:r>
            <a:r>
              <a:rPr lang="en-US" altLang="en-US" smtClean="0">
                <a:latin typeface="Times New Roman" pitchFamily="18" charset="0"/>
              </a:rPr>
              <a:t>iện áp </a:t>
            </a:r>
            <a:r>
              <a:rPr lang="vi-VN" altLang="en-US" smtClean="0">
                <a:latin typeface="Times New Roman" pitchFamily="18" charset="0"/>
              </a:rPr>
              <a:t>đ</a:t>
            </a:r>
            <a:r>
              <a:rPr lang="en-US" altLang="en-US" smtClean="0">
                <a:latin typeface="Times New Roman" pitchFamily="18" charset="0"/>
              </a:rPr>
              <a:t>iều khiển V</a:t>
            </a:r>
            <a:r>
              <a:rPr lang="en-US" altLang="en-US" baseline="-25000" smtClean="0">
                <a:latin typeface="Times New Roman" pitchFamily="18" charset="0"/>
              </a:rPr>
              <a:t>p</a:t>
            </a:r>
            <a:r>
              <a:rPr lang="en-US" altLang="en-US" smtClean="0">
                <a:latin typeface="Times New Roman" pitchFamily="18" charset="0"/>
              </a:rPr>
              <a:t> </a:t>
            </a:r>
            <a:r>
              <a:rPr lang="vi-VN" altLang="en-US" smtClean="0">
                <a:latin typeface="Times New Roman" pitchFamily="18" charset="0"/>
              </a:rPr>
              <a:t>đ</a:t>
            </a:r>
            <a:r>
              <a:rPr lang="en-US" altLang="en-US" smtClean="0">
                <a:latin typeface="Times New Roman" pitchFamily="18" charset="0"/>
              </a:rPr>
              <a:t>ến bộ VCO.</a:t>
            </a:r>
          </a:p>
          <a:p>
            <a:pPr eaLnBrk="1" hangingPunct="1">
              <a:lnSpc>
                <a:spcPct val="90000"/>
              </a:lnSpc>
            </a:pPr>
            <a:r>
              <a:rPr lang="en-US" altLang="en-US" smtClean="0">
                <a:latin typeface="Times New Roman" pitchFamily="18" charset="0"/>
              </a:rPr>
              <a:t>V</a:t>
            </a:r>
            <a:r>
              <a:rPr lang="en-US" altLang="en-US" baseline="-25000" smtClean="0">
                <a:latin typeface="Times New Roman" pitchFamily="18" charset="0"/>
              </a:rPr>
              <a:t>p</a:t>
            </a:r>
            <a:r>
              <a:rPr lang="en-US" altLang="en-US" smtClean="0">
                <a:latin typeface="Times New Roman" pitchFamily="18" charset="0"/>
              </a:rPr>
              <a:t> sẽ </a:t>
            </a:r>
            <a:r>
              <a:rPr lang="vi-VN" altLang="en-US" smtClean="0">
                <a:latin typeface="Times New Roman" pitchFamily="18" charset="0"/>
              </a:rPr>
              <a:t>đư</a:t>
            </a:r>
            <a:r>
              <a:rPr lang="en-US" altLang="en-US" smtClean="0">
                <a:latin typeface="Times New Roman" pitchFamily="18" charset="0"/>
              </a:rPr>
              <a:t>ợc lọc, khuếch </a:t>
            </a:r>
            <a:r>
              <a:rPr lang="vi-VN" altLang="en-US" smtClean="0">
                <a:latin typeface="Times New Roman" pitchFamily="18" charset="0"/>
              </a:rPr>
              <a:t>đ</a:t>
            </a:r>
            <a:r>
              <a:rPr lang="en-US" altLang="en-US" smtClean="0">
                <a:latin typeface="Times New Roman" pitchFamily="18" charset="0"/>
              </a:rPr>
              <a:t>ại và </a:t>
            </a:r>
            <a:r>
              <a:rPr lang="vi-VN" altLang="en-US" smtClean="0">
                <a:latin typeface="Times New Roman" pitchFamily="18" charset="0"/>
              </a:rPr>
              <a:t>đư</a:t>
            </a:r>
            <a:r>
              <a:rPr lang="en-US" altLang="en-US" smtClean="0">
                <a:latin typeface="Times New Roman" pitchFamily="18" charset="0"/>
              </a:rPr>
              <a:t>a </a:t>
            </a:r>
            <a:r>
              <a:rPr lang="vi-VN" altLang="en-US" smtClean="0">
                <a:latin typeface="Times New Roman" pitchFamily="18" charset="0"/>
              </a:rPr>
              <a:t>đ</a:t>
            </a:r>
            <a:r>
              <a:rPr lang="en-US" altLang="en-US" smtClean="0">
                <a:latin typeface="Times New Roman" pitchFamily="18" charset="0"/>
              </a:rPr>
              <a:t>ến VCO </a:t>
            </a:r>
            <a:r>
              <a:rPr lang="vi-VN" altLang="en-US" smtClean="0">
                <a:latin typeface="Times New Roman" pitchFamily="18" charset="0"/>
              </a:rPr>
              <a:t>đ</a:t>
            </a:r>
            <a:r>
              <a:rPr lang="en-US" altLang="en-US" smtClean="0">
                <a:latin typeface="Times New Roman" pitchFamily="18" charset="0"/>
              </a:rPr>
              <a:t>ể thay </a:t>
            </a:r>
            <a:r>
              <a:rPr lang="vi-VN" altLang="en-US" smtClean="0">
                <a:latin typeface="Times New Roman" pitchFamily="18" charset="0"/>
              </a:rPr>
              <a:t>đ</a:t>
            </a:r>
            <a:r>
              <a:rPr lang="en-US" altLang="en-US" smtClean="0">
                <a:latin typeface="Times New Roman" pitchFamily="18" charset="0"/>
              </a:rPr>
              <a:t>ổi tần số VCO sao cho f</a:t>
            </a:r>
            <a:r>
              <a:rPr lang="en-US" altLang="en-US" baseline="-25000" smtClean="0">
                <a:latin typeface="Times New Roman" pitchFamily="18" charset="0"/>
              </a:rPr>
              <a:t>o</a:t>
            </a:r>
            <a:r>
              <a:rPr lang="en-US" altLang="en-US" smtClean="0">
                <a:latin typeface="Times New Roman" pitchFamily="18" charset="0"/>
              </a:rPr>
              <a:t> = f</a:t>
            </a:r>
            <a:r>
              <a:rPr lang="en-US" altLang="en-US" baseline="-25000" smtClean="0">
                <a:latin typeface="Times New Roman" pitchFamily="18" charset="0"/>
              </a:rPr>
              <a:t>r</a:t>
            </a:r>
            <a:r>
              <a:rPr lang="en-US" altLang="en-US" smtClean="0">
                <a:latin typeface="Times New Roman" pitchFamily="18" charset="0"/>
              </a:rPr>
              <a:t>. Lúc này PLL ở trạng thái khoá pha.</a:t>
            </a:r>
          </a:p>
          <a:p>
            <a:pPr eaLnBrk="1" hangingPunct="1">
              <a:lnSpc>
                <a:spcPct val="90000"/>
              </a:lnSpc>
            </a:pPr>
            <a:endParaRPr lang="en-US" altLang="en-US" smtClean="0">
              <a:latin typeface="Times New Roman" pitchFamily="18" charset="0"/>
            </a:endParaRPr>
          </a:p>
        </p:txBody>
      </p:sp>
    </p:spTree>
    <p:extLst>
      <p:ext uri="{BB962C8B-B14F-4D97-AF65-F5344CB8AC3E}">
        <p14:creationId xmlns:p14="http://schemas.microsoft.com/office/powerpoint/2010/main" val="18389265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350838"/>
            <a:ext cx="7543800" cy="487362"/>
          </a:xfrm>
        </p:spPr>
        <p:txBody>
          <a:bodyPr/>
          <a:lstStyle/>
          <a:p>
            <a:pPr eaLnBrk="1" hangingPunct="1">
              <a:defRPr/>
            </a:pPr>
            <a:r>
              <a:rPr lang="en-US" sz="3600" smtClean="0">
                <a:effectLst>
                  <a:outerShdw blurRad="38100" dist="38100" dir="2700000" algn="tl">
                    <a:srgbClr val="C0C0C0"/>
                  </a:outerShdw>
                </a:effectLst>
                <a:latin typeface="Times New Roman"/>
              </a:rPr>
              <a:t>VÒNG KHÓA PHA PLL	</a:t>
            </a:r>
          </a:p>
        </p:txBody>
      </p:sp>
      <p:sp>
        <p:nvSpPr>
          <p:cNvPr id="26627" name="Rectangle 3"/>
          <p:cNvSpPr>
            <a:spLocks noGrp="1" noChangeArrowheads="1"/>
          </p:cNvSpPr>
          <p:nvPr>
            <p:ph type="body" idx="1"/>
          </p:nvPr>
        </p:nvSpPr>
        <p:spPr>
          <a:xfrm>
            <a:off x="304800" y="914400"/>
            <a:ext cx="8229600" cy="4411663"/>
          </a:xfrm>
        </p:spPr>
        <p:txBody>
          <a:bodyPr/>
          <a:lstStyle/>
          <a:p>
            <a:pPr eaLnBrk="1" hangingPunct="1"/>
            <a:endParaRPr lang="en-US" altLang="en-US" sz="1400" smtClean="0">
              <a:latin typeface="Times New Roman" pitchFamily="18" charset="0"/>
            </a:endParaRPr>
          </a:p>
          <a:p>
            <a:pPr eaLnBrk="1" hangingPunct="1"/>
            <a:endParaRPr lang="en-US" altLang="en-US" sz="1400" smtClean="0">
              <a:latin typeface="Times New Roman" pitchFamily="18" charset="0"/>
            </a:endParaRPr>
          </a:p>
          <a:p>
            <a:pPr eaLnBrk="1" hangingPunct="1"/>
            <a:endParaRPr lang="en-US" altLang="en-US" sz="1400" smtClean="0">
              <a:latin typeface="Times New Roman" pitchFamily="18" charset="0"/>
            </a:endParaRPr>
          </a:p>
          <a:p>
            <a:pPr eaLnBrk="1" hangingPunct="1"/>
            <a:endParaRPr lang="en-US" altLang="en-US" sz="1400" smtClean="0">
              <a:latin typeface="Times New Roman" pitchFamily="18" charset="0"/>
            </a:endParaRPr>
          </a:p>
          <a:p>
            <a:pPr eaLnBrk="1" hangingPunct="1">
              <a:buFont typeface="Wingdings" pitchFamily="2" charset="2"/>
              <a:buNone/>
            </a:pPr>
            <a:r>
              <a:rPr lang="en-US" altLang="en-US" sz="1400" smtClean="0">
                <a:latin typeface="Times New Roman" pitchFamily="18" charset="0"/>
              </a:rPr>
              <a:t> </a:t>
            </a:r>
          </a:p>
        </p:txBody>
      </p:sp>
      <p:grpSp>
        <p:nvGrpSpPr>
          <p:cNvPr id="26628" name="Group 39"/>
          <p:cNvGrpSpPr>
            <a:grpSpLocks/>
          </p:cNvGrpSpPr>
          <p:nvPr/>
        </p:nvGrpSpPr>
        <p:grpSpPr bwMode="auto">
          <a:xfrm>
            <a:off x="1219200" y="1600200"/>
            <a:ext cx="6629400" cy="3881438"/>
            <a:chOff x="1008" y="672"/>
            <a:chExt cx="3888" cy="1965"/>
          </a:xfrm>
        </p:grpSpPr>
        <p:sp>
          <p:nvSpPr>
            <p:cNvPr id="26629" name="AutoShape 12"/>
            <p:cNvSpPr>
              <a:spLocks noChangeArrowheads="1"/>
            </p:cNvSpPr>
            <p:nvPr/>
          </p:nvSpPr>
          <p:spPr bwMode="auto">
            <a:xfrm>
              <a:off x="1008" y="1410"/>
              <a:ext cx="40" cy="86"/>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26630" name="Text Box 25"/>
            <p:cNvSpPr txBox="1">
              <a:spLocks noChangeArrowheads="1"/>
            </p:cNvSpPr>
            <p:nvPr/>
          </p:nvSpPr>
          <p:spPr bwMode="auto">
            <a:xfrm>
              <a:off x="4633" y="1552"/>
              <a:ext cx="26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r</a:t>
              </a:r>
              <a:endParaRPr lang="en-US" altLang="en-US" sz="1600">
                <a:latin typeface="Times New Roman" pitchFamily="18" charset="0"/>
              </a:endParaRPr>
            </a:p>
          </p:txBody>
        </p:sp>
        <p:grpSp>
          <p:nvGrpSpPr>
            <p:cNvPr id="26631" name="Group 38"/>
            <p:cNvGrpSpPr>
              <a:grpSpLocks/>
            </p:cNvGrpSpPr>
            <p:nvPr/>
          </p:nvGrpSpPr>
          <p:grpSpPr bwMode="auto">
            <a:xfrm>
              <a:off x="1048" y="672"/>
              <a:ext cx="3799" cy="1965"/>
              <a:chOff x="1048" y="672"/>
              <a:chExt cx="3799" cy="1965"/>
            </a:xfrm>
          </p:grpSpPr>
          <p:sp>
            <p:nvSpPr>
              <p:cNvPr id="26632" name="Text Box 5"/>
              <p:cNvSpPr txBox="1">
                <a:spLocks noChangeArrowheads="1"/>
              </p:cNvSpPr>
              <p:nvPr/>
            </p:nvSpPr>
            <p:spPr bwMode="auto">
              <a:xfrm>
                <a:off x="2187" y="1251"/>
                <a:ext cx="869" cy="424"/>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Lọc thông thấp</a:t>
                </a:r>
              </a:p>
              <a:p>
                <a:pPr algn="ctr" eaLnBrk="1" hangingPunct="1"/>
                <a:r>
                  <a:rPr lang="en-US" altLang="en-US" sz="1600">
                    <a:latin typeface="Times New Roman" pitchFamily="18" charset="0"/>
                  </a:rPr>
                  <a:t>&amp; Khuếch </a:t>
                </a:r>
                <a:r>
                  <a:rPr lang="vi-VN" altLang="en-US" sz="1600">
                    <a:latin typeface="Times New Roman" pitchFamily="18" charset="0"/>
                  </a:rPr>
                  <a:t>đ</a:t>
                </a:r>
                <a:r>
                  <a:rPr lang="en-US" altLang="en-US" sz="1600">
                    <a:latin typeface="Times New Roman" pitchFamily="18" charset="0"/>
                  </a:rPr>
                  <a:t>ại</a:t>
                </a:r>
              </a:p>
            </p:txBody>
          </p:sp>
          <p:sp>
            <p:nvSpPr>
              <p:cNvPr id="26633" name="Text Box 6"/>
              <p:cNvSpPr txBox="1">
                <a:spLocks noChangeArrowheads="1"/>
              </p:cNvSpPr>
              <p:nvPr/>
            </p:nvSpPr>
            <p:spPr bwMode="auto">
              <a:xfrm>
                <a:off x="3663" y="1251"/>
                <a:ext cx="868" cy="424"/>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dao </a:t>
                </a:r>
                <a:r>
                  <a:rPr lang="vi-VN" altLang="en-US" sz="1600">
                    <a:latin typeface="Times New Roman" pitchFamily="18" charset="0"/>
                  </a:rPr>
                  <a:t>đ</a:t>
                </a:r>
                <a:r>
                  <a:rPr lang="en-US" altLang="en-US" sz="1600">
                    <a:latin typeface="Times New Roman" pitchFamily="18" charset="0"/>
                  </a:rPr>
                  <a:t>ộng</a:t>
                </a:r>
              </a:p>
              <a:p>
                <a:pPr algn="ctr" eaLnBrk="1" hangingPunct="1"/>
                <a:r>
                  <a:rPr lang="en-US" altLang="en-US" sz="1600">
                    <a:latin typeface="Times New Roman" pitchFamily="18" charset="0"/>
                  </a:rPr>
                  <a:t>VCO</a:t>
                </a:r>
              </a:p>
            </p:txBody>
          </p:sp>
          <p:sp>
            <p:nvSpPr>
              <p:cNvPr id="26634" name="Text Box 7"/>
              <p:cNvSpPr txBox="1">
                <a:spLocks noChangeArrowheads="1"/>
              </p:cNvSpPr>
              <p:nvPr/>
            </p:nvSpPr>
            <p:spPr bwMode="auto">
              <a:xfrm>
                <a:off x="2336" y="2206"/>
                <a:ext cx="868" cy="316"/>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chia tần</a:t>
                </a:r>
              </a:p>
            </p:txBody>
          </p:sp>
          <p:grpSp>
            <p:nvGrpSpPr>
              <p:cNvPr id="26635" name="Group 8"/>
              <p:cNvGrpSpPr>
                <a:grpSpLocks/>
              </p:cNvGrpSpPr>
              <p:nvPr/>
            </p:nvGrpSpPr>
            <p:grpSpPr bwMode="auto">
              <a:xfrm>
                <a:off x="1350" y="1336"/>
                <a:ext cx="203" cy="216"/>
                <a:chOff x="3117" y="7080"/>
                <a:chExt cx="528" cy="480"/>
              </a:xfrm>
            </p:grpSpPr>
            <p:sp>
              <p:nvSpPr>
                <p:cNvPr id="26659" name="Oval 9"/>
                <p:cNvSpPr>
                  <a:spLocks noChangeArrowheads="1"/>
                </p:cNvSpPr>
                <p:nvPr/>
              </p:nvSpPr>
              <p:spPr bwMode="auto">
                <a:xfrm>
                  <a:off x="3117" y="7080"/>
                  <a:ext cx="528" cy="480"/>
                </a:xfrm>
                <a:prstGeom prst="ellipse">
                  <a:avLst/>
                </a:prstGeom>
                <a:solidFill>
                  <a:srgbClr val="FFFFFF"/>
                </a:solidFill>
                <a:ln w="9525">
                  <a:solidFill>
                    <a:srgbClr val="000000"/>
                  </a:solidFill>
                  <a:round/>
                  <a:headEnd/>
                  <a:tailEnd/>
                </a:ln>
              </p:spPr>
              <p:txBody>
                <a:bodyPr/>
                <a:lstStyle/>
                <a:p>
                  <a:pPr eaLnBrk="1" hangingPunct="1"/>
                  <a:endParaRPr lang="en-US" altLang="en-US"/>
                </a:p>
              </p:txBody>
            </p:sp>
            <p:sp>
              <p:nvSpPr>
                <p:cNvPr id="26660" name="Line 10"/>
                <p:cNvSpPr>
                  <a:spLocks noChangeShapeType="1"/>
                </p:cNvSpPr>
                <p:nvPr/>
              </p:nvSpPr>
              <p:spPr bwMode="auto">
                <a:xfrm>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1" name="Line 11"/>
                <p:cNvSpPr>
                  <a:spLocks noChangeShapeType="1"/>
                </p:cNvSpPr>
                <p:nvPr/>
              </p:nvSpPr>
              <p:spPr bwMode="auto">
                <a:xfrm flipV="1">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636" name="Line 13"/>
              <p:cNvSpPr>
                <a:spLocks noChangeShapeType="1"/>
              </p:cNvSpPr>
              <p:nvPr/>
            </p:nvSpPr>
            <p:spPr bwMode="auto">
              <a:xfrm>
                <a:off x="3056" y="1467"/>
                <a:ext cx="60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37" name="AutoShape 14"/>
              <p:cNvSpPr>
                <a:spLocks noChangeArrowheads="1"/>
              </p:cNvSpPr>
              <p:nvPr/>
            </p:nvSpPr>
            <p:spPr bwMode="auto">
              <a:xfrm>
                <a:off x="3336" y="704"/>
                <a:ext cx="40" cy="85"/>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26638" name="Line 15"/>
              <p:cNvSpPr>
                <a:spLocks noChangeShapeType="1"/>
              </p:cNvSpPr>
              <p:nvPr/>
            </p:nvSpPr>
            <p:spPr bwMode="auto">
              <a:xfrm flipV="1">
                <a:off x="3353" y="789"/>
                <a:ext cx="0" cy="6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Line 16"/>
              <p:cNvSpPr>
                <a:spLocks noChangeShapeType="1"/>
              </p:cNvSpPr>
              <p:nvPr/>
            </p:nvSpPr>
            <p:spPr bwMode="auto">
              <a:xfrm>
                <a:off x="1553" y="1467"/>
                <a:ext cx="63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0" name="Line 17"/>
              <p:cNvSpPr>
                <a:spLocks noChangeShapeType="1"/>
              </p:cNvSpPr>
              <p:nvPr/>
            </p:nvSpPr>
            <p:spPr bwMode="auto">
              <a:xfrm>
                <a:off x="1048" y="1456"/>
                <a:ext cx="30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1" name="Line 18"/>
              <p:cNvSpPr>
                <a:spLocks noChangeShapeType="1"/>
              </p:cNvSpPr>
              <p:nvPr/>
            </p:nvSpPr>
            <p:spPr bwMode="auto">
              <a:xfrm flipH="1">
                <a:off x="1451" y="2364"/>
                <a:ext cx="88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19"/>
              <p:cNvSpPr>
                <a:spLocks noChangeShapeType="1"/>
              </p:cNvSpPr>
              <p:nvPr/>
            </p:nvSpPr>
            <p:spPr bwMode="auto">
              <a:xfrm flipV="1">
                <a:off x="1451" y="1552"/>
                <a:ext cx="0" cy="8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3" name="Line 20"/>
              <p:cNvSpPr>
                <a:spLocks noChangeShapeType="1"/>
              </p:cNvSpPr>
              <p:nvPr/>
            </p:nvSpPr>
            <p:spPr bwMode="auto">
              <a:xfrm>
                <a:off x="4539" y="1456"/>
                <a:ext cx="24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AutoShape 21"/>
              <p:cNvSpPr>
                <a:spLocks noChangeArrowheads="1"/>
              </p:cNvSpPr>
              <p:nvPr/>
            </p:nvSpPr>
            <p:spPr bwMode="auto">
              <a:xfrm>
                <a:off x="4795" y="1421"/>
                <a:ext cx="40" cy="85"/>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26645" name="Line 22"/>
              <p:cNvSpPr>
                <a:spLocks noChangeShapeType="1"/>
              </p:cNvSpPr>
              <p:nvPr/>
            </p:nvSpPr>
            <p:spPr bwMode="auto">
              <a:xfrm>
                <a:off x="4633" y="1456"/>
                <a:ext cx="0" cy="9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Line 23"/>
              <p:cNvSpPr>
                <a:spLocks noChangeShapeType="1"/>
              </p:cNvSpPr>
              <p:nvPr/>
            </p:nvSpPr>
            <p:spPr bwMode="auto">
              <a:xfrm flipH="1">
                <a:off x="3204" y="2363"/>
                <a:ext cx="14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647" name="Text Box 24"/>
              <p:cNvSpPr txBox="1">
                <a:spLocks noChangeArrowheads="1"/>
              </p:cNvSpPr>
              <p:nvPr/>
            </p:nvSpPr>
            <p:spPr bwMode="auto">
              <a:xfrm>
                <a:off x="4529" y="1015"/>
                <a:ext cx="31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r</a:t>
                </a:r>
                <a:endParaRPr lang="en-US" altLang="en-US" sz="1600">
                  <a:latin typeface="Times New Roman" pitchFamily="18" charset="0"/>
                </a:endParaRPr>
              </a:p>
            </p:txBody>
          </p:sp>
          <p:sp>
            <p:nvSpPr>
              <p:cNvPr id="26648" name="Text Box 26"/>
              <p:cNvSpPr txBox="1">
                <a:spLocks noChangeArrowheads="1"/>
              </p:cNvSpPr>
              <p:nvPr/>
            </p:nvSpPr>
            <p:spPr bwMode="auto">
              <a:xfrm>
                <a:off x="2496" y="672"/>
                <a:ext cx="906"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r</a:t>
                </a:r>
                <a:r>
                  <a:rPr lang="en-US" altLang="en-US" sz="1600">
                    <a:latin typeface="Times New Roman" pitchFamily="18" charset="0"/>
                  </a:rPr>
                  <a:t>-tách sóng pha</a:t>
                </a:r>
              </a:p>
            </p:txBody>
          </p:sp>
          <p:sp>
            <p:nvSpPr>
              <p:cNvPr id="26649" name="Text Box 27"/>
              <p:cNvSpPr txBox="1">
                <a:spLocks noChangeArrowheads="1"/>
              </p:cNvSpPr>
              <p:nvPr/>
            </p:nvSpPr>
            <p:spPr bwMode="auto">
              <a:xfrm>
                <a:off x="3314" y="882"/>
                <a:ext cx="51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v</a:t>
                </a:r>
                <a:r>
                  <a:rPr lang="en-US" altLang="en-US" sz="1600">
                    <a:latin typeface="Times New Roman" pitchFamily="18" charset="0"/>
                  </a:rPr>
                  <a:t> - </a:t>
                </a:r>
                <a:r>
                  <a:rPr lang="en-US" altLang="en-US" sz="1600">
                    <a:latin typeface="Times New Roman" pitchFamily="18" charset="0"/>
                    <a:sym typeface="Symbol" pitchFamily="18" charset="2"/>
                  </a:rPr>
                  <a:t></a:t>
                </a:r>
                <a:r>
                  <a:rPr lang="en-US" altLang="en-US" sz="1600">
                    <a:latin typeface="Times New Roman" pitchFamily="18" charset="0"/>
                  </a:rPr>
                  <a:t>’</a:t>
                </a:r>
                <a:r>
                  <a:rPr lang="en-US" altLang="en-US" sz="1600" baseline="-25000">
                    <a:latin typeface="Times New Roman" pitchFamily="18" charset="0"/>
                  </a:rPr>
                  <a:t>r</a:t>
                </a:r>
                <a:endParaRPr lang="en-US" altLang="en-US" sz="1600">
                  <a:latin typeface="Times New Roman" pitchFamily="18" charset="0"/>
                </a:endParaRPr>
              </a:p>
            </p:txBody>
          </p:sp>
          <p:sp>
            <p:nvSpPr>
              <p:cNvPr id="26650" name="Text Box 28"/>
              <p:cNvSpPr txBox="1">
                <a:spLocks noChangeArrowheads="1"/>
              </p:cNvSpPr>
              <p:nvPr/>
            </p:nvSpPr>
            <p:spPr bwMode="auto">
              <a:xfrm>
                <a:off x="3056" y="1403"/>
                <a:ext cx="28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d</a:t>
                </a:r>
                <a:endParaRPr lang="en-US" altLang="en-US" sz="1600">
                  <a:latin typeface="Times New Roman" pitchFamily="18" charset="0"/>
                </a:endParaRPr>
              </a:p>
            </p:txBody>
          </p:sp>
          <p:sp>
            <p:nvSpPr>
              <p:cNvPr id="26651" name="Text Box 29"/>
              <p:cNvSpPr txBox="1">
                <a:spLocks noChangeArrowheads="1"/>
              </p:cNvSpPr>
              <p:nvPr/>
            </p:nvSpPr>
            <p:spPr bwMode="auto">
              <a:xfrm>
                <a:off x="1451" y="1095"/>
                <a:ext cx="736"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d</a:t>
                </a:r>
                <a:r>
                  <a:rPr lang="en-US" altLang="en-US" sz="1600">
                    <a:latin typeface="Times New Roman" pitchFamily="18" charset="0"/>
                  </a:rPr>
                  <a:t>=K</a:t>
                </a:r>
                <a:r>
                  <a:rPr lang="en-US" altLang="en-US" sz="1600" baseline="-25000">
                    <a:latin typeface="Times New Roman" pitchFamily="18" charset="0"/>
                  </a:rPr>
                  <a:t>d</a:t>
                </a:r>
                <a:r>
                  <a:rPr lang="en-US" altLang="en-US" sz="1600">
                    <a:latin typeface="Times New Roman" pitchFamily="18" charset="0"/>
                  </a:rPr>
                  <a:t>u</a:t>
                </a:r>
                <a:r>
                  <a:rPr lang="en-US" altLang="en-US" sz="1600" baseline="-25000">
                    <a:latin typeface="Times New Roman" pitchFamily="18" charset="0"/>
                  </a:rPr>
                  <a:t>v</a:t>
                </a:r>
                <a:r>
                  <a:rPr lang="en-US" altLang="en-US" sz="1600">
                    <a:latin typeface="Times New Roman" pitchFamily="18" charset="0"/>
                  </a:rPr>
                  <a:t>u’</a:t>
                </a:r>
                <a:r>
                  <a:rPr lang="en-US" altLang="en-US" sz="1600" baseline="-25000">
                    <a:latin typeface="Times New Roman" pitchFamily="18" charset="0"/>
                  </a:rPr>
                  <a:t>r</a:t>
                </a:r>
                <a:endParaRPr lang="en-US" altLang="en-US" sz="1600">
                  <a:latin typeface="Times New Roman" pitchFamily="18" charset="0"/>
                </a:endParaRPr>
              </a:p>
            </p:txBody>
          </p:sp>
          <p:sp>
            <p:nvSpPr>
              <p:cNvPr id="26652" name="Text Box 30"/>
              <p:cNvSpPr txBox="1">
                <a:spLocks noChangeArrowheads="1"/>
              </p:cNvSpPr>
              <p:nvPr/>
            </p:nvSpPr>
            <p:spPr bwMode="auto">
              <a:xfrm>
                <a:off x="1861" y="2090"/>
                <a:ext cx="28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r</a:t>
                </a:r>
                <a:endParaRPr lang="en-US" altLang="en-US" sz="1600">
                  <a:latin typeface="Times New Roman" pitchFamily="18" charset="0"/>
                </a:endParaRPr>
              </a:p>
            </p:txBody>
          </p:sp>
          <p:sp>
            <p:nvSpPr>
              <p:cNvPr id="26653" name="Text Box 31"/>
              <p:cNvSpPr txBox="1">
                <a:spLocks noChangeArrowheads="1"/>
              </p:cNvSpPr>
              <p:nvPr/>
            </p:nvSpPr>
            <p:spPr bwMode="auto">
              <a:xfrm>
                <a:off x="1772" y="2364"/>
                <a:ext cx="56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a:latin typeface="Times New Roman" pitchFamily="18" charset="0"/>
                  </a:rPr>
                  <a:t>’</a:t>
                </a:r>
                <a:r>
                  <a:rPr lang="en-US" altLang="en-US" sz="1600" baseline="-25000">
                    <a:latin typeface="Times New Roman" pitchFamily="18" charset="0"/>
                  </a:rPr>
                  <a:t>r</a:t>
                </a:r>
                <a:r>
                  <a:rPr lang="en-US" altLang="en-US" sz="1600">
                    <a:latin typeface="Times New Roman" pitchFamily="18" charset="0"/>
                  </a:rPr>
                  <a:t>=</a:t>
                </a:r>
                <a:r>
                  <a:rPr lang="en-US" altLang="en-US" sz="1600">
                    <a:latin typeface="Times New Roman" pitchFamily="18" charset="0"/>
                    <a:sym typeface="Symbol" pitchFamily="18" charset="2"/>
                  </a:rPr>
                  <a:t></a:t>
                </a:r>
                <a:r>
                  <a:rPr lang="en-US" altLang="en-US" sz="1600" baseline="-25000">
                    <a:latin typeface="Times New Roman" pitchFamily="18" charset="0"/>
                  </a:rPr>
                  <a:t>r</a:t>
                </a:r>
                <a:r>
                  <a:rPr lang="en-US" altLang="en-US" sz="1600">
                    <a:latin typeface="Times New Roman" pitchFamily="18" charset="0"/>
                  </a:rPr>
                  <a:t>/N</a:t>
                </a:r>
              </a:p>
            </p:txBody>
          </p:sp>
          <p:sp>
            <p:nvSpPr>
              <p:cNvPr id="26654" name="Text Box 32"/>
              <p:cNvSpPr txBox="1">
                <a:spLocks noChangeArrowheads="1"/>
              </p:cNvSpPr>
              <p:nvPr/>
            </p:nvSpPr>
            <p:spPr bwMode="auto">
              <a:xfrm>
                <a:off x="1073" y="1183"/>
                <a:ext cx="277"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v</a:t>
                </a:r>
                <a:endParaRPr lang="en-US" altLang="en-US" sz="1600">
                  <a:latin typeface="Times New Roman" pitchFamily="18" charset="0"/>
                </a:endParaRPr>
              </a:p>
            </p:txBody>
          </p:sp>
          <p:sp>
            <p:nvSpPr>
              <p:cNvPr id="26655" name="Text Box 33"/>
              <p:cNvSpPr txBox="1">
                <a:spLocks noChangeArrowheads="1"/>
              </p:cNvSpPr>
              <p:nvPr/>
            </p:nvSpPr>
            <p:spPr bwMode="auto">
              <a:xfrm>
                <a:off x="1553" y="1517"/>
                <a:ext cx="51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v</a:t>
                </a:r>
                <a:r>
                  <a:rPr lang="en-US" altLang="en-US" sz="1600">
                    <a:latin typeface="Times New Roman" pitchFamily="18" charset="0"/>
                  </a:rPr>
                  <a:t> </a:t>
                </a:r>
                <a:r>
                  <a:rPr lang="en-US" altLang="en-US" sz="1600">
                    <a:latin typeface="Times New Roman" pitchFamily="18" charset="0"/>
                    <a:sym typeface="Symbol" pitchFamily="18" charset="2"/>
                  </a:rPr>
                  <a:t></a:t>
                </a:r>
                <a:r>
                  <a:rPr lang="en-US" altLang="en-US" sz="1600">
                    <a:latin typeface="Times New Roman" pitchFamily="18" charset="0"/>
                  </a:rPr>
                  <a:t> </a:t>
                </a:r>
                <a:r>
                  <a:rPr lang="en-US" altLang="en-US" sz="1600">
                    <a:latin typeface="Times New Roman" pitchFamily="18" charset="0"/>
                    <a:sym typeface="Symbol" pitchFamily="18" charset="2"/>
                  </a:rPr>
                  <a:t></a:t>
                </a:r>
                <a:r>
                  <a:rPr lang="en-US" altLang="en-US" sz="1600">
                    <a:latin typeface="Times New Roman" pitchFamily="18" charset="0"/>
                  </a:rPr>
                  <a:t>’</a:t>
                </a:r>
                <a:r>
                  <a:rPr lang="en-US" altLang="en-US" sz="1600" baseline="-25000">
                    <a:latin typeface="Times New Roman" pitchFamily="18" charset="0"/>
                  </a:rPr>
                  <a:t>r</a:t>
                </a:r>
                <a:endParaRPr lang="en-US" altLang="en-US" sz="1600">
                  <a:latin typeface="Times New Roman" pitchFamily="18" charset="0"/>
                </a:endParaRPr>
              </a:p>
            </p:txBody>
          </p:sp>
          <p:sp>
            <p:nvSpPr>
              <p:cNvPr id="26656" name="Text Box 35"/>
              <p:cNvSpPr txBox="1">
                <a:spLocks noChangeArrowheads="1"/>
              </p:cNvSpPr>
              <p:nvPr/>
            </p:nvSpPr>
            <p:spPr bwMode="auto">
              <a:xfrm>
                <a:off x="1073" y="1552"/>
                <a:ext cx="26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v</a:t>
                </a:r>
                <a:endParaRPr lang="en-US" altLang="en-US" sz="1600">
                  <a:latin typeface="Times New Roman" pitchFamily="18" charset="0"/>
                </a:endParaRPr>
              </a:p>
            </p:txBody>
          </p:sp>
          <p:sp>
            <p:nvSpPr>
              <p:cNvPr id="26657" name="Text Box 36"/>
              <p:cNvSpPr txBox="1">
                <a:spLocks noChangeArrowheads="1"/>
              </p:cNvSpPr>
              <p:nvPr/>
            </p:nvSpPr>
            <p:spPr bwMode="auto">
              <a:xfrm>
                <a:off x="1253" y="672"/>
                <a:ext cx="81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tách sóng pha</a:t>
                </a:r>
              </a:p>
            </p:txBody>
          </p:sp>
          <p:sp>
            <p:nvSpPr>
              <p:cNvPr id="26658" name="Line 37"/>
              <p:cNvSpPr>
                <a:spLocks noChangeShapeType="1"/>
              </p:cNvSpPr>
              <p:nvPr/>
            </p:nvSpPr>
            <p:spPr bwMode="auto">
              <a:xfrm>
                <a:off x="1451" y="830"/>
                <a:ext cx="0" cy="506"/>
              </a:xfrm>
              <a:prstGeom prst="line">
                <a:avLst/>
              </a:prstGeom>
              <a:noFill/>
              <a:ln w="9525">
                <a:solidFill>
                  <a:srgbClr val="000000"/>
                </a:solidFill>
                <a:prstDash val="sysDot"/>
                <a:round/>
                <a:headEnd/>
                <a:tailEnd type="arrow" w="sm" len="sm"/>
              </a:ln>
              <a:extLst>
                <a:ext uri="{909E8E84-426E-40DD-AFC4-6F175D3DCCD1}">
                  <a14:hiddenFill xmlns:a14="http://schemas.microsoft.com/office/drawing/2010/main">
                    <a:noFill/>
                  </a14:hiddenFill>
                </a:ext>
              </a:extLst>
            </p:spPr>
            <p:txBody>
              <a:bodyPr/>
              <a:lstStyle/>
              <a:p>
                <a:endParaRPr lang="en-US"/>
              </a:p>
            </p:txBody>
          </p:sp>
        </p:grpSp>
      </p:grpSp>
    </p:spTree>
    <p:extLst>
      <p:ext uri="{BB962C8B-B14F-4D97-AF65-F5344CB8AC3E}">
        <p14:creationId xmlns:p14="http://schemas.microsoft.com/office/powerpoint/2010/main" val="237785621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en-US" sz="3600" smtClean="0">
                <a:effectLst>
                  <a:outerShdw blurRad="38100" dist="38100" dir="2700000" algn="tl">
                    <a:srgbClr val="C0C0C0"/>
                  </a:outerShdw>
                </a:effectLst>
                <a:latin typeface="Times New Roman"/>
              </a:rPr>
              <a:t>NGUYÊN TẮC HOẠT </a:t>
            </a:r>
            <a:r>
              <a:rPr lang="vi-VN" sz="3600" smtClean="0">
                <a:effectLst>
                  <a:outerShdw blurRad="38100" dist="38100" dir="2700000" algn="tl">
                    <a:srgbClr val="C0C0C0"/>
                  </a:outerShdw>
                </a:effectLst>
                <a:latin typeface="Times New Roman"/>
              </a:rPr>
              <a:t>Đ</a:t>
            </a:r>
            <a:r>
              <a:rPr lang="en-US" sz="3600" smtClean="0">
                <a:effectLst>
                  <a:outerShdw blurRad="38100" dist="38100" dir="2700000" algn="tl">
                    <a:srgbClr val="C0C0C0"/>
                  </a:outerShdw>
                </a:effectLst>
                <a:latin typeface="Times New Roman"/>
              </a:rPr>
              <a:t>ỘNG VÒNG KHÓA PHA PLL</a:t>
            </a:r>
          </a:p>
        </p:txBody>
      </p:sp>
      <p:sp>
        <p:nvSpPr>
          <p:cNvPr id="27651" name="Rectangle 3"/>
          <p:cNvSpPr>
            <a:spLocks noGrp="1" noChangeArrowheads="1"/>
          </p:cNvSpPr>
          <p:nvPr>
            <p:ph type="body" idx="1"/>
          </p:nvPr>
        </p:nvSpPr>
        <p:spPr/>
        <p:txBody>
          <a:bodyPr/>
          <a:lstStyle/>
          <a:p>
            <a:pPr eaLnBrk="1" hangingPunct="1"/>
            <a:r>
              <a:rPr lang="en-US" altLang="en-US" sz="1800" smtClean="0">
                <a:latin typeface="Times New Roman" pitchFamily="18" charset="0"/>
              </a:rPr>
              <a:t>Khi không có tín hiệu vào, </a:t>
            </a:r>
            <a:r>
              <a:rPr lang="vi-VN" altLang="en-US" sz="1800" smtClean="0">
                <a:latin typeface="Times New Roman" pitchFamily="18" charset="0"/>
              </a:rPr>
              <a:t>đ</a:t>
            </a:r>
            <a:r>
              <a:rPr lang="en-US" altLang="en-US" sz="1800" smtClean="0">
                <a:latin typeface="Times New Roman" pitchFamily="18" charset="0"/>
              </a:rPr>
              <a:t>ầu ra bộ so pha có U</a:t>
            </a:r>
            <a:r>
              <a:rPr lang="en-US" altLang="en-US" sz="1800" baseline="-25000" smtClean="0">
                <a:latin typeface="Times New Roman" pitchFamily="18" charset="0"/>
              </a:rPr>
              <a:t>d</a:t>
            </a:r>
            <a:r>
              <a:rPr lang="en-US" altLang="en-US" sz="1800" smtClean="0">
                <a:latin typeface="Times New Roman" pitchFamily="18" charset="0"/>
              </a:rPr>
              <a:t> =0, VCO dao </a:t>
            </a:r>
            <a:r>
              <a:rPr lang="vi-VN" altLang="en-US" sz="1800" smtClean="0">
                <a:latin typeface="Times New Roman" pitchFamily="18" charset="0"/>
              </a:rPr>
              <a:t>đ</a:t>
            </a:r>
            <a:r>
              <a:rPr lang="en-US" altLang="en-US" sz="1800" smtClean="0">
                <a:latin typeface="Times New Roman" pitchFamily="18" charset="0"/>
              </a:rPr>
              <a:t>ộng tại tần số riêng f</a:t>
            </a:r>
            <a:r>
              <a:rPr lang="en-US" altLang="en-US" sz="1800" baseline="-25000" smtClean="0">
                <a:latin typeface="Times New Roman" pitchFamily="18" charset="0"/>
              </a:rPr>
              <a:t>0</a:t>
            </a:r>
            <a:r>
              <a:rPr lang="en-US" altLang="en-US" sz="1800" smtClean="0">
                <a:latin typeface="Times New Roman" pitchFamily="18" charset="0"/>
              </a:rPr>
              <a:t>.</a:t>
            </a:r>
          </a:p>
          <a:p>
            <a:pPr eaLnBrk="1" hangingPunct="1"/>
            <a:r>
              <a:rPr lang="en-US" altLang="en-US" sz="1800" smtClean="0">
                <a:latin typeface="Times New Roman" pitchFamily="18" charset="0"/>
              </a:rPr>
              <a:t>Khi có tín hiệu vào </a:t>
            </a:r>
            <a:r>
              <a:rPr lang="en-US" altLang="en-US" sz="1800" smtClean="0">
                <a:latin typeface="Times New Roman" pitchFamily="18" charset="0"/>
                <a:sym typeface="Wingdings" pitchFamily="2" charset="2"/>
              </a:rPr>
              <a:t> bộ tách sóng pha sẽ so pha tín hiệu vào và tín hiệu so sánh U</a:t>
            </a:r>
            <a:r>
              <a:rPr lang="en-US" altLang="en-US" sz="1800" baseline="-25000" smtClean="0">
                <a:latin typeface="Times New Roman" pitchFamily="18" charset="0"/>
                <a:sym typeface="Wingdings" pitchFamily="2" charset="2"/>
              </a:rPr>
              <a:t>r</a:t>
            </a:r>
            <a:r>
              <a:rPr lang="en-US" altLang="en-US" sz="1800" smtClean="0">
                <a:latin typeface="Times New Roman" pitchFamily="18" charset="0"/>
                <a:sym typeface="Wingdings" pitchFamily="2" charset="2"/>
              </a:rPr>
              <a:t>’. Điện áp </a:t>
            </a:r>
            <a:r>
              <a:rPr lang="vi-VN" altLang="en-US" sz="1800" smtClean="0">
                <a:latin typeface="Times New Roman" pitchFamily="18" charset="0"/>
                <a:sym typeface="Wingdings" pitchFamily="2" charset="2"/>
              </a:rPr>
              <a:t>đ</a:t>
            </a:r>
            <a:r>
              <a:rPr lang="en-US" altLang="en-US" sz="1800" smtClean="0">
                <a:latin typeface="Times New Roman" pitchFamily="18" charset="0"/>
                <a:sym typeface="Wingdings" pitchFamily="2" charset="2"/>
              </a:rPr>
              <a:t>ầu ra bộ tách sóng pha U</a:t>
            </a:r>
            <a:r>
              <a:rPr lang="en-US" altLang="en-US" sz="1800" baseline="-25000" smtClean="0">
                <a:latin typeface="Times New Roman" pitchFamily="18" charset="0"/>
                <a:sym typeface="Wingdings" pitchFamily="2" charset="2"/>
              </a:rPr>
              <a:t>d</a:t>
            </a:r>
            <a:r>
              <a:rPr lang="en-US" altLang="en-US" sz="1800" smtClean="0">
                <a:latin typeface="Times New Roman" pitchFamily="18" charset="0"/>
                <a:sym typeface="Wingdings" pitchFamily="2" charset="2"/>
              </a:rPr>
              <a:t> = K</a:t>
            </a:r>
            <a:r>
              <a:rPr lang="en-US" altLang="en-US" sz="1800" baseline="-25000" smtClean="0">
                <a:latin typeface="Times New Roman" pitchFamily="18" charset="0"/>
                <a:sym typeface="Wingdings" pitchFamily="2" charset="2"/>
              </a:rPr>
              <a:t>d</a:t>
            </a:r>
            <a:r>
              <a:rPr lang="en-US" altLang="en-US" sz="1800" smtClean="0">
                <a:latin typeface="Times New Roman" pitchFamily="18" charset="0"/>
                <a:sym typeface="Wingdings" pitchFamily="2" charset="2"/>
              </a:rPr>
              <a:t>.U</a:t>
            </a:r>
            <a:r>
              <a:rPr lang="en-US" altLang="en-US" sz="1800" baseline="-25000" smtClean="0">
                <a:latin typeface="Times New Roman" pitchFamily="18" charset="0"/>
                <a:sym typeface="Wingdings" pitchFamily="2" charset="2"/>
              </a:rPr>
              <a:t>v</a:t>
            </a:r>
            <a:r>
              <a:rPr lang="en-US" altLang="en-US" sz="1800" smtClean="0">
                <a:latin typeface="Times New Roman" pitchFamily="18" charset="0"/>
                <a:sym typeface="Wingdings" pitchFamily="2" charset="2"/>
              </a:rPr>
              <a:t>.U</a:t>
            </a:r>
            <a:r>
              <a:rPr lang="en-US" altLang="en-US" sz="1800" baseline="-25000" smtClean="0">
                <a:latin typeface="Times New Roman" pitchFamily="18" charset="0"/>
                <a:sym typeface="Wingdings" pitchFamily="2" charset="2"/>
              </a:rPr>
              <a:t>r</a:t>
            </a:r>
            <a:r>
              <a:rPr lang="en-US" altLang="en-US" sz="1800" baseline="30000" smtClean="0">
                <a:latin typeface="Times New Roman" pitchFamily="18" charset="0"/>
                <a:sym typeface="Wingdings" pitchFamily="2" charset="2"/>
              </a:rPr>
              <a:t>’</a:t>
            </a:r>
            <a:r>
              <a:rPr lang="en-US" altLang="en-US" sz="1800" baseline="-25000" smtClean="0">
                <a:latin typeface="Times New Roman" pitchFamily="18" charset="0"/>
                <a:sym typeface="Wingdings" pitchFamily="2" charset="2"/>
              </a:rPr>
              <a:t> </a:t>
            </a:r>
            <a:r>
              <a:rPr lang="en-US" altLang="en-US" sz="1800" smtClean="0">
                <a:latin typeface="Times New Roman" pitchFamily="18" charset="0"/>
                <a:sym typeface="Wingdings" pitchFamily="2" charset="2"/>
              </a:rPr>
              <a:t>(Bộ TSP tuyến tính là mạch nhân t</a:t>
            </a:r>
            <a:r>
              <a:rPr lang="vi-VN" altLang="en-US" sz="1800" smtClean="0">
                <a:latin typeface="Times New Roman" pitchFamily="18" charset="0"/>
                <a:sym typeface="Wingdings" pitchFamily="2" charset="2"/>
              </a:rPr>
              <a:t>ươ</a:t>
            </a:r>
            <a:r>
              <a:rPr lang="en-US" altLang="en-US" sz="1800" smtClean="0">
                <a:latin typeface="Times New Roman" pitchFamily="18" charset="0"/>
                <a:sym typeface="Wingdings" pitchFamily="2" charset="2"/>
              </a:rPr>
              <a:t>ng tự) ở 2 thành phần tần số (</a:t>
            </a:r>
            <a:r>
              <a:rPr lang="en-US" altLang="en-US" sz="1800" smtClean="0">
                <a:latin typeface="Times New Roman" pitchFamily="18" charset="0"/>
                <a:sym typeface="Symbol" pitchFamily="18" charset="2"/>
              </a:rPr>
              <a:t></a:t>
            </a:r>
            <a:r>
              <a:rPr lang="en-US" altLang="en-US" sz="1800" baseline="-25000" smtClean="0">
                <a:latin typeface="Times New Roman" pitchFamily="18" charset="0"/>
                <a:sym typeface="Symbol" pitchFamily="18" charset="2"/>
              </a:rPr>
              <a:t>v</a:t>
            </a:r>
            <a:r>
              <a:rPr lang="en-US" altLang="en-US" sz="1800" smtClean="0">
                <a:latin typeface="Times New Roman" pitchFamily="18" charset="0"/>
                <a:sym typeface="Symbol" pitchFamily="18" charset="2"/>
              </a:rPr>
              <a:t>- </a:t>
            </a:r>
            <a:r>
              <a:rPr lang="en-US" altLang="en-US" sz="1800" baseline="-25000" smtClean="0">
                <a:latin typeface="Times New Roman" pitchFamily="18" charset="0"/>
                <a:sym typeface="Symbol" pitchFamily="18" charset="2"/>
              </a:rPr>
              <a:t>r</a:t>
            </a:r>
            <a:r>
              <a:rPr lang="en-US" altLang="en-US" sz="1800" baseline="30000" smtClean="0">
                <a:latin typeface="Times New Roman" pitchFamily="18" charset="0"/>
                <a:sym typeface="Symbol" pitchFamily="18" charset="2"/>
              </a:rPr>
              <a:t>’</a:t>
            </a:r>
            <a:r>
              <a:rPr lang="en-US" altLang="en-US" sz="1800" smtClean="0">
                <a:latin typeface="Times New Roman" pitchFamily="18" charset="0"/>
                <a:sym typeface="Symbol" pitchFamily="18" charset="2"/>
              </a:rPr>
              <a:t>) và </a:t>
            </a:r>
            <a:r>
              <a:rPr lang="en-US" altLang="en-US" sz="1800" smtClean="0">
                <a:latin typeface="Times New Roman" pitchFamily="18" charset="0"/>
                <a:sym typeface="Wingdings" pitchFamily="2" charset="2"/>
              </a:rPr>
              <a:t>(</a:t>
            </a:r>
            <a:r>
              <a:rPr lang="en-US" altLang="en-US" sz="1800" smtClean="0">
                <a:latin typeface="Times New Roman" pitchFamily="18" charset="0"/>
                <a:sym typeface="Symbol" pitchFamily="18" charset="2"/>
              </a:rPr>
              <a:t></a:t>
            </a:r>
            <a:r>
              <a:rPr lang="en-US" altLang="en-US" sz="1800" baseline="-25000" smtClean="0">
                <a:latin typeface="Times New Roman" pitchFamily="18" charset="0"/>
                <a:sym typeface="Symbol" pitchFamily="18" charset="2"/>
              </a:rPr>
              <a:t>v </a:t>
            </a:r>
            <a:r>
              <a:rPr lang="en-US" altLang="en-US" sz="1800" smtClean="0">
                <a:latin typeface="Times New Roman" pitchFamily="18" charset="0"/>
                <a:sym typeface="Symbol" pitchFamily="18" charset="2"/>
              </a:rPr>
              <a:t>+ </a:t>
            </a:r>
            <a:r>
              <a:rPr lang="en-US" altLang="en-US" sz="1800" baseline="-25000" smtClean="0">
                <a:latin typeface="Times New Roman" pitchFamily="18" charset="0"/>
                <a:sym typeface="Symbol" pitchFamily="18" charset="2"/>
              </a:rPr>
              <a:t>r</a:t>
            </a:r>
            <a:r>
              <a:rPr lang="en-US" altLang="en-US" sz="1800" baseline="30000" smtClean="0">
                <a:latin typeface="Times New Roman" pitchFamily="18" charset="0"/>
                <a:sym typeface="Symbol" pitchFamily="18" charset="2"/>
              </a:rPr>
              <a:t>’</a:t>
            </a:r>
            <a:r>
              <a:rPr lang="en-US" altLang="en-US" sz="1800" smtClean="0">
                <a:latin typeface="Times New Roman" pitchFamily="18" charset="0"/>
                <a:sym typeface="Symbol" pitchFamily="18" charset="2"/>
              </a:rPr>
              <a:t>).</a:t>
            </a:r>
          </a:p>
          <a:p>
            <a:pPr eaLnBrk="1" hangingPunct="1"/>
            <a:r>
              <a:rPr lang="en-US" altLang="en-US" sz="1800" smtClean="0">
                <a:latin typeface="Times New Roman" pitchFamily="18" charset="0"/>
                <a:sym typeface="Symbol" pitchFamily="18" charset="2"/>
              </a:rPr>
              <a:t>Qua bộ lọc thông thấp LPF còn lại thành phần tần số </a:t>
            </a:r>
            <a:r>
              <a:rPr lang="en-US" altLang="en-US" sz="1800" smtClean="0">
                <a:latin typeface="Times New Roman" pitchFamily="18" charset="0"/>
                <a:sym typeface="Wingdings" pitchFamily="2" charset="2"/>
              </a:rPr>
              <a:t>(</a:t>
            </a:r>
            <a:r>
              <a:rPr lang="en-US" altLang="en-US" sz="1800" smtClean="0">
                <a:latin typeface="Times New Roman" pitchFamily="18" charset="0"/>
                <a:sym typeface="Symbol" pitchFamily="18" charset="2"/>
              </a:rPr>
              <a:t></a:t>
            </a:r>
            <a:r>
              <a:rPr lang="en-US" altLang="en-US" sz="1800" baseline="-25000" smtClean="0">
                <a:latin typeface="Times New Roman" pitchFamily="18" charset="0"/>
                <a:sym typeface="Symbol" pitchFamily="18" charset="2"/>
              </a:rPr>
              <a:t>v</a:t>
            </a:r>
            <a:r>
              <a:rPr lang="en-US" altLang="en-US" sz="1800" smtClean="0">
                <a:latin typeface="Times New Roman" pitchFamily="18" charset="0"/>
                <a:sym typeface="Symbol" pitchFamily="18" charset="2"/>
              </a:rPr>
              <a:t>- </a:t>
            </a:r>
            <a:r>
              <a:rPr lang="en-US" altLang="en-US" sz="1800" baseline="-25000" smtClean="0">
                <a:latin typeface="Times New Roman" pitchFamily="18" charset="0"/>
                <a:sym typeface="Symbol" pitchFamily="18" charset="2"/>
              </a:rPr>
              <a:t>r</a:t>
            </a:r>
            <a:r>
              <a:rPr lang="en-US" altLang="en-US" sz="1800" baseline="30000" smtClean="0">
                <a:latin typeface="Times New Roman" pitchFamily="18" charset="0"/>
                <a:sym typeface="Symbol" pitchFamily="18" charset="2"/>
              </a:rPr>
              <a:t>’</a:t>
            </a:r>
            <a:r>
              <a:rPr lang="en-US" altLang="en-US" sz="1800" smtClean="0">
                <a:latin typeface="Times New Roman" pitchFamily="18" charset="0"/>
                <a:sym typeface="Symbol" pitchFamily="18" charset="2"/>
              </a:rPr>
              <a:t>). Sau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ó </a:t>
            </a:r>
            <a:r>
              <a:rPr lang="vi-VN" altLang="en-US" sz="1800" smtClean="0">
                <a:latin typeface="Times New Roman" pitchFamily="18" charset="0"/>
                <a:sym typeface="Symbol" pitchFamily="18" charset="2"/>
              </a:rPr>
              <a:t>đư</a:t>
            </a:r>
            <a:r>
              <a:rPr lang="en-US" altLang="en-US" sz="1800" smtClean="0">
                <a:latin typeface="Times New Roman" pitchFamily="18" charset="0"/>
                <a:sym typeface="Symbol" pitchFamily="18" charset="2"/>
              </a:rPr>
              <a:t>ợc khuếch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ại.</a:t>
            </a:r>
          </a:p>
          <a:p>
            <a:pPr eaLnBrk="1" hangingPunct="1"/>
            <a:r>
              <a:rPr lang="en-US" altLang="en-US" sz="1800" smtClean="0">
                <a:latin typeface="Times New Roman" pitchFamily="18" charset="0"/>
                <a:sym typeface="Symbol" pitchFamily="18" charset="2"/>
              </a:rPr>
              <a:t>Tín hiệu sau thành phần tần số </a:t>
            </a:r>
            <a:r>
              <a:rPr lang="en-US" altLang="en-US" sz="1800" smtClean="0">
                <a:latin typeface="Times New Roman" pitchFamily="18" charset="0"/>
                <a:sym typeface="Wingdings" pitchFamily="2" charset="2"/>
              </a:rPr>
              <a:t>(</a:t>
            </a:r>
            <a:r>
              <a:rPr lang="en-US" altLang="en-US" sz="1800" smtClean="0">
                <a:latin typeface="Times New Roman" pitchFamily="18" charset="0"/>
                <a:sym typeface="Symbol" pitchFamily="18" charset="2"/>
              </a:rPr>
              <a:t></a:t>
            </a:r>
            <a:r>
              <a:rPr lang="en-US" altLang="en-US" sz="1800" baseline="-25000" smtClean="0">
                <a:latin typeface="Times New Roman" pitchFamily="18" charset="0"/>
                <a:sym typeface="Symbol" pitchFamily="18" charset="2"/>
              </a:rPr>
              <a:t>v</a:t>
            </a:r>
            <a:r>
              <a:rPr lang="en-US" altLang="en-US" sz="1800" smtClean="0">
                <a:latin typeface="Times New Roman" pitchFamily="18" charset="0"/>
                <a:sym typeface="Symbol" pitchFamily="18" charset="2"/>
              </a:rPr>
              <a:t>- </a:t>
            </a:r>
            <a:r>
              <a:rPr lang="en-US" altLang="en-US" sz="1800" baseline="-25000" smtClean="0">
                <a:latin typeface="Times New Roman" pitchFamily="18" charset="0"/>
                <a:sym typeface="Symbol" pitchFamily="18" charset="2"/>
              </a:rPr>
              <a:t>r</a:t>
            </a:r>
            <a:r>
              <a:rPr lang="en-US" altLang="en-US" sz="1800" baseline="30000" smtClean="0">
                <a:latin typeface="Times New Roman" pitchFamily="18" charset="0"/>
                <a:sym typeface="Symbol" pitchFamily="18" charset="2"/>
              </a:rPr>
              <a:t>’</a:t>
            </a:r>
            <a:r>
              <a:rPr lang="en-US" altLang="en-US" sz="1800" smtClean="0">
                <a:latin typeface="Times New Roman" pitchFamily="18" charset="0"/>
                <a:sym typeface="Symbol" pitchFamily="18" charset="2"/>
              </a:rPr>
              <a:t>) sau khi khuếch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ại  sẽ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iều khiển tần số ra của VCO sao cho hiệu </a:t>
            </a:r>
            <a:r>
              <a:rPr lang="en-US" altLang="en-US" sz="1800" smtClean="0">
                <a:latin typeface="Times New Roman" pitchFamily="18" charset="0"/>
                <a:sym typeface="Wingdings" pitchFamily="2" charset="2"/>
              </a:rPr>
              <a:t>(</a:t>
            </a:r>
            <a:r>
              <a:rPr lang="en-US" altLang="en-US" sz="1800" smtClean="0">
                <a:latin typeface="Times New Roman" pitchFamily="18" charset="0"/>
                <a:sym typeface="Symbol" pitchFamily="18" charset="2"/>
              </a:rPr>
              <a:t></a:t>
            </a:r>
            <a:r>
              <a:rPr lang="en-US" altLang="en-US" sz="1800" baseline="-25000" smtClean="0">
                <a:latin typeface="Times New Roman" pitchFamily="18" charset="0"/>
                <a:sym typeface="Symbol" pitchFamily="18" charset="2"/>
              </a:rPr>
              <a:t>v</a:t>
            </a:r>
            <a:r>
              <a:rPr lang="en-US" altLang="en-US" sz="1800" smtClean="0">
                <a:latin typeface="Times New Roman" pitchFamily="18" charset="0"/>
                <a:sym typeface="Symbol" pitchFamily="18" charset="2"/>
              </a:rPr>
              <a:t>- </a:t>
            </a:r>
            <a:r>
              <a:rPr lang="en-US" altLang="en-US" sz="1800" baseline="-25000" smtClean="0">
                <a:latin typeface="Times New Roman" pitchFamily="18" charset="0"/>
                <a:sym typeface="Symbol" pitchFamily="18" charset="2"/>
              </a:rPr>
              <a:t>r</a:t>
            </a:r>
            <a:r>
              <a:rPr lang="en-US" altLang="en-US" sz="1800" baseline="30000" smtClean="0">
                <a:latin typeface="Times New Roman" pitchFamily="18" charset="0"/>
                <a:sym typeface="Symbol" pitchFamily="18" charset="2"/>
              </a:rPr>
              <a:t>’</a:t>
            </a:r>
            <a:r>
              <a:rPr lang="en-US" altLang="en-US" sz="1800" smtClean="0">
                <a:latin typeface="Times New Roman" pitchFamily="18" charset="0"/>
                <a:sym typeface="Symbol" pitchFamily="18" charset="2"/>
              </a:rPr>
              <a:t>) tiến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ến 0.</a:t>
            </a:r>
          </a:p>
          <a:p>
            <a:pPr eaLnBrk="1" hangingPunct="1"/>
            <a:r>
              <a:rPr lang="en-US" altLang="en-US" sz="1800" smtClean="0">
                <a:latin typeface="Times New Roman" pitchFamily="18" charset="0"/>
                <a:sym typeface="Symbol" pitchFamily="18" charset="2"/>
              </a:rPr>
              <a:t>Nếu hiệu </a:t>
            </a:r>
            <a:r>
              <a:rPr lang="en-US" altLang="en-US" sz="1800" smtClean="0">
                <a:latin typeface="Times New Roman" pitchFamily="18" charset="0"/>
                <a:sym typeface="Wingdings" pitchFamily="2" charset="2"/>
              </a:rPr>
              <a:t>(</a:t>
            </a:r>
            <a:r>
              <a:rPr lang="en-US" altLang="en-US" sz="1800" smtClean="0">
                <a:latin typeface="Times New Roman" pitchFamily="18" charset="0"/>
                <a:sym typeface="Symbol" pitchFamily="18" charset="2"/>
              </a:rPr>
              <a:t></a:t>
            </a:r>
            <a:r>
              <a:rPr lang="en-US" altLang="en-US" sz="1800" baseline="-25000" smtClean="0">
                <a:latin typeface="Times New Roman" pitchFamily="18" charset="0"/>
                <a:sym typeface="Symbol" pitchFamily="18" charset="2"/>
              </a:rPr>
              <a:t>v</a:t>
            </a:r>
            <a:r>
              <a:rPr lang="en-US" altLang="en-US" sz="1800" smtClean="0">
                <a:latin typeface="Times New Roman" pitchFamily="18" charset="0"/>
                <a:sym typeface="Symbol" pitchFamily="18" charset="2"/>
              </a:rPr>
              <a:t>- </a:t>
            </a:r>
            <a:r>
              <a:rPr lang="en-US" altLang="en-US" sz="1800" baseline="-25000" smtClean="0">
                <a:latin typeface="Times New Roman" pitchFamily="18" charset="0"/>
                <a:sym typeface="Symbol" pitchFamily="18" charset="2"/>
              </a:rPr>
              <a:t>r</a:t>
            </a:r>
            <a:r>
              <a:rPr lang="en-US" altLang="en-US" sz="1800" baseline="30000" smtClean="0">
                <a:latin typeface="Times New Roman" pitchFamily="18" charset="0"/>
                <a:sym typeface="Symbol" pitchFamily="18" charset="2"/>
              </a:rPr>
              <a:t>’</a:t>
            </a:r>
            <a:r>
              <a:rPr lang="en-US" altLang="en-US" sz="1800" smtClean="0">
                <a:latin typeface="Times New Roman" pitchFamily="18" charset="0"/>
                <a:sym typeface="Symbol" pitchFamily="18" charset="2"/>
              </a:rPr>
              <a:t>)  quá lớn LPF không lọc </a:t>
            </a:r>
            <a:r>
              <a:rPr lang="vi-VN" altLang="en-US" sz="1800" smtClean="0">
                <a:latin typeface="Times New Roman" pitchFamily="18" charset="0"/>
                <a:sym typeface="Symbol" pitchFamily="18" charset="2"/>
              </a:rPr>
              <a:t>đư</a:t>
            </a:r>
            <a:r>
              <a:rPr lang="en-US" altLang="en-US" sz="1800" smtClean="0">
                <a:latin typeface="Times New Roman" pitchFamily="18" charset="0"/>
                <a:sym typeface="Symbol" pitchFamily="18" charset="2"/>
              </a:rPr>
              <a:t>ợc thì  VCO sẽ dao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ộng với tần số riêng f</a:t>
            </a:r>
            <a:r>
              <a:rPr lang="en-US" altLang="en-US" sz="1800" baseline="-25000" smtClean="0">
                <a:latin typeface="Times New Roman" pitchFamily="18" charset="0"/>
                <a:sym typeface="Symbol" pitchFamily="18" charset="2"/>
              </a:rPr>
              <a:t>o</a:t>
            </a:r>
            <a:r>
              <a:rPr lang="en-US" altLang="en-US" sz="1800" smtClean="0">
                <a:latin typeface="Times New Roman" pitchFamily="18" charset="0"/>
                <a:sym typeface="Symbol" pitchFamily="18" charset="2"/>
              </a:rPr>
              <a:t>.</a:t>
            </a:r>
          </a:p>
          <a:p>
            <a:pPr eaLnBrk="1" hangingPunct="1"/>
            <a:r>
              <a:rPr lang="en-US" altLang="en-US" sz="1800" smtClean="0">
                <a:latin typeface="Times New Roman" pitchFamily="18" charset="0"/>
                <a:sym typeface="Symbol" pitchFamily="18" charset="2"/>
              </a:rPr>
              <a:t>Khi </a:t>
            </a:r>
            <a:r>
              <a:rPr lang="en-US" altLang="en-US" sz="1800" smtClean="0">
                <a:latin typeface="Times New Roman" pitchFamily="18" charset="0"/>
                <a:sym typeface="Wingdings" pitchFamily="2" charset="2"/>
              </a:rPr>
              <a:t>(</a:t>
            </a:r>
            <a:r>
              <a:rPr lang="en-US" altLang="en-US" sz="1800" smtClean="0">
                <a:latin typeface="Times New Roman" pitchFamily="18" charset="0"/>
                <a:sym typeface="Symbol" pitchFamily="18" charset="2"/>
              </a:rPr>
              <a:t></a:t>
            </a:r>
            <a:r>
              <a:rPr lang="en-US" altLang="en-US" sz="1800" baseline="-25000" smtClean="0">
                <a:latin typeface="Times New Roman" pitchFamily="18" charset="0"/>
                <a:sym typeface="Symbol" pitchFamily="18" charset="2"/>
              </a:rPr>
              <a:t>v</a:t>
            </a:r>
            <a:r>
              <a:rPr lang="en-US" altLang="en-US" sz="1800" smtClean="0">
                <a:latin typeface="Times New Roman" pitchFamily="18" charset="0"/>
                <a:sym typeface="Symbol" pitchFamily="18" charset="2"/>
              </a:rPr>
              <a:t>- </a:t>
            </a:r>
            <a:r>
              <a:rPr lang="en-US" altLang="en-US" sz="1800" baseline="-25000" smtClean="0">
                <a:latin typeface="Times New Roman" pitchFamily="18" charset="0"/>
                <a:sym typeface="Symbol" pitchFamily="18" charset="2"/>
              </a:rPr>
              <a:t>r</a:t>
            </a:r>
            <a:r>
              <a:rPr lang="en-US" altLang="en-US" sz="1800" baseline="30000" smtClean="0">
                <a:latin typeface="Times New Roman" pitchFamily="18" charset="0"/>
                <a:sym typeface="Symbol" pitchFamily="18" charset="2"/>
              </a:rPr>
              <a:t>’</a:t>
            </a:r>
            <a:r>
              <a:rPr lang="en-US" altLang="en-US" sz="1800" smtClean="0">
                <a:latin typeface="Times New Roman" pitchFamily="18" charset="0"/>
                <a:sym typeface="Symbol" pitchFamily="18" charset="2"/>
              </a:rPr>
              <a:t>)  r</a:t>
            </a:r>
            <a:r>
              <a:rPr lang="vi-VN" altLang="en-US" sz="1800" smtClean="0">
                <a:latin typeface="Times New Roman" pitchFamily="18" charset="0"/>
                <a:sym typeface="Symbol" pitchFamily="18" charset="2"/>
              </a:rPr>
              <a:t>ơ</a:t>
            </a:r>
            <a:r>
              <a:rPr lang="en-US" altLang="en-US" sz="1800" smtClean="0">
                <a:latin typeface="Times New Roman" pitchFamily="18" charset="0"/>
                <a:sym typeface="Symbol" pitchFamily="18" charset="2"/>
              </a:rPr>
              <a:t>i vào dải thông của bộ lọc LPF thì VCO bắt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ầu nhận tín hiệu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iều khiển</a:t>
            </a:r>
            <a:r>
              <a:rPr lang="en-US" altLang="en-US" sz="1800" smtClean="0">
                <a:latin typeface="Times New Roman" pitchFamily="18" charset="0"/>
                <a:sym typeface="Wingdings" pitchFamily="2" charset="2"/>
              </a:rPr>
              <a:t> PLL làm việc trong “ dải bắt” tín hiệu  PLL thiết lập chế </a:t>
            </a:r>
            <a:r>
              <a:rPr lang="vi-VN" altLang="en-US" sz="1800" smtClean="0">
                <a:latin typeface="Times New Roman" pitchFamily="18" charset="0"/>
                <a:sym typeface="Wingdings" pitchFamily="2" charset="2"/>
              </a:rPr>
              <a:t>đ</a:t>
            </a:r>
            <a:r>
              <a:rPr lang="en-US" altLang="en-US" sz="1800" smtClean="0">
                <a:latin typeface="Times New Roman" pitchFamily="18" charset="0"/>
                <a:sym typeface="Wingdings" pitchFamily="2" charset="2"/>
              </a:rPr>
              <a:t>ộ </a:t>
            </a:r>
            <a:r>
              <a:rPr lang="vi-VN" altLang="en-US" sz="1800" smtClean="0">
                <a:latin typeface="Times New Roman" pitchFamily="18" charset="0"/>
                <a:sym typeface="Wingdings" pitchFamily="2" charset="2"/>
              </a:rPr>
              <a:t>đ</a:t>
            </a:r>
            <a:r>
              <a:rPr lang="en-US" altLang="en-US" sz="1800" smtClean="0">
                <a:latin typeface="Times New Roman" pitchFamily="18" charset="0"/>
                <a:sym typeface="Wingdings" pitchFamily="2" charset="2"/>
              </a:rPr>
              <a:t>ồng bộ.</a:t>
            </a:r>
          </a:p>
          <a:p>
            <a:pPr eaLnBrk="1" hangingPunct="1"/>
            <a:r>
              <a:rPr lang="en-US" altLang="en-US" sz="1800" smtClean="0">
                <a:latin typeface="Times New Roman" pitchFamily="18" charset="0"/>
                <a:sym typeface="Symbol" pitchFamily="18" charset="2"/>
              </a:rPr>
              <a:t>“Dải giữ” : PLL giữ </a:t>
            </a:r>
            <a:r>
              <a:rPr lang="vi-VN" altLang="en-US" sz="1800" smtClean="0">
                <a:latin typeface="Times New Roman" pitchFamily="18" charset="0"/>
                <a:sym typeface="Symbol" pitchFamily="18" charset="2"/>
              </a:rPr>
              <a:t>đư</a:t>
            </a:r>
            <a:r>
              <a:rPr lang="en-US" altLang="en-US" sz="1800" smtClean="0">
                <a:latin typeface="Times New Roman" pitchFamily="18" charset="0"/>
                <a:sym typeface="Symbol" pitchFamily="18" charset="2"/>
              </a:rPr>
              <a:t>ợc vhế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ộ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ồng bộ khi biến </a:t>
            </a:r>
            <a:r>
              <a:rPr lang="vi-VN" altLang="en-US" sz="1800" smtClean="0">
                <a:latin typeface="Times New Roman" pitchFamily="18" charset="0"/>
                <a:sym typeface="Symbol" pitchFamily="18" charset="2"/>
              </a:rPr>
              <a:t>đ</a:t>
            </a:r>
            <a:r>
              <a:rPr lang="en-US" altLang="en-US" sz="1800" smtClean="0">
                <a:latin typeface="Times New Roman" pitchFamily="18" charset="0"/>
                <a:sym typeface="Symbol" pitchFamily="18" charset="2"/>
              </a:rPr>
              <a:t>ổi tần số tín hiệu vào.</a:t>
            </a:r>
          </a:p>
        </p:txBody>
      </p:sp>
    </p:spTree>
    <p:extLst>
      <p:ext uri="{BB962C8B-B14F-4D97-AF65-F5344CB8AC3E}">
        <p14:creationId xmlns:p14="http://schemas.microsoft.com/office/powerpoint/2010/main" val="2038040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defRPr/>
            </a:pPr>
            <a:r>
              <a:rPr lang="en-US" sz="3600" smtClean="0">
                <a:effectLst>
                  <a:outerShdw blurRad="38100" dist="38100" dir="2700000" algn="tl">
                    <a:srgbClr val="C0C0C0"/>
                  </a:outerShdw>
                </a:effectLst>
                <a:latin typeface="Times New Roman"/>
              </a:rPr>
              <a:t>ỨNG DỤNG VÒNG KHÓA PHA PLL</a:t>
            </a:r>
          </a:p>
        </p:txBody>
      </p:sp>
      <p:sp>
        <p:nvSpPr>
          <p:cNvPr id="28675" name="Rectangle 3"/>
          <p:cNvSpPr>
            <a:spLocks noGrp="1" noChangeArrowheads="1"/>
          </p:cNvSpPr>
          <p:nvPr>
            <p:ph type="body" idx="1"/>
          </p:nvPr>
        </p:nvSpPr>
        <p:spPr/>
        <p:txBody>
          <a:bodyPr/>
          <a:lstStyle/>
          <a:p>
            <a:pPr eaLnBrk="1" hangingPunct="1"/>
            <a:r>
              <a:rPr lang="en-US" altLang="en-US" smtClean="0">
                <a:latin typeface="Times New Roman" pitchFamily="18" charset="0"/>
              </a:rPr>
              <a:t>Tách sóng tín hiệu </a:t>
            </a:r>
            <a:r>
              <a:rPr lang="vi-VN" altLang="en-US" smtClean="0">
                <a:latin typeface="Times New Roman" pitchFamily="18" charset="0"/>
              </a:rPr>
              <a:t>đ</a:t>
            </a:r>
            <a:r>
              <a:rPr lang="en-US" altLang="en-US" smtClean="0">
                <a:latin typeface="Times New Roman" pitchFamily="18" charset="0"/>
              </a:rPr>
              <a:t>iều tần.</a:t>
            </a:r>
          </a:p>
          <a:p>
            <a:pPr eaLnBrk="1" hangingPunct="1"/>
            <a:r>
              <a:rPr lang="en-US" altLang="en-US" smtClean="0">
                <a:latin typeface="Times New Roman" pitchFamily="18" charset="0"/>
              </a:rPr>
              <a:t>Tổng hợp tần số</a:t>
            </a:r>
          </a:p>
          <a:p>
            <a:pPr eaLnBrk="1" hangingPunct="1"/>
            <a:r>
              <a:rPr lang="en-US" altLang="en-US" smtClean="0">
                <a:latin typeface="Times New Roman" pitchFamily="18" charset="0"/>
              </a:rPr>
              <a:t>Đồng bộ tần số</a:t>
            </a:r>
          </a:p>
        </p:txBody>
      </p:sp>
    </p:spTree>
    <p:extLst>
      <p:ext uri="{BB962C8B-B14F-4D97-AF65-F5344CB8AC3E}">
        <p14:creationId xmlns:p14="http://schemas.microsoft.com/office/powerpoint/2010/main" val="141737267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122238"/>
            <a:ext cx="7543800" cy="868362"/>
          </a:xfrm>
        </p:spPr>
        <p:txBody>
          <a:bodyPr/>
          <a:lstStyle/>
          <a:p>
            <a:pPr eaLnBrk="1" hangingPunct="1"/>
            <a:r>
              <a:rPr lang="en-US" altLang="en-US" smtClean="0">
                <a:latin typeface="Times New Roman" pitchFamily="18" charset="0"/>
              </a:rPr>
              <a:t>Tách sóng tín hiệu </a:t>
            </a:r>
            <a:r>
              <a:rPr lang="vi-VN" altLang="en-US" smtClean="0">
                <a:latin typeface="Times New Roman" pitchFamily="18" charset="0"/>
              </a:rPr>
              <a:t>đ</a:t>
            </a:r>
            <a:r>
              <a:rPr lang="en-US" altLang="en-US" smtClean="0">
                <a:latin typeface="Times New Roman" pitchFamily="18" charset="0"/>
              </a:rPr>
              <a:t>iều tần</a:t>
            </a:r>
          </a:p>
        </p:txBody>
      </p:sp>
      <p:sp>
        <p:nvSpPr>
          <p:cNvPr id="29699" name="Rectangle 3"/>
          <p:cNvSpPr>
            <a:spLocks noGrp="1" noChangeArrowheads="1"/>
          </p:cNvSpPr>
          <p:nvPr>
            <p:ph type="body" idx="1"/>
          </p:nvPr>
        </p:nvSpPr>
        <p:spPr>
          <a:xfrm>
            <a:off x="228600" y="990600"/>
            <a:ext cx="8229600" cy="5334000"/>
          </a:xfrm>
        </p:spPr>
        <p:txBody>
          <a:bodyPr/>
          <a:lstStyle/>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endParaRPr lang="en-US" altLang="en-US" sz="2600" smtClean="0">
              <a:latin typeface="Times New Roman" pitchFamily="18" charset="0"/>
            </a:endParaRPr>
          </a:p>
          <a:p>
            <a:pPr eaLnBrk="1" hangingPunct="1">
              <a:lnSpc>
                <a:spcPct val="90000"/>
              </a:lnSpc>
            </a:pPr>
            <a:r>
              <a:rPr lang="en-US" altLang="en-US" sz="2000" smtClean="0">
                <a:latin typeface="Times New Roman" pitchFamily="18" charset="0"/>
              </a:rPr>
              <a:t>Chọn tần số dao </a:t>
            </a:r>
            <a:r>
              <a:rPr lang="vi-VN" altLang="en-US" sz="2000" smtClean="0">
                <a:latin typeface="Times New Roman" pitchFamily="18" charset="0"/>
              </a:rPr>
              <a:t>đ</a:t>
            </a:r>
            <a:r>
              <a:rPr lang="en-US" altLang="en-US" sz="2000" smtClean="0">
                <a:latin typeface="Times New Roman" pitchFamily="18" charset="0"/>
              </a:rPr>
              <a:t>ộng tự do VCO bằng tần số tải tin: </a:t>
            </a:r>
            <a:r>
              <a:rPr lang="en-US" altLang="en-US" sz="2000" smtClean="0">
                <a:latin typeface="Times New Roman" pitchFamily="18" charset="0"/>
                <a:sym typeface="Symbol" pitchFamily="18" charset="2"/>
              </a:rPr>
              <a:t></a:t>
            </a:r>
            <a:r>
              <a:rPr lang="en-US" altLang="en-US" sz="2000" baseline="-25000" smtClean="0">
                <a:latin typeface="Times New Roman" pitchFamily="18" charset="0"/>
                <a:sym typeface="Symbol" pitchFamily="18" charset="2"/>
              </a:rPr>
              <a:t>o</a:t>
            </a:r>
            <a:r>
              <a:rPr lang="en-US" altLang="en-US" sz="2000" smtClean="0">
                <a:latin typeface="Times New Roman" pitchFamily="18" charset="0"/>
                <a:sym typeface="Symbol" pitchFamily="18" charset="2"/>
              </a:rPr>
              <a:t> = </a:t>
            </a:r>
            <a:r>
              <a:rPr lang="en-US" altLang="en-US" sz="2000" baseline="-25000" smtClean="0">
                <a:latin typeface="Times New Roman" pitchFamily="18" charset="0"/>
                <a:sym typeface="Symbol" pitchFamily="18" charset="2"/>
              </a:rPr>
              <a:t>t</a:t>
            </a:r>
            <a:r>
              <a:rPr lang="en-US" altLang="en-US" sz="2000" smtClean="0">
                <a:latin typeface="Times New Roman" pitchFamily="18" charset="0"/>
                <a:sym typeface="Symbol" pitchFamily="18" charset="2"/>
              </a:rPr>
              <a:t> </a:t>
            </a:r>
            <a:r>
              <a:rPr lang="en-US" altLang="en-US" sz="2000" smtClean="0">
                <a:latin typeface="Times New Roman" pitchFamily="18" charset="0"/>
                <a:sym typeface="Wingdings" pitchFamily="2" charset="2"/>
              </a:rPr>
              <a:t> U</a:t>
            </a:r>
            <a:r>
              <a:rPr lang="en-US" altLang="en-US" sz="2000" baseline="-25000" smtClean="0">
                <a:latin typeface="Times New Roman" pitchFamily="18" charset="0"/>
                <a:sym typeface="Wingdings" pitchFamily="2" charset="2"/>
              </a:rPr>
              <a:t>d </a:t>
            </a:r>
            <a:r>
              <a:rPr lang="en-US" altLang="en-US" sz="2000" smtClean="0">
                <a:latin typeface="Times New Roman" pitchFamily="18" charset="0"/>
                <a:sym typeface="Wingdings" pitchFamily="2" charset="2"/>
              </a:rPr>
              <a:t> là tín hiệu cần tách sóng.</a:t>
            </a:r>
            <a:r>
              <a:rPr lang="en-US" altLang="en-US" sz="2000" smtClean="0">
                <a:latin typeface="Times New Roman" pitchFamily="18" charset="0"/>
                <a:sym typeface="Symbol" pitchFamily="18" charset="2"/>
              </a:rPr>
              <a:t> </a:t>
            </a:r>
          </a:p>
        </p:txBody>
      </p:sp>
      <p:grpSp>
        <p:nvGrpSpPr>
          <p:cNvPr id="29700" name="Group 37"/>
          <p:cNvGrpSpPr>
            <a:grpSpLocks/>
          </p:cNvGrpSpPr>
          <p:nvPr/>
        </p:nvGrpSpPr>
        <p:grpSpPr bwMode="auto">
          <a:xfrm>
            <a:off x="76200" y="1676400"/>
            <a:ext cx="8001000" cy="3581400"/>
            <a:chOff x="-96" y="816"/>
            <a:chExt cx="5040" cy="2256"/>
          </a:xfrm>
        </p:grpSpPr>
        <p:sp>
          <p:nvSpPr>
            <p:cNvPr id="29701" name="Text Box 5"/>
            <p:cNvSpPr txBox="1">
              <a:spLocks noChangeArrowheads="1"/>
            </p:cNvSpPr>
            <p:nvPr/>
          </p:nvSpPr>
          <p:spPr bwMode="auto">
            <a:xfrm>
              <a:off x="1951" y="1322"/>
              <a:ext cx="942" cy="501"/>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Lọc thông thấp</a:t>
              </a:r>
            </a:p>
            <a:p>
              <a:pPr eaLnBrk="1" hangingPunct="1"/>
              <a:r>
                <a:rPr lang="en-US" altLang="en-US" sz="1600">
                  <a:latin typeface="Times New Roman" pitchFamily="18" charset="0"/>
                </a:rPr>
                <a:t>&amp; Khuếch </a:t>
              </a:r>
              <a:r>
                <a:rPr lang="vi-VN" altLang="en-US" sz="1600">
                  <a:latin typeface="Times New Roman" pitchFamily="18" charset="0"/>
                </a:rPr>
                <a:t>đ</a:t>
              </a:r>
              <a:r>
                <a:rPr lang="en-US" altLang="en-US" sz="1600">
                  <a:latin typeface="Times New Roman" pitchFamily="18" charset="0"/>
                </a:rPr>
                <a:t>ại</a:t>
              </a:r>
            </a:p>
          </p:txBody>
        </p:sp>
        <p:sp>
          <p:nvSpPr>
            <p:cNvPr id="29702" name="Text Box 6"/>
            <p:cNvSpPr txBox="1">
              <a:spLocks noChangeArrowheads="1"/>
            </p:cNvSpPr>
            <p:nvPr/>
          </p:nvSpPr>
          <p:spPr bwMode="auto">
            <a:xfrm>
              <a:off x="3551" y="1322"/>
              <a:ext cx="942" cy="501"/>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dao </a:t>
              </a:r>
              <a:r>
                <a:rPr lang="vi-VN" altLang="en-US" sz="1600">
                  <a:latin typeface="Times New Roman" pitchFamily="18" charset="0"/>
                </a:rPr>
                <a:t>đ</a:t>
              </a:r>
              <a:r>
                <a:rPr lang="en-US" altLang="en-US" sz="1600">
                  <a:latin typeface="Times New Roman" pitchFamily="18" charset="0"/>
                </a:rPr>
                <a:t>ộng</a:t>
              </a:r>
            </a:p>
            <a:p>
              <a:pPr algn="ctr" eaLnBrk="1" hangingPunct="1"/>
              <a:r>
                <a:rPr lang="en-US" altLang="en-US" sz="1600">
                  <a:latin typeface="Times New Roman" pitchFamily="18" charset="0"/>
                </a:rPr>
                <a:t>VCO</a:t>
              </a:r>
            </a:p>
          </p:txBody>
        </p:sp>
        <p:sp>
          <p:nvSpPr>
            <p:cNvPr id="29703" name="Text Box 7"/>
            <p:cNvSpPr txBox="1">
              <a:spLocks noChangeArrowheads="1"/>
            </p:cNvSpPr>
            <p:nvPr/>
          </p:nvSpPr>
          <p:spPr bwMode="auto">
            <a:xfrm>
              <a:off x="2112" y="2263"/>
              <a:ext cx="942" cy="371"/>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chia tần</a:t>
              </a:r>
            </a:p>
          </p:txBody>
        </p:sp>
        <p:grpSp>
          <p:nvGrpSpPr>
            <p:cNvPr id="29704" name="Group 8"/>
            <p:cNvGrpSpPr>
              <a:grpSpLocks/>
            </p:cNvGrpSpPr>
            <p:nvPr/>
          </p:nvGrpSpPr>
          <p:grpSpPr bwMode="auto">
            <a:xfrm>
              <a:off x="1044" y="1423"/>
              <a:ext cx="219" cy="254"/>
              <a:chOff x="3117" y="7080"/>
              <a:chExt cx="528" cy="480"/>
            </a:xfrm>
          </p:grpSpPr>
          <p:sp>
            <p:nvSpPr>
              <p:cNvPr id="29730" name="Oval 9"/>
              <p:cNvSpPr>
                <a:spLocks noChangeArrowheads="1"/>
              </p:cNvSpPr>
              <p:nvPr/>
            </p:nvSpPr>
            <p:spPr bwMode="auto">
              <a:xfrm>
                <a:off x="3117" y="7080"/>
                <a:ext cx="528" cy="480"/>
              </a:xfrm>
              <a:prstGeom prst="ellipse">
                <a:avLst/>
              </a:prstGeom>
              <a:solidFill>
                <a:srgbClr val="FFFFFF"/>
              </a:solidFill>
              <a:ln w="9525">
                <a:solidFill>
                  <a:srgbClr val="000000"/>
                </a:solidFill>
                <a:round/>
                <a:headEnd/>
                <a:tailEnd/>
              </a:ln>
            </p:spPr>
            <p:txBody>
              <a:bodyPr/>
              <a:lstStyle/>
              <a:p>
                <a:pPr eaLnBrk="1" hangingPunct="1"/>
                <a:endParaRPr lang="en-US" altLang="en-US"/>
              </a:p>
            </p:txBody>
          </p:sp>
          <p:sp>
            <p:nvSpPr>
              <p:cNvPr id="29731" name="Line 10"/>
              <p:cNvSpPr>
                <a:spLocks noChangeShapeType="1"/>
              </p:cNvSpPr>
              <p:nvPr/>
            </p:nvSpPr>
            <p:spPr bwMode="auto">
              <a:xfrm>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2" name="Line 11"/>
              <p:cNvSpPr>
                <a:spLocks noChangeShapeType="1"/>
              </p:cNvSpPr>
              <p:nvPr/>
            </p:nvSpPr>
            <p:spPr bwMode="auto">
              <a:xfrm flipV="1">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9705" name="AutoShape 12"/>
            <p:cNvSpPr>
              <a:spLocks noChangeArrowheads="1"/>
            </p:cNvSpPr>
            <p:nvPr/>
          </p:nvSpPr>
          <p:spPr bwMode="auto">
            <a:xfrm>
              <a:off x="672" y="1510"/>
              <a:ext cx="43" cy="101"/>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29706" name="Line 13"/>
            <p:cNvSpPr>
              <a:spLocks noChangeShapeType="1"/>
            </p:cNvSpPr>
            <p:nvPr/>
          </p:nvSpPr>
          <p:spPr bwMode="auto">
            <a:xfrm>
              <a:off x="2893" y="1577"/>
              <a:ext cx="65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07" name="AutoShape 14"/>
            <p:cNvSpPr>
              <a:spLocks noChangeArrowheads="1"/>
            </p:cNvSpPr>
            <p:nvPr/>
          </p:nvSpPr>
          <p:spPr bwMode="auto">
            <a:xfrm>
              <a:off x="4802" y="816"/>
              <a:ext cx="43" cy="100"/>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29708" name="Line 15"/>
            <p:cNvSpPr>
              <a:spLocks noChangeShapeType="1"/>
            </p:cNvSpPr>
            <p:nvPr/>
          </p:nvSpPr>
          <p:spPr bwMode="auto">
            <a:xfrm flipV="1">
              <a:off x="3215" y="861"/>
              <a:ext cx="0" cy="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9" name="Line 16"/>
            <p:cNvSpPr>
              <a:spLocks noChangeShapeType="1"/>
            </p:cNvSpPr>
            <p:nvPr/>
          </p:nvSpPr>
          <p:spPr bwMode="auto">
            <a:xfrm>
              <a:off x="1263" y="1577"/>
              <a:ext cx="6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0" name="Line 17"/>
            <p:cNvSpPr>
              <a:spLocks noChangeShapeType="1"/>
            </p:cNvSpPr>
            <p:nvPr/>
          </p:nvSpPr>
          <p:spPr bwMode="auto">
            <a:xfrm>
              <a:off x="715" y="1564"/>
              <a:ext cx="32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1" name="Line 18"/>
            <p:cNvSpPr>
              <a:spLocks noChangeShapeType="1"/>
            </p:cNvSpPr>
            <p:nvPr/>
          </p:nvSpPr>
          <p:spPr bwMode="auto">
            <a:xfrm flipH="1">
              <a:off x="1152" y="2447"/>
              <a:ext cx="9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2" name="Line 19"/>
            <p:cNvSpPr>
              <a:spLocks noChangeShapeType="1"/>
            </p:cNvSpPr>
            <p:nvPr/>
          </p:nvSpPr>
          <p:spPr bwMode="auto">
            <a:xfrm flipV="1">
              <a:off x="1152" y="1677"/>
              <a:ext cx="0" cy="77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3" name="Line 20"/>
            <p:cNvSpPr>
              <a:spLocks noChangeShapeType="1"/>
            </p:cNvSpPr>
            <p:nvPr/>
          </p:nvSpPr>
          <p:spPr bwMode="auto">
            <a:xfrm>
              <a:off x="4502" y="1564"/>
              <a:ext cx="10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4" name="Line 21"/>
            <p:cNvSpPr>
              <a:spLocks noChangeShapeType="1"/>
            </p:cNvSpPr>
            <p:nvPr/>
          </p:nvSpPr>
          <p:spPr bwMode="auto">
            <a:xfrm>
              <a:off x="4604" y="1564"/>
              <a:ext cx="0" cy="88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5" name="Line 22"/>
            <p:cNvSpPr>
              <a:spLocks noChangeShapeType="1"/>
            </p:cNvSpPr>
            <p:nvPr/>
          </p:nvSpPr>
          <p:spPr bwMode="auto">
            <a:xfrm flipH="1">
              <a:off x="3054" y="2446"/>
              <a:ext cx="15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716" name="Text Box 23"/>
            <p:cNvSpPr txBox="1">
              <a:spLocks noChangeArrowheads="1"/>
            </p:cNvSpPr>
            <p:nvPr/>
          </p:nvSpPr>
          <p:spPr bwMode="auto">
            <a:xfrm>
              <a:off x="4319" y="1958"/>
              <a:ext cx="285"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r</a:t>
              </a:r>
              <a:endParaRPr lang="en-US" altLang="en-US" sz="1600">
                <a:latin typeface="Times New Roman" pitchFamily="18" charset="0"/>
              </a:endParaRPr>
            </a:p>
          </p:txBody>
        </p:sp>
        <p:sp>
          <p:nvSpPr>
            <p:cNvPr id="29717" name="Text Box 24"/>
            <p:cNvSpPr txBox="1">
              <a:spLocks noChangeArrowheads="1"/>
            </p:cNvSpPr>
            <p:nvPr/>
          </p:nvSpPr>
          <p:spPr bwMode="auto">
            <a:xfrm>
              <a:off x="3507" y="835"/>
              <a:ext cx="1437"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Tín hiệu giải </a:t>
              </a:r>
              <a:r>
                <a:rPr lang="vi-VN" altLang="en-US" sz="1600">
                  <a:latin typeface="Times New Roman" pitchFamily="18" charset="0"/>
                </a:rPr>
                <a:t>đ</a:t>
              </a:r>
              <a:r>
                <a:rPr lang="en-US" altLang="en-US" sz="1600">
                  <a:latin typeface="Times New Roman" pitchFamily="18" charset="0"/>
                </a:rPr>
                <a:t>iều chế FM</a:t>
              </a:r>
            </a:p>
          </p:txBody>
        </p:sp>
        <p:sp>
          <p:nvSpPr>
            <p:cNvPr id="29718" name="Text Box 25"/>
            <p:cNvSpPr txBox="1">
              <a:spLocks noChangeArrowheads="1"/>
            </p:cNvSpPr>
            <p:nvPr/>
          </p:nvSpPr>
          <p:spPr bwMode="auto">
            <a:xfrm>
              <a:off x="2736" y="912"/>
              <a:ext cx="55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v</a:t>
              </a:r>
              <a:r>
                <a:rPr lang="en-US" altLang="en-US" sz="1600">
                  <a:latin typeface="Times New Roman" pitchFamily="18" charset="0"/>
                </a:rPr>
                <a:t> - </a:t>
              </a:r>
              <a:r>
                <a:rPr lang="en-US" altLang="en-US" sz="1600">
                  <a:latin typeface="Times New Roman" pitchFamily="18" charset="0"/>
                  <a:sym typeface="Symbol" pitchFamily="18" charset="2"/>
                </a:rPr>
                <a:t></a:t>
              </a:r>
              <a:r>
                <a:rPr lang="en-US" altLang="en-US" sz="1600">
                  <a:latin typeface="Times New Roman" pitchFamily="18" charset="0"/>
                </a:rPr>
                <a:t>’</a:t>
              </a:r>
              <a:r>
                <a:rPr lang="en-US" altLang="en-US" sz="1600" baseline="-25000">
                  <a:latin typeface="Times New Roman" pitchFamily="18" charset="0"/>
                </a:rPr>
                <a:t>r</a:t>
              </a:r>
              <a:endParaRPr lang="en-US" altLang="en-US" sz="1600">
                <a:latin typeface="Times New Roman" pitchFamily="18" charset="0"/>
              </a:endParaRPr>
            </a:p>
          </p:txBody>
        </p:sp>
        <p:sp>
          <p:nvSpPr>
            <p:cNvPr id="29719" name="Text Box 26"/>
            <p:cNvSpPr txBox="1">
              <a:spLocks noChangeArrowheads="1"/>
            </p:cNvSpPr>
            <p:nvPr/>
          </p:nvSpPr>
          <p:spPr bwMode="auto">
            <a:xfrm>
              <a:off x="2893" y="1501"/>
              <a:ext cx="305"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d</a:t>
              </a:r>
              <a:endParaRPr lang="en-US" altLang="en-US" sz="1600">
                <a:latin typeface="Times New Roman" pitchFamily="18" charset="0"/>
              </a:endParaRPr>
            </a:p>
          </p:txBody>
        </p:sp>
        <p:sp>
          <p:nvSpPr>
            <p:cNvPr id="29720" name="Text Box 27"/>
            <p:cNvSpPr txBox="1">
              <a:spLocks noChangeArrowheads="1"/>
            </p:cNvSpPr>
            <p:nvPr/>
          </p:nvSpPr>
          <p:spPr bwMode="auto">
            <a:xfrm>
              <a:off x="1263" y="1254"/>
              <a:ext cx="798"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d</a:t>
              </a:r>
              <a:r>
                <a:rPr lang="en-US" altLang="en-US" sz="1600">
                  <a:latin typeface="Times New Roman" pitchFamily="18" charset="0"/>
                </a:rPr>
                <a:t>=K</a:t>
              </a:r>
              <a:r>
                <a:rPr lang="en-US" altLang="en-US" sz="1600" baseline="-25000">
                  <a:latin typeface="Times New Roman" pitchFamily="18" charset="0"/>
                </a:rPr>
                <a:t>d</a:t>
              </a:r>
              <a:r>
                <a:rPr lang="en-US" altLang="en-US" sz="1600">
                  <a:latin typeface="Times New Roman" pitchFamily="18" charset="0"/>
                </a:rPr>
                <a:t>u</a:t>
              </a:r>
              <a:r>
                <a:rPr lang="en-US" altLang="en-US" sz="1600" baseline="-25000">
                  <a:latin typeface="Times New Roman" pitchFamily="18" charset="0"/>
                </a:rPr>
                <a:t>v</a:t>
              </a:r>
              <a:r>
                <a:rPr lang="en-US" altLang="en-US" sz="1600">
                  <a:latin typeface="Times New Roman" pitchFamily="18" charset="0"/>
                </a:rPr>
                <a:t>u’</a:t>
              </a:r>
              <a:r>
                <a:rPr lang="en-US" altLang="en-US" sz="1600" baseline="-25000">
                  <a:latin typeface="Times New Roman" pitchFamily="18" charset="0"/>
                </a:rPr>
                <a:t>r</a:t>
              </a:r>
              <a:endParaRPr lang="en-US" altLang="en-US" sz="1600">
                <a:latin typeface="Times New Roman" pitchFamily="18" charset="0"/>
              </a:endParaRPr>
            </a:p>
          </p:txBody>
        </p:sp>
        <p:sp>
          <p:nvSpPr>
            <p:cNvPr id="29721" name="Text Box 28"/>
            <p:cNvSpPr txBox="1">
              <a:spLocks noChangeArrowheads="1"/>
            </p:cNvSpPr>
            <p:nvPr/>
          </p:nvSpPr>
          <p:spPr bwMode="auto">
            <a:xfrm>
              <a:off x="1631" y="1999"/>
              <a:ext cx="304"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r</a:t>
              </a:r>
              <a:endParaRPr lang="en-US" altLang="en-US" sz="1600">
                <a:latin typeface="Times New Roman" pitchFamily="18" charset="0"/>
              </a:endParaRPr>
            </a:p>
          </p:txBody>
        </p:sp>
        <p:sp>
          <p:nvSpPr>
            <p:cNvPr id="29722" name="Text Box 29"/>
            <p:cNvSpPr txBox="1">
              <a:spLocks noChangeArrowheads="1"/>
            </p:cNvSpPr>
            <p:nvPr/>
          </p:nvSpPr>
          <p:spPr bwMode="auto">
            <a:xfrm>
              <a:off x="1501" y="2446"/>
              <a:ext cx="611"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a:latin typeface="Times New Roman" pitchFamily="18" charset="0"/>
                </a:rPr>
                <a:t>’</a:t>
              </a:r>
              <a:r>
                <a:rPr lang="en-US" altLang="en-US" sz="1600" baseline="-25000">
                  <a:latin typeface="Times New Roman" pitchFamily="18" charset="0"/>
                </a:rPr>
                <a:t>r</a:t>
              </a:r>
              <a:r>
                <a:rPr lang="en-US" altLang="en-US" sz="1600">
                  <a:latin typeface="Times New Roman" pitchFamily="18" charset="0"/>
                </a:rPr>
                <a:t>=</a:t>
              </a:r>
              <a:r>
                <a:rPr lang="en-US" altLang="en-US" sz="1600">
                  <a:latin typeface="Times New Roman" pitchFamily="18" charset="0"/>
                  <a:sym typeface="Symbol" pitchFamily="18" charset="2"/>
                </a:rPr>
                <a:t></a:t>
              </a:r>
              <a:r>
                <a:rPr lang="en-US" altLang="en-US" sz="1600" baseline="-25000">
                  <a:latin typeface="Times New Roman" pitchFamily="18" charset="0"/>
                </a:rPr>
                <a:t>r</a:t>
              </a:r>
              <a:r>
                <a:rPr lang="en-US" altLang="en-US" sz="1600">
                  <a:latin typeface="Times New Roman" pitchFamily="18" charset="0"/>
                </a:rPr>
                <a:t>/N</a:t>
              </a:r>
            </a:p>
          </p:txBody>
        </p:sp>
        <p:sp>
          <p:nvSpPr>
            <p:cNvPr id="29723" name="Text Box 30"/>
            <p:cNvSpPr txBox="1">
              <a:spLocks noChangeArrowheads="1"/>
            </p:cNvSpPr>
            <p:nvPr/>
          </p:nvSpPr>
          <p:spPr bwMode="auto">
            <a:xfrm>
              <a:off x="742" y="1242"/>
              <a:ext cx="30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u</a:t>
              </a:r>
              <a:r>
                <a:rPr lang="en-US" altLang="en-US" sz="1600" baseline="-25000">
                  <a:latin typeface="Times New Roman" pitchFamily="18" charset="0"/>
                </a:rPr>
                <a:t>v</a:t>
              </a:r>
              <a:endParaRPr lang="en-US" altLang="en-US" sz="1600">
                <a:latin typeface="Times New Roman" pitchFamily="18" charset="0"/>
              </a:endParaRPr>
            </a:p>
          </p:txBody>
        </p:sp>
        <p:sp>
          <p:nvSpPr>
            <p:cNvPr id="29724" name="Text Box 31"/>
            <p:cNvSpPr txBox="1">
              <a:spLocks noChangeArrowheads="1"/>
            </p:cNvSpPr>
            <p:nvPr/>
          </p:nvSpPr>
          <p:spPr bwMode="auto">
            <a:xfrm>
              <a:off x="1263" y="1636"/>
              <a:ext cx="556"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v</a:t>
              </a:r>
              <a:r>
                <a:rPr lang="en-US" altLang="en-US" sz="1600">
                  <a:latin typeface="Times New Roman" pitchFamily="18" charset="0"/>
                </a:rPr>
                <a:t> </a:t>
              </a:r>
              <a:r>
                <a:rPr lang="en-US" altLang="en-US" sz="1600">
                  <a:latin typeface="Times New Roman" pitchFamily="18" charset="0"/>
                  <a:sym typeface="Symbol" pitchFamily="18" charset="2"/>
                </a:rPr>
                <a:t></a:t>
              </a:r>
              <a:r>
                <a:rPr lang="en-US" altLang="en-US" sz="1600">
                  <a:latin typeface="Times New Roman" pitchFamily="18" charset="0"/>
                </a:rPr>
                <a:t> </a:t>
              </a:r>
              <a:r>
                <a:rPr lang="en-US" altLang="en-US" sz="1600">
                  <a:latin typeface="Times New Roman" pitchFamily="18" charset="0"/>
                  <a:sym typeface="Symbol" pitchFamily="18" charset="2"/>
                </a:rPr>
                <a:t></a:t>
              </a:r>
              <a:r>
                <a:rPr lang="en-US" altLang="en-US" sz="1600">
                  <a:latin typeface="Times New Roman" pitchFamily="18" charset="0"/>
                </a:rPr>
                <a:t>’</a:t>
              </a:r>
              <a:r>
                <a:rPr lang="en-US" altLang="en-US" sz="1600" baseline="-25000">
                  <a:latin typeface="Times New Roman" pitchFamily="18" charset="0"/>
                </a:rPr>
                <a:t>r</a:t>
              </a:r>
              <a:endParaRPr lang="en-US" altLang="en-US" sz="1600">
                <a:latin typeface="Times New Roman" pitchFamily="18" charset="0"/>
              </a:endParaRPr>
            </a:p>
          </p:txBody>
        </p:sp>
        <p:sp>
          <p:nvSpPr>
            <p:cNvPr id="29725" name="Text Box 32"/>
            <p:cNvSpPr txBox="1">
              <a:spLocks noChangeArrowheads="1"/>
            </p:cNvSpPr>
            <p:nvPr/>
          </p:nvSpPr>
          <p:spPr bwMode="auto">
            <a:xfrm>
              <a:off x="1349" y="2790"/>
              <a:ext cx="282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dải </a:t>
              </a:r>
              <a:r>
                <a:rPr lang="vi-VN" altLang="en-US" sz="1600">
                  <a:latin typeface="Times New Roman" pitchFamily="18" charset="0"/>
                </a:rPr>
                <a:t>đ</a:t>
              </a:r>
              <a:r>
                <a:rPr lang="en-US" altLang="en-US" sz="1600">
                  <a:latin typeface="Times New Roman" pitchFamily="18" charset="0"/>
                </a:rPr>
                <a:t>iều chế FM dùng PLL</a:t>
              </a:r>
            </a:p>
          </p:txBody>
        </p:sp>
        <p:sp>
          <p:nvSpPr>
            <p:cNvPr id="29726" name="Text Box 33"/>
            <p:cNvSpPr txBox="1">
              <a:spLocks noChangeArrowheads="1"/>
            </p:cNvSpPr>
            <p:nvPr/>
          </p:nvSpPr>
          <p:spPr bwMode="auto">
            <a:xfrm>
              <a:off x="742" y="1677"/>
              <a:ext cx="285"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sym typeface="Symbol" pitchFamily="18" charset="2"/>
                </a:rPr>
                <a:t></a:t>
              </a:r>
              <a:r>
                <a:rPr lang="en-US" altLang="en-US" sz="1600" baseline="-25000">
                  <a:latin typeface="Times New Roman" pitchFamily="18" charset="0"/>
                </a:rPr>
                <a:t>v</a:t>
              </a:r>
              <a:endParaRPr lang="en-US" altLang="en-US" sz="1600">
                <a:latin typeface="Times New Roman" pitchFamily="18" charset="0"/>
              </a:endParaRPr>
            </a:p>
          </p:txBody>
        </p:sp>
        <p:sp>
          <p:nvSpPr>
            <p:cNvPr id="29727" name="Text Box 34"/>
            <p:cNvSpPr txBox="1">
              <a:spLocks noChangeArrowheads="1"/>
            </p:cNvSpPr>
            <p:nvPr/>
          </p:nvSpPr>
          <p:spPr bwMode="auto">
            <a:xfrm>
              <a:off x="844" y="1100"/>
              <a:ext cx="881"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tách sóng pha</a:t>
              </a:r>
            </a:p>
          </p:txBody>
        </p:sp>
        <p:sp>
          <p:nvSpPr>
            <p:cNvPr id="29728" name="Line 35"/>
            <p:cNvSpPr>
              <a:spLocks noChangeShapeType="1"/>
            </p:cNvSpPr>
            <p:nvPr/>
          </p:nvSpPr>
          <p:spPr bwMode="auto">
            <a:xfrm>
              <a:off x="3215" y="861"/>
              <a:ext cx="15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9" name="Text Box 36"/>
            <p:cNvSpPr txBox="1">
              <a:spLocks noChangeArrowheads="1"/>
            </p:cNvSpPr>
            <p:nvPr/>
          </p:nvSpPr>
          <p:spPr bwMode="auto">
            <a:xfrm>
              <a:off x="-96" y="1344"/>
              <a:ext cx="1437"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Tín hiệu </a:t>
              </a:r>
              <a:r>
                <a:rPr lang="vi-VN" altLang="en-US" sz="1600">
                  <a:latin typeface="Times New Roman" pitchFamily="18" charset="0"/>
                </a:rPr>
                <a:t>đ</a:t>
              </a:r>
              <a:r>
                <a:rPr lang="en-US" altLang="en-US" sz="1600">
                  <a:latin typeface="Times New Roman" pitchFamily="18" charset="0"/>
                </a:rPr>
                <a:t>ã</a:t>
              </a:r>
            </a:p>
            <a:p>
              <a:pPr eaLnBrk="1" hangingPunct="1"/>
              <a:r>
                <a:rPr lang="en-US" altLang="en-US" sz="1600">
                  <a:latin typeface="Times New Roman" pitchFamily="18" charset="0"/>
                </a:rPr>
                <a:t> </a:t>
              </a:r>
              <a:r>
                <a:rPr lang="vi-VN" altLang="en-US" sz="1600">
                  <a:latin typeface="Times New Roman" pitchFamily="18" charset="0"/>
                </a:rPr>
                <a:t>đ</a:t>
              </a:r>
              <a:r>
                <a:rPr lang="en-US" altLang="en-US" sz="1600">
                  <a:latin typeface="Times New Roman" pitchFamily="18" charset="0"/>
                </a:rPr>
                <a:t>iều chế FM</a:t>
              </a:r>
            </a:p>
          </p:txBody>
        </p:sp>
      </p:grpSp>
    </p:spTree>
    <p:extLst>
      <p:ext uri="{BB962C8B-B14F-4D97-AF65-F5344CB8AC3E}">
        <p14:creationId xmlns:p14="http://schemas.microsoft.com/office/powerpoint/2010/main" val="5816280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smtClean="0">
                <a:latin typeface="Times New Roman" pitchFamily="18" charset="0"/>
              </a:rPr>
              <a:t>Tổng hợp tần số</a:t>
            </a:r>
          </a:p>
        </p:txBody>
      </p:sp>
      <p:sp>
        <p:nvSpPr>
          <p:cNvPr id="30723" name="Text Box 29"/>
          <p:cNvSpPr txBox="1">
            <a:spLocks noChangeArrowheads="1"/>
          </p:cNvSpPr>
          <p:nvPr/>
        </p:nvSpPr>
        <p:spPr bwMode="auto">
          <a:xfrm>
            <a:off x="3600450" y="2393950"/>
            <a:ext cx="1457325" cy="838200"/>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Lọc thông thấp</a:t>
            </a:r>
          </a:p>
          <a:p>
            <a:pPr eaLnBrk="1" hangingPunct="1"/>
            <a:r>
              <a:rPr lang="en-US" altLang="en-US" sz="1600">
                <a:latin typeface="Times New Roman" pitchFamily="18" charset="0"/>
              </a:rPr>
              <a:t>&amp; Khuếch </a:t>
            </a:r>
            <a:r>
              <a:rPr lang="vi-VN" altLang="en-US" sz="1600">
                <a:latin typeface="Times New Roman" pitchFamily="18" charset="0"/>
              </a:rPr>
              <a:t>đ</a:t>
            </a:r>
            <a:r>
              <a:rPr lang="en-US" altLang="en-US" sz="1600">
                <a:latin typeface="Times New Roman" pitchFamily="18" charset="0"/>
              </a:rPr>
              <a:t>ại</a:t>
            </a:r>
          </a:p>
        </p:txBody>
      </p:sp>
      <p:sp>
        <p:nvSpPr>
          <p:cNvPr id="30724" name="Text Box 30"/>
          <p:cNvSpPr txBox="1">
            <a:spLocks noChangeArrowheads="1"/>
          </p:cNvSpPr>
          <p:nvPr/>
        </p:nvSpPr>
        <p:spPr bwMode="auto">
          <a:xfrm>
            <a:off x="5414963" y="2363788"/>
            <a:ext cx="1457325" cy="91916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US" altLang="en-US" sz="1600">
              <a:latin typeface="Times New Roman" pitchFamily="18" charset="0"/>
            </a:endParaRPr>
          </a:p>
          <a:p>
            <a:pPr algn="ctr" eaLnBrk="1" hangingPunct="1"/>
            <a:r>
              <a:rPr lang="en-US" altLang="en-US" sz="1600">
                <a:latin typeface="Times New Roman" pitchFamily="18" charset="0"/>
              </a:rPr>
              <a:t>Mạch dao </a:t>
            </a:r>
            <a:r>
              <a:rPr lang="vi-VN" altLang="en-US" sz="1600">
                <a:latin typeface="Times New Roman" pitchFamily="18" charset="0"/>
              </a:rPr>
              <a:t>đ</a:t>
            </a:r>
            <a:r>
              <a:rPr lang="en-US" altLang="en-US" sz="1600">
                <a:latin typeface="Times New Roman" pitchFamily="18" charset="0"/>
              </a:rPr>
              <a:t>ộng</a:t>
            </a:r>
          </a:p>
          <a:p>
            <a:pPr algn="ctr" eaLnBrk="1" hangingPunct="1"/>
            <a:r>
              <a:rPr lang="en-US" altLang="en-US" sz="1600">
                <a:latin typeface="Times New Roman" pitchFamily="18" charset="0"/>
              </a:rPr>
              <a:t>VCO</a:t>
            </a:r>
          </a:p>
        </p:txBody>
      </p:sp>
      <p:sp>
        <p:nvSpPr>
          <p:cNvPr id="30725" name="Text Box 31"/>
          <p:cNvSpPr txBox="1">
            <a:spLocks noChangeArrowheads="1"/>
          </p:cNvSpPr>
          <p:nvPr/>
        </p:nvSpPr>
        <p:spPr bwMode="auto">
          <a:xfrm>
            <a:off x="3689350" y="3608388"/>
            <a:ext cx="1460500" cy="76041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chia tần</a:t>
            </a:r>
          </a:p>
          <a:p>
            <a:pPr algn="ctr" eaLnBrk="1" hangingPunct="1"/>
            <a:r>
              <a:rPr lang="en-US" altLang="en-US" sz="1600">
                <a:latin typeface="Times New Roman" pitchFamily="18" charset="0"/>
              </a:rPr>
              <a:t>N:1</a:t>
            </a:r>
          </a:p>
        </p:txBody>
      </p:sp>
      <p:grpSp>
        <p:nvGrpSpPr>
          <p:cNvPr id="30726" name="Group 32"/>
          <p:cNvGrpSpPr>
            <a:grpSpLocks/>
          </p:cNvGrpSpPr>
          <p:nvPr/>
        </p:nvGrpSpPr>
        <p:grpSpPr bwMode="auto">
          <a:xfrm>
            <a:off x="2692400" y="2744788"/>
            <a:ext cx="341313" cy="341312"/>
            <a:chOff x="3117" y="7080"/>
            <a:chExt cx="528" cy="480"/>
          </a:xfrm>
        </p:grpSpPr>
        <p:sp>
          <p:nvSpPr>
            <p:cNvPr id="30747" name="Oval 33"/>
            <p:cNvSpPr>
              <a:spLocks noChangeArrowheads="1"/>
            </p:cNvSpPr>
            <p:nvPr/>
          </p:nvSpPr>
          <p:spPr bwMode="auto">
            <a:xfrm>
              <a:off x="3117" y="7080"/>
              <a:ext cx="528" cy="480"/>
            </a:xfrm>
            <a:prstGeom prst="ellipse">
              <a:avLst/>
            </a:prstGeom>
            <a:solidFill>
              <a:srgbClr val="FFFFFF"/>
            </a:solidFill>
            <a:ln w="9525">
              <a:solidFill>
                <a:srgbClr val="000000"/>
              </a:solidFill>
              <a:round/>
              <a:headEnd/>
              <a:tailEnd/>
            </a:ln>
          </p:spPr>
          <p:txBody>
            <a:bodyPr/>
            <a:lstStyle/>
            <a:p>
              <a:pPr eaLnBrk="1" hangingPunct="1"/>
              <a:endParaRPr lang="en-US" altLang="en-US"/>
            </a:p>
          </p:txBody>
        </p:sp>
        <p:sp>
          <p:nvSpPr>
            <p:cNvPr id="30748" name="Line 34"/>
            <p:cNvSpPr>
              <a:spLocks noChangeShapeType="1"/>
            </p:cNvSpPr>
            <p:nvPr/>
          </p:nvSpPr>
          <p:spPr bwMode="auto">
            <a:xfrm>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9" name="Line 35"/>
            <p:cNvSpPr>
              <a:spLocks noChangeShapeType="1"/>
            </p:cNvSpPr>
            <p:nvPr/>
          </p:nvSpPr>
          <p:spPr bwMode="auto">
            <a:xfrm flipV="1">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0727" name="AutoShape 36"/>
          <p:cNvSpPr>
            <a:spLocks noChangeArrowheads="1"/>
          </p:cNvSpPr>
          <p:nvPr/>
        </p:nvSpPr>
        <p:spPr bwMode="auto">
          <a:xfrm>
            <a:off x="1671638" y="4079875"/>
            <a:ext cx="66675" cy="133350"/>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30728" name="Line 37"/>
          <p:cNvSpPr>
            <a:spLocks noChangeShapeType="1"/>
          </p:cNvSpPr>
          <p:nvPr/>
        </p:nvSpPr>
        <p:spPr bwMode="auto">
          <a:xfrm>
            <a:off x="5057775" y="2935288"/>
            <a:ext cx="357188" cy="15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9" name="AutoShape 38"/>
          <p:cNvSpPr>
            <a:spLocks noChangeArrowheads="1"/>
          </p:cNvSpPr>
          <p:nvPr/>
        </p:nvSpPr>
        <p:spPr bwMode="auto">
          <a:xfrm>
            <a:off x="7480300" y="2851150"/>
            <a:ext cx="66675" cy="134938"/>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30730" name="Line 39"/>
          <p:cNvSpPr>
            <a:spLocks noChangeShapeType="1"/>
          </p:cNvSpPr>
          <p:nvPr/>
        </p:nvSpPr>
        <p:spPr bwMode="auto">
          <a:xfrm>
            <a:off x="3059113" y="2914650"/>
            <a:ext cx="53181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1" name="Line 40"/>
          <p:cNvSpPr>
            <a:spLocks noChangeShapeType="1"/>
          </p:cNvSpPr>
          <p:nvPr/>
        </p:nvSpPr>
        <p:spPr bwMode="auto">
          <a:xfrm flipH="1" flipV="1">
            <a:off x="2884488" y="4094163"/>
            <a:ext cx="8048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2" name="Line 41"/>
          <p:cNvSpPr>
            <a:spLocks noChangeShapeType="1"/>
          </p:cNvSpPr>
          <p:nvPr/>
        </p:nvSpPr>
        <p:spPr bwMode="auto">
          <a:xfrm flipV="1">
            <a:off x="2884488" y="3086100"/>
            <a:ext cx="0" cy="9874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3" name="Line 42"/>
          <p:cNvSpPr>
            <a:spLocks noChangeShapeType="1"/>
          </p:cNvSpPr>
          <p:nvPr/>
        </p:nvSpPr>
        <p:spPr bwMode="auto">
          <a:xfrm>
            <a:off x="6886575" y="2935288"/>
            <a:ext cx="157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4" name="Line 43"/>
          <p:cNvSpPr>
            <a:spLocks noChangeShapeType="1"/>
          </p:cNvSpPr>
          <p:nvPr/>
        </p:nvSpPr>
        <p:spPr bwMode="auto">
          <a:xfrm>
            <a:off x="7043738" y="2935288"/>
            <a:ext cx="0" cy="11826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5" name="Line 44"/>
          <p:cNvSpPr>
            <a:spLocks noChangeShapeType="1"/>
          </p:cNvSpPr>
          <p:nvPr/>
        </p:nvSpPr>
        <p:spPr bwMode="auto">
          <a:xfrm flipH="1">
            <a:off x="5149850" y="4116388"/>
            <a:ext cx="18938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6" name="Text Box 45"/>
          <p:cNvSpPr txBox="1">
            <a:spLocks noChangeArrowheads="1"/>
          </p:cNvSpPr>
          <p:nvPr/>
        </p:nvSpPr>
        <p:spPr bwMode="auto">
          <a:xfrm>
            <a:off x="7086600" y="2514600"/>
            <a:ext cx="1143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f</a:t>
            </a:r>
            <a:r>
              <a:rPr lang="en-US" altLang="en-US" sz="1600" baseline="-25000">
                <a:latin typeface="Times New Roman" pitchFamily="18" charset="0"/>
              </a:rPr>
              <a:t>r</a:t>
            </a:r>
            <a:r>
              <a:rPr lang="en-US" altLang="en-US" sz="1600">
                <a:latin typeface="Times New Roman" pitchFamily="18" charset="0"/>
              </a:rPr>
              <a:t>=N.fv/M</a:t>
            </a:r>
          </a:p>
        </p:txBody>
      </p:sp>
      <p:sp>
        <p:nvSpPr>
          <p:cNvPr id="30737" name="Text Box 46"/>
          <p:cNvSpPr txBox="1">
            <a:spLocks noChangeArrowheads="1"/>
          </p:cNvSpPr>
          <p:nvPr/>
        </p:nvSpPr>
        <p:spPr bwMode="auto">
          <a:xfrm>
            <a:off x="1873250" y="2520950"/>
            <a:ext cx="12350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sz="1600">
              <a:latin typeface=".VnTime" pitchFamily="34" charset="0"/>
            </a:endParaRPr>
          </a:p>
        </p:txBody>
      </p:sp>
      <p:sp>
        <p:nvSpPr>
          <p:cNvPr id="30738" name="Text Box 47"/>
          <p:cNvSpPr txBox="1">
            <a:spLocks noChangeArrowheads="1"/>
          </p:cNvSpPr>
          <p:nvPr/>
        </p:nvSpPr>
        <p:spPr bwMode="auto">
          <a:xfrm>
            <a:off x="838200" y="2681288"/>
            <a:ext cx="1573213" cy="5508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chia tần</a:t>
            </a:r>
          </a:p>
          <a:p>
            <a:pPr algn="ctr" eaLnBrk="1" hangingPunct="1"/>
            <a:r>
              <a:rPr lang="en-US" altLang="en-US" sz="1600">
                <a:latin typeface="Times New Roman" pitchFamily="18" charset="0"/>
              </a:rPr>
              <a:t>M:1</a:t>
            </a:r>
          </a:p>
          <a:p>
            <a:pPr eaLnBrk="1" hangingPunct="1"/>
            <a:endParaRPr lang="en-US" altLang="en-US" sz="1600">
              <a:latin typeface="Times New Roman" pitchFamily="18" charset="0"/>
            </a:endParaRPr>
          </a:p>
        </p:txBody>
      </p:sp>
      <p:sp>
        <p:nvSpPr>
          <p:cNvPr id="30739" name="Text Box 48"/>
          <p:cNvSpPr txBox="1">
            <a:spLocks noChangeArrowheads="1"/>
          </p:cNvSpPr>
          <p:nvPr/>
        </p:nvSpPr>
        <p:spPr bwMode="auto">
          <a:xfrm>
            <a:off x="2411413" y="3030538"/>
            <a:ext cx="5715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f</a:t>
            </a:r>
            <a:r>
              <a:rPr lang="en-US" altLang="en-US" sz="1600" baseline="-25000">
                <a:latin typeface="Times New Roman" pitchFamily="18" charset="0"/>
              </a:rPr>
              <a:t>c</a:t>
            </a:r>
            <a:endParaRPr lang="en-US" altLang="en-US" sz="1600">
              <a:latin typeface="Times New Roman" pitchFamily="18" charset="0"/>
            </a:endParaRPr>
          </a:p>
        </p:txBody>
      </p:sp>
      <p:sp>
        <p:nvSpPr>
          <p:cNvPr id="30740" name="Text Box 49"/>
          <p:cNvSpPr txBox="1">
            <a:spLocks noChangeArrowheads="1"/>
          </p:cNvSpPr>
          <p:nvPr/>
        </p:nvSpPr>
        <p:spPr bwMode="auto">
          <a:xfrm>
            <a:off x="2454275" y="4497388"/>
            <a:ext cx="4357688"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tổng hợp tần số dùng PLL</a:t>
            </a:r>
          </a:p>
        </p:txBody>
      </p:sp>
      <p:sp>
        <p:nvSpPr>
          <p:cNvPr id="30741" name="Text Box 50"/>
          <p:cNvSpPr txBox="1">
            <a:spLocks noChangeArrowheads="1"/>
          </p:cNvSpPr>
          <p:nvPr/>
        </p:nvSpPr>
        <p:spPr bwMode="auto">
          <a:xfrm>
            <a:off x="1066800" y="3086100"/>
            <a:ext cx="4413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sz="1600">
              <a:latin typeface=".VnTime" pitchFamily="34" charset="0"/>
            </a:endParaRPr>
          </a:p>
        </p:txBody>
      </p:sp>
      <p:sp>
        <p:nvSpPr>
          <p:cNvPr id="30742" name="Text Box 51"/>
          <p:cNvSpPr txBox="1">
            <a:spLocks noChangeArrowheads="1"/>
          </p:cNvSpPr>
          <p:nvPr/>
        </p:nvSpPr>
        <p:spPr bwMode="auto">
          <a:xfrm>
            <a:off x="2286000" y="2362200"/>
            <a:ext cx="16224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tách sóng pha</a:t>
            </a:r>
          </a:p>
        </p:txBody>
      </p:sp>
      <p:sp>
        <p:nvSpPr>
          <p:cNvPr id="30743" name="Line 52"/>
          <p:cNvSpPr>
            <a:spLocks noChangeShapeType="1"/>
          </p:cNvSpPr>
          <p:nvPr/>
        </p:nvSpPr>
        <p:spPr bwMode="auto">
          <a:xfrm>
            <a:off x="6886575" y="2935288"/>
            <a:ext cx="5937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4" name="Line 53"/>
          <p:cNvSpPr>
            <a:spLocks noChangeShapeType="1"/>
          </p:cNvSpPr>
          <p:nvPr/>
        </p:nvSpPr>
        <p:spPr bwMode="auto">
          <a:xfrm>
            <a:off x="2411413" y="2935288"/>
            <a:ext cx="2809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5" name="Line 54"/>
          <p:cNvSpPr>
            <a:spLocks noChangeShapeType="1"/>
          </p:cNvSpPr>
          <p:nvPr/>
        </p:nvSpPr>
        <p:spPr bwMode="auto">
          <a:xfrm flipV="1">
            <a:off x="1708150" y="3232150"/>
            <a:ext cx="0" cy="8413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6" name="Text Box 55"/>
          <p:cNvSpPr txBox="1">
            <a:spLocks noChangeArrowheads="1"/>
          </p:cNvSpPr>
          <p:nvPr/>
        </p:nvSpPr>
        <p:spPr bwMode="auto">
          <a:xfrm>
            <a:off x="1738313" y="3641725"/>
            <a:ext cx="55403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f</a:t>
            </a:r>
            <a:r>
              <a:rPr lang="en-US" altLang="en-US" sz="1600" baseline="-25000">
                <a:latin typeface="Times New Roman" pitchFamily="18" charset="0"/>
              </a:rPr>
              <a:t>v</a:t>
            </a:r>
            <a:endParaRPr lang="en-US" altLang="en-US" sz="1600">
              <a:latin typeface="Times New Roman" pitchFamily="18" charset="0"/>
            </a:endParaRPr>
          </a:p>
        </p:txBody>
      </p:sp>
    </p:spTree>
    <p:extLst>
      <p:ext uri="{BB962C8B-B14F-4D97-AF65-F5344CB8AC3E}">
        <p14:creationId xmlns:p14="http://schemas.microsoft.com/office/powerpoint/2010/main" val="284131782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smtClean="0">
                <a:latin typeface="Times New Roman" pitchFamily="18" charset="0"/>
              </a:rPr>
              <a:t>Đồng bộ tần số</a:t>
            </a:r>
          </a:p>
        </p:txBody>
      </p:sp>
      <p:grpSp>
        <p:nvGrpSpPr>
          <p:cNvPr id="31747" name="Group 25"/>
          <p:cNvGrpSpPr>
            <a:grpSpLocks/>
          </p:cNvGrpSpPr>
          <p:nvPr/>
        </p:nvGrpSpPr>
        <p:grpSpPr bwMode="auto">
          <a:xfrm>
            <a:off x="1219200" y="2405063"/>
            <a:ext cx="6553200" cy="2243137"/>
            <a:chOff x="768" y="1803"/>
            <a:chExt cx="4128" cy="1413"/>
          </a:xfrm>
        </p:grpSpPr>
        <p:sp>
          <p:nvSpPr>
            <p:cNvPr id="31748" name="Text Box 6"/>
            <p:cNvSpPr txBox="1">
              <a:spLocks noChangeArrowheads="1"/>
            </p:cNvSpPr>
            <p:nvPr/>
          </p:nvSpPr>
          <p:spPr bwMode="auto">
            <a:xfrm>
              <a:off x="3499" y="1807"/>
              <a:ext cx="894" cy="734"/>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US" altLang="en-US" sz="1600">
                <a:latin typeface="Times New Roman" pitchFamily="18" charset="0"/>
              </a:endParaRPr>
            </a:p>
            <a:p>
              <a:pPr algn="ctr" eaLnBrk="1" hangingPunct="1"/>
              <a:r>
                <a:rPr lang="en-US" altLang="en-US" sz="1600">
                  <a:latin typeface="Times New Roman" pitchFamily="18" charset="0"/>
                </a:rPr>
                <a:t>Mạch dao </a:t>
              </a:r>
              <a:r>
                <a:rPr lang="vi-VN" altLang="en-US" sz="1600">
                  <a:latin typeface="Times New Roman" pitchFamily="18" charset="0"/>
                </a:rPr>
                <a:t>đ</a:t>
              </a:r>
              <a:r>
                <a:rPr lang="en-US" altLang="en-US" sz="1600">
                  <a:latin typeface="Times New Roman" pitchFamily="18" charset="0"/>
                </a:rPr>
                <a:t>ộng</a:t>
              </a:r>
            </a:p>
            <a:p>
              <a:pPr algn="ctr" eaLnBrk="1" hangingPunct="1"/>
              <a:r>
                <a:rPr lang="en-US" altLang="en-US" sz="1600">
                  <a:latin typeface="Times New Roman" pitchFamily="18" charset="0"/>
                </a:rPr>
                <a:t>VCO</a:t>
              </a:r>
            </a:p>
          </p:txBody>
        </p:sp>
        <p:grpSp>
          <p:nvGrpSpPr>
            <p:cNvPr id="31749" name="Group 7"/>
            <p:cNvGrpSpPr>
              <a:grpSpLocks/>
            </p:cNvGrpSpPr>
            <p:nvPr/>
          </p:nvGrpSpPr>
          <p:grpSpPr bwMode="auto">
            <a:xfrm>
              <a:off x="1120" y="2118"/>
              <a:ext cx="209" cy="269"/>
              <a:chOff x="3117" y="7080"/>
              <a:chExt cx="528" cy="480"/>
            </a:xfrm>
          </p:grpSpPr>
          <p:sp>
            <p:nvSpPr>
              <p:cNvPr id="31765" name="Oval 8"/>
              <p:cNvSpPr>
                <a:spLocks noChangeArrowheads="1"/>
              </p:cNvSpPr>
              <p:nvPr/>
            </p:nvSpPr>
            <p:spPr bwMode="auto">
              <a:xfrm>
                <a:off x="3117" y="7080"/>
                <a:ext cx="528" cy="480"/>
              </a:xfrm>
              <a:prstGeom prst="ellipse">
                <a:avLst/>
              </a:prstGeom>
              <a:solidFill>
                <a:srgbClr val="FFFFFF"/>
              </a:solidFill>
              <a:ln w="9525">
                <a:solidFill>
                  <a:srgbClr val="000000"/>
                </a:solidFill>
                <a:round/>
                <a:headEnd/>
                <a:tailEnd/>
              </a:ln>
            </p:spPr>
            <p:txBody>
              <a:bodyPr/>
              <a:lstStyle/>
              <a:p>
                <a:pPr eaLnBrk="1" hangingPunct="1"/>
                <a:endParaRPr lang="en-US" altLang="en-US"/>
              </a:p>
            </p:txBody>
          </p:sp>
          <p:sp>
            <p:nvSpPr>
              <p:cNvPr id="31766" name="Line 9"/>
              <p:cNvSpPr>
                <a:spLocks noChangeShapeType="1"/>
              </p:cNvSpPr>
              <p:nvPr/>
            </p:nvSpPr>
            <p:spPr bwMode="auto">
              <a:xfrm>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7" name="Line 10"/>
              <p:cNvSpPr>
                <a:spLocks noChangeShapeType="1"/>
              </p:cNvSpPr>
              <p:nvPr/>
            </p:nvSpPr>
            <p:spPr bwMode="auto">
              <a:xfrm flipV="1">
                <a:off x="3225" y="7152"/>
                <a:ext cx="282" cy="3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1750" name="AutoShape 11"/>
            <p:cNvSpPr>
              <a:spLocks noChangeArrowheads="1"/>
            </p:cNvSpPr>
            <p:nvPr/>
          </p:nvSpPr>
          <p:spPr bwMode="auto">
            <a:xfrm>
              <a:off x="768" y="2211"/>
              <a:ext cx="41" cy="106"/>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31751" name="Line 12"/>
            <p:cNvSpPr>
              <a:spLocks noChangeShapeType="1"/>
            </p:cNvSpPr>
            <p:nvPr/>
          </p:nvSpPr>
          <p:spPr bwMode="auto">
            <a:xfrm>
              <a:off x="2875" y="2281"/>
              <a:ext cx="62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2" name="AutoShape 13"/>
            <p:cNvSpPr>
              <a:spLocks noChangeArrowheads="1"/>
            </p:cNvSpPr>
            <p:nvPr/>
          </p:nvSpPr>
          <p:spPr bwMode="auto">
            <a:xfrm>
              <a:off x="4765" y="2201"/>
              <a:ext cx="41" cy="106"/>
            </a:xfrm>
            <a:prstGeom prst="flowChartConnector">
              <a:avLst/>
            </a:prstGeom>
            <a:solidFill>
              <a:srgbClr val="FFFFFF"/>
            </a:solidFill>
            <a:ln w="9525">
              <a:solidFill>
                <a:srgbClr val="000000"/>
              </a:solidFill>
              <a:round/>
              <a:headEnd/>
              <a:tailEnd/>
            </a:ln>
          </p:spPr>
          <p:txBody>
            <a:bodyPr/>
            <a:lstStyle/>
            <a:p>
              <a:pPr eaLnBrk="1" hangingPunct="1"/>
              <a:endParaRPr lang="en-US" altLang="en-US"/>
            </a:p>
          </p:txBody>
        </p:sp>
        <p:sp>
          <p:nvSpPr>
            <p:cNvPr id="31753" name="Line 14"/>
            <p:cNvSpPr>
              <a:spLocks noChangeShapeType="1"/>
            </p:cNvSpPr>
            <p:nvPr/>
          </p:nvSpPr>
          <p:spPr bwMode="auto">
            <a:xfrm>
              <a:off x="1329" y="2281"/>
              <a:ext cx="65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4" name="Line 15"/>
            <p:cNvSpPr>
              <a:spLocks noChangeShapeType="1"/>
            </p:cNvSpPr>
            <p:nvPr/>
          </p:nvSpPr>
          <p:spPr bwMode="auto">
            <a:xfrm>
              <a:off x="809" y="2268"/>
              <a:ext cx="31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5" name="Line 16"/>
            <p:cNvSpPr>
              <a:spLocks noChangeShapeType="1"/>
            </p:cNvSpPr>
            <p:nvPr/>
          </p:nvSpPr>
          <p:spPr bwMode="auto">
            <a:xfrm flipV="1">
              <a:off x="1224" y="2387"/>
              <a:ext cx="0" cy="4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6" name="Line 17"/>
            <p:cNvSpPr>
              <a:spLocks noChangeShapeType="1"/>
            </p:cNvSpPr>
            <p:nvPr/>
          </p:nvSpPr>
          <p:spPr bwMode="auto">
            <a:xfrm>
              <a:off x="4402" y="2268"/>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7" name="Line 18"/>
            <p:cNvSpPr>
              <a:spLocks noChangeShapeType="1"/>
            </p:cNvSpPr>
            <p:nvPr/>
          </p:nvSpPr>
          <p:spPr bwMode="auto">
            <a:xfrm flipH="1">
              <a:off x="4487" y="2268"/>
              <a:ext cx="11" cy="5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8" name="Line 19"/>
            <p:cNvSpPr>
              <a:spLocks noChangeShapeType="1"/>
            </p:cNvSpPr>
            <p:nvPr/>
          </p:nvSpPr>
          <p:spPr bwMode="auto">
            <a:xfrm flipH="1">
              <a:off x="1212" y="2810"/>
              <a:ext cx="328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9" name="Text Box 20"/>
            <p:cNvSpPr txBox="1">
              <a:spLocks noChangeArrowheads="1"/>
            </p:cNvSpPr>
            <p:nvPr/>
          </p:nvSpPr>
          <p:spPr bwMode="auto">
            <a:xfrm>
              <a:off x="4453" y="1803"/>
              <a:ext cx="443"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f</a:t>
              </a:r>
              <a:r>
                <a:rPr lang="en-US" altLang="en-US" sz="1600" baseline="-25000">
                  <a:latin typeface="Times New Roman" pitchFamily="18" charset="0"/>
                </a:rPr>
                <a:t>r</a:t>
              </a:r>
              <a:r>
                <a:rPr lang="en-US" altLang="en-US" sz="1600">
                  <a:latin typeface="Times New Roman" pitchFamily="18" charset="0"/>
                </a:rPr>
                <a:t>=f</a:t>
              </a:r>
              <a:r>
                <a:rPr lang="en-US" altLang="en-US" sz="1600" baseline="-25000">
                  <a:latin typeface="Times New Roman" pitchFamily="18" charset="0"/>
                </a:rPr>
                <a:t>c</a:t>
              </a:r>
              <a:endParaRPr lang="en-US" altLang="en-US" sz="1600">
                <a:latin typeface="Times New Roman" pitchFamily="18" charset="0"/>
              </a:endParaRPr>
            </a:p>
          </p:txBody>
        </p:sp>
        <p:sp>
          <p:nvSpPr>
            <p:cNvPr id="31760" name="Text Box 21"/>
            <p:cNvSpPr txBox="1">
              <a:spLocks noChangeArrowheads="1"/>
            </p:cNvSpPr>
            <p:nvPr/>
          </p:nvSpPr>
          <p:spPr bwMode="auto">
            <a:xfrm>
              <a:off x="814" y="2338"/>
              <a:ext cx="286"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f</a:t>
              </a:r>
              <a:r>
                <a:rPr lang="en-US" altLang="en-US" sz="1600" baseline="-25000">
                  <a:latin typeface="Times New Roman" pitchFamily="18" charset="0"/>
                </a:rPr>
                <a:t>c</a:t>
              </a:r>
              <a:endParaRPr lang="en-US" altLang="en-US" sz="1600">
                <a:latin typeface="Times New Roman" pitchFamily="18" charset="0"/>
              </a:endParaRPr>
            </a:p>
          </p:txBody>
        </p:sp>
        <p:sp>
          <p:nvSpPr>
            <p:cNvPr id="31761" name="Text Box 22"/>
            <p:cNvSpPr txBox="1">
              <a:spLocks noChangeArrowheads="1"/>
            </p:cNvSpPr>
            <p:nvPr/>
          </p:nvSpPr>
          <p:spPr bwMode="auto">
            <a:xfrm>
              <a:off x="1416" y="2918"/>
              <a:ext cx="297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600">
                  <a:latin typeface="Times New Roman" pitchFamily="18" charset="0"/>
                </a:rPr>
                <a:t>Mạch </a:t>
              </a:r>
              <a:r>
                <a:rPr lang="vi-VN" altLang="en-US" sz="1600">
                  <a:latin typeface="Times New Roman" pitchFamily="18" charset="0"/>
                </a:rPr>
                <a:t>đ</a:t>
              </a:r>
              <a:r>
                <a:rPr lang="en-US" altLang="en-US" sz="1600">
                  <a:latin typeface="Times New Roman" pitchFamily="18" charset="0"/>
                </a:rPr>
                <a:t>ồng bộ tần số dùng PLL</a:t>
              </a:r>
            </a:p>
          </p:txBody>
        </p:sp>
        <p:sp>
          <p:nvSpPr>
            <p:cNvPr id="31762" name="Text Box 23"/>
            <p:cNvSpPr txBox="1">
              <a:spLocks noChangeArrowheads="1"/>
            </p:cNvSpPr>
            <p:nvPr/>
          </p:nvSpPr>
          <p:spPr bwMode="auto">
            <a:xfrm>
              <a:off x="856" y="1872"/>
              <a:ext cx="96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1600">
                  <a:latin typeface="Times New Roman" pitchFamily="18" charset="0"/>
                </a:rPr>
                <a:t>tách sóng pha</a:t>
              </a:r>
            </a:p>
          </p:txBody>
        </p:sp>
        <p:sp>
          <p:nvSpPr>
            <p:cNvPr id="31763" name="Line 24"/>
            <p:cNvSpPr>
              <a:spLocks noChangeShapeType="1"/>
            </p:cNvSpPr>
            <p:nvPr/>
          </p:nvSpPr>
          <p:spPr bwMode="auto">
            <a:xfrm>
              <a:off x="4402" y="2268"/>
              <a:ext cx="3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4" name="Text Box 5"/>
            <p:cNvSpPr txBox="1">
              <a:spLocks noChangeArrowheads="1"/>
            </p:cNvSpPr>
            <p:nvPr/>
          </p:nvSpPr>
          <p:spPr bwMode="auto">
            <a:xfrm>
              <a:off x="1972" y="1856"/>
              <a:ext cx="956" cy="688"/>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sz="1600">
                <a:latin typeface="Times New Roman" pitchFamily="18" charset="0"/>
              </a:endParaRPr>
            </a:p>
            <a:p>
              <a:pPr algn="ctr" eaLnBrk="1" hangingPunct="1"/>
              <a:r>
                <a:rPr lang="en-US" altLang="en-US" sz="1600">
                  <a:latin typeface="Times New Roman" pitchFamily="18" charset="0"/>
                </a:rPr>
                <a:t>Lọc thông thấp</a:t>
              </a:r>
            </a:p>
            <a:p>
              <a:pPr algn="ctr" eaLnBrk="1" hangingPunct="1"/>
              <a:r>
                <a:rPr lang="en-US" altLang="en-US" sz="1600">
                  <a:latin typeface="Times New Roman" pitchFamily="18" charset="0"/>
                </a:rPr>
                <a:t>&amp; Khuếch </a:t>
              </a:r>
              <a:r>
                <a:rPr lang="vi-VN" altLang="en-US" sz="1600">
                  <a:latin typeface="Times New Roman" pitchFamily="18" charset="0"/>
                </a:rPr>
                <a:t>đ</a:t>
              </a:r>
              <a:r>
                <a:rPr lang="en-US" altLang="en-US" sz="1600">
                  <a:latin typeface="Times New Roman" pitchFamily="18" charset="0"/>
                </a:rPr>
                <a:t>ại</a:t>
              </a:r>
            </a:p>
          </p:txBody>
        </p:sp>
      </p:grpSp>
    </p:spTree>
    <p:extLst>
      <p:ext uri="{BB962C8B-B14F-4D97-AF65-F5344CB8AC3E}">
        <p14:creationId xmlns:p14="http://schemas.microsoft.com/office/powerpoint/2010/main" val="156550903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2238"/>
            <a:ext cx="7924800" cy="1295400"/>
          </a:xfrm>
        </p:spPr>
        <p:txBody>
          <a:bodyPr/>
          <a:lstStyle/>
          <a:p>
            <a:r>
              <a:rPr lang="en-US" sz="3500" smtClean="0"/>
              <a:t>Mạch tách sóng FM </a:t>
            </a:r>
            <a:br>
              <a:rPr lang="en-US" sz="3500" smtClean="0"/>
            </a:br>
            <a:r>
              <a:rPr lang="en-US" sz="3500" smtClean="0"/>
              <a:t> PLL XR-2212</a:t>
            </a:r>
            <a:endParaRPr lang="en-US" sz="3500"/>
          </a:p>
        </p:txBody>
      </p:sp>
      <p:pic>
        <p:nvPicPr>
          <p:cNvPr id="4608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1447800"/>
            <a:ext cx="6881812" cy="507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9181599"/>
      </p:ext>
    </p:extLst>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529</TotalTime>
  <Words>5390</Words>
  <Application>Microsoft Office PowerPoint</Application>
  <PresentationFormat>On-screen Show (4:3)</PresentationFormat>
  <Paragraphs>723</Paragraphs>
  <Slides>66</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66</vt:i4>
      </vt:variant>
    </vt:vector>
  </HeadingPairs>
  <TitlesOfParts>
    <vt:vector size="79" baseType="lpstr">
      <vt:lpstr>MS PGothic</vt:lpstr>
      <vt:lpstr>.VnTime</vt:lpstr>
      <vt:lpstr>Arial</vt:lpstr>
      <vt:lpstr>Constantia</vt:lpstr>
      <vt:lpstr>Courier New</vt:lpstr>
      <vt:lpstr>MS Mincho</vt:lpstr>
      <vt:lpstr>Symbol</vt:lpstr>
      <vt:lpstr>Times New Roman</vt:lpstr>
      <vt:lpstr>Vn Time Bold</vt:lpstr>
      <vt:lpstr>Wingdings</vt:lpstr>
      <vt:lpstr>Network</vt:lpstr>
      <vt:lpstr>Equation</vt:lpstr>
      <vt:lpstr>Visio</vt:lpstr>
      <vt:lpstr> Chương 5:  Điều chế và Giải điều chế</vt:lpstr>
      <vt:lpstr>Chương 6 Điều chế và Giải điều chế</vt:lpstr>
      <vt:lpstr>Khái niệm</vt:lpstr>
      <vt:lpstr>1. Điều chế biên độ (AM) 2. Điều chế tần số (FM) 3. Điều chế pha (PM</vt:lpstr>
      <vt:lpstr>ĐIỀU CHẾ BIÊN ĐỘ (AM)</vt:lpstr>
      <vt:lpstr>PowerPoint Presentation</vt:lpstr>
      <vt:lpstr>PowerPoint Presentation</vt:lpstr>
      <vt:lpstr>PowerPoint Presentation</vt:lpstr>
      <vt:lpstr>PowerPoint Presentation</vt:lpstr>
      <vt:lpstr>Quan hệ năng lượng trong điều chế biên độ</vt:lpstr>
      <vt:lpstr>Mạch điều biên</vt:lpstr>
      <vt:lpstr>PowerPoint Presentation</vt:lpstr>
      <vt:lpstr>PowerPoint Presentation</vt:lpstr>
      <vt:lpstr>Các kiểu mạch điều biên </vt:lpstr>
      <vt:lpstr>Mạch điều biên đơn (dùng 1 diode)</vt:lpstr>
      <vt:lpstr>Mạch điều biên đơn (dùng 1 diode)</vt:lpstr>
      <vt:lpstr>Mạch điều biên cân bằng  (dùng 2 diode)</vt:lpstr>
      <vt:lpstr>Mạch điều biên cân bằng  (dùng 2 diode)</vt:lpstr>
      <vt:lpstr>Mạch điều biên cân bằng              (dùng 2 Transistor)</vt:lpstr>
      <vt:lpstr>Mạch điều biên vòng</vt:lpstr>
      <vt:lpstr>Mạch điều biên vòng</vt:lpstr>
      <vt:lpstr>PowerPoint Presentation</vt:lpstr>
      <vt:lpstr>Mạch điều chế đơn biên</vt:lpstr>
      <vt:lpstr>Các phương pháp điều chế đơn biên</vt:lpstr>
      <vt:lpstr>Các phương pháp điều chế đơn biên</vt:lpstr>
      <vt:lpstr>Phương pháp lọc</vt:lpstr>
      <vt:lpstr>Phương pháp lọc</vt:lpstr>
      <vt:lpstr>Phương pháp lọc</vt:lpstr>
      <vt:lpstr>Phương pháp lọc</vt:lpstr>
      <vt:lpstr>Phương pháp quay pha</vt:lpstr>
      <vt:lpstr>Phương pháp quay pha</vt:lpstr>
      <vt:lpstr>Phương pháp quay pha</vt:lpstr>
      <vt:lpstr>Phương pháp lọc và quay pha kết hợp</vt:lpstr>
      <vt:lpstr>Phương pháp lọc và quay pha kết hợp</vt:lpstr>
      <vt:lpstr>Phương pháp lọc và quay pha kết hợp</vt:lpstr>
      <vt:lpstr>Điều tần (FM) và điều pha (PM)</vt:lpstr>
      <vt:lpstr>Các công thức cơ bản và mối quan hệ của 2 phương pháp FM và PM</vt:lpstr>
      <vt:lpstr>Các công thức cơ bản và mối quan hệ của 2 phương pháp FM và PM</vt:lpstr>
      <vt:lpstr>Các công thức cơ bản và mối quan hệ của 2 phương pháp FM và PM</vt:lpstr>
      <vt:lpstr>Mạch điều tần</vt:lpstr>
      <vt:lpstr>Mạch điều tần</vt:lpstr>
      <vt:lpstr>Mạch điều tần</vt:lpstr>
      <vt:lpstr>Mạch điều tần dùng diode biến dung</vt:lpstr>
      <vt:lpstr>Mạch điều tần</vt:lpstr>
      <vt:lpstr>Mạch điều pha</vt:lpstr>
      <vt:lpstr>Mạch điều pha dùng mạch cộng hưởng</vt:lpstr>
      <vt:lpstr>1.  Giải điều chế biên độ (AM) 2. Giải điều chế tần số (FM) 3. Giả điều chế pha (PM</vt:lpstr>
      <vt:lpstr>giải điều chế tương tự (TÁCH SÓNG) </vt:lpstr>
      <vt:lpstr>Khái niệm </vt:lpstr>
      <vt:lpstr>TÁCH SÓNG TÍN HIỆU ĐIỀU BIÊN </vt:lpstr>
      <vt:lpstr>Mạch tách sóng biên độ</vt:lpstr>
      <vt:lpstr>Mạch tách sóng biên độ dùng mạch chỉnh lưu </vt:lpstr>
      <vt:lpstr>Mạch tách sóng biên độ dùng mạch chỉnh lưu</vt:lpstr>
      <vt:lpstr>Tách sóng dùng mạch nhân tương tự</vt:lpstr>
      <vt:lpstr>Tách sóng tín hiệu đơn biên </vt:lpstr>
      <vt:lpstr>TÁCH SÓNG TÍN HIỆU ĐIỀU TẦN VÀ ĐIỀU PHA</vt:lpstr>
      <vt:lpstr>Mạch tách sóng biên độ để tách sóng tần số </vt:lpstr>
      <vt:lpstr>VÒNG KHÓA PHA PLL   (PHASE LOCKED LOOP) </vt:lpstr>
      <vt:lpstr>VÒNG KHÓA PHA PLL   (PHASE LOCKED LOOP)</vt:lpstr>
      <vt:lpstr>VÒNG KHÓA PHA PLL </vt:lpstr>
      <vt:lpstr>NGUYÊN TẮC HOẠT ĐỘNG VÒNG KHÓA PHA PLL</vt:lpstr>
      <vt:lpstr>ỨNG DỤNG VÒNG KHÓA PHA PLL</vt:lpstr>
      <vt:lpstr>Tách sóng tín hiệu điều tần</vt:lpstr>
      <vt:lpstr>Tổng hợp tần số</vt:lpstr>
      <vt:lpstr>Đồng bộ tần số</vt:lpstr>
      <vt:lpstr>Mạch tách sóng FM   PLL XR-2212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ĐIỆN TỬ TƯƠNG TỰ NÂNG CAO</dc:title>
  <dc:creator>Pham Thanh Huyen</dc:creator>
  <cp:lastModifiedBy>Admin</cp:lastModifiedBy>
  <cp:revision>26</cp:revision>
  <dcterms:created xsi:type="dcterms:W3CDTF">2017-08-03T03:41:49Z</dcterms:created>
  <dcterms:modified xsi:type="dcterms:W3CDTF">2019-12-23T15:22:39Z</dcterms:modified>
</cp:coreProperties>
</file>