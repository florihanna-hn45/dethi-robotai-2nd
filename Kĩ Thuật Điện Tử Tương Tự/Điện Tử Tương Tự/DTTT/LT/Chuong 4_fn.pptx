
<file path=[Content_Types].xml><?xml version="1.0" encoding="utf-8"?>
<Types xmlns="http://schemas.openxmlformats.org/package/2006/content-types">
  <Default Extension="png" ContentType="image/png"/>
  <Default Extension="vsd" ContentType="application/vnd.visio"/>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33"/>
  </p:notesMasterIdLst>
  <p:sldIdLst>
    <p:sldId id="256" r:id="rId2"/>
    <p:sldId id="257" r:id="rId3"/>
    <p:sldId id="258" r:id="rId4"/>
    <p:sldId id="259" r:id="rId5"/>
    <p:sldId id="270" r:id="rId6"/>
    <p:sldId id="260" r:id="rId7"/>
    <p:sldId id="283" r:id="rId8"/>
    <p:sldId id="261" r:id="rId9"/>
    <p:sldId id="271" r:id="rId10"/>
    <p:sldId id="272" r:id="rId11"/>
    <p:sldId id="273" r:id="rId12"/>
    <p:sldId id="281" r:id="rId13"/>
    <p:sldId id="264" r:id="rId14"/>
    <p:sldId id="265" r:id="rId15"/>
    <p:sldId id="266" r:id="rId16"/>
    <p:sldId id="267" r:id="rId17"/>
    <p:sldId id="274" r:id="rId18"/>
    <p:sldId id="282" r:id="rId19"/>
    <p:sldId id="275" r:id="rId20"/>
    <p:sldId id="276" r:id="rId21"/>
    <p:sldId id="277" r:id="rId22"/>
    <p:sldId id="278" r:id="rId23"/>
    <p:sldId id="279" r:id="rId24"/>
    <p:sldId id="280" r:id="rId25"/>
    <p:sldId id="284" r:id="rId26"/>
    <p:sldId id="285" r:id="rId27"/>
    <p:sldId id="286" r:id="rId28"/>
    <p:sldId id="268" r:id="rId29"/>
    <p:sldId id="287" r:id="rId30"/>
    <p:sldId id="288" r:id="rId31"/>
    <p:sldId id="269" r:id="rId3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0000FF"/>
    <a:srgbClr val="FF0000"/>
    <a:srgbClr val="FFFF99"/>
    <a:srgbClr val="66FFFF"/>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6" d="100"/>
          <a:sy n="66" d="100"/>
        </p:scale>
        <p:origin x="-1205"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image" Target="../media/image2.jpg"/></Relationships>
</file>

<file path=ppt/diagrams/_rels/data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2.jpg"/><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image" Target="../media/image9.jpg"/></Relationships>
</file>

<file path=ppt/diagrams/_rels/drawing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image" Target="../media/image2.jpg"/></Relationships>
</file>

<file path=ppt/diagrams/_rels/drawing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2.jpg"/><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image" Target="../media/image9.jp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E3B8CEB-0E4F-48B1-B2CA-B55610E7AFC5}" type="doc">
      <dgm:prSet loTypeId="urn:microsoft.com/office/officeart/2005/8/layout/vList4" loCatId="list" qsTypeId="urn:microsoft.com/office/officeart/2005/8/quickstyle/simple1" qsCatId="simple" csTypeId="urn:microsoft.com/office/officeart/2005/8/colors/accent1_2" csCatId="accent1" phldr="1"/>
      <dgm:spPr/>
      <dgm:t>
        <a:bodyPr/>
        <a:lstStyle/>
        <a:p>
          <a:endParaRPr lang="en-US"/>
        </a:p>
      </dgm:t>
    </dgm:pt>
    <dgm:pt modelId="{87B1D306-608B-4D10-9CF1-F0734E00F0D5}">
      <dgm:prSet phldrT="[Text]" custT="1"/>
      <dgm:spPr/>
      <dgm:t>
        <a:bodyPr/>
        <a:lstStyle/>
        <a:p>
          <a:r>
            <a:rPr lang="en-US" sz="2400" smtClean="0">
              <a:latin typeface="Constantia" pitchFamily="18" charset="0"/>
            </a:rPr>
            <a:t>Cơ bản về bộ khuếch đại thuật toán</a:t>
          </a:r>
          <a:endParaRPr lang="en-US" sz="2400">
            <a:latin typeface="Constantia" pitchFamily="18" charset="0"/>
          </a:endParaRPr>
        </a:p>
      </dgm:t>
    </dgm:pt>
    <dgm:pt modelId="{028D2187-B85F-4EA2-9BC8-661E07734F83}" type="parTrans" cxnId="{5CDC975F-7840-46D7-91ED-E471E1F9EECC}">
      <dgm:prSet/>
      <dgm:spPr/>
      <dgm:t>
        <a:bodyPr/>
        <a:lstStyle/>
        <a:p>
          <a:endParaRPr lang="en-US"/>
        </a:p>
      </dgm:t>
    </dgm:pt>
    <dgm:pt modelId="{C94EBBCE-F8DC-4262-BFC5-ECB21D7D9EE9}" type="sibTrans" cxnId="{5CDC975F-7840-46D7-91ED-E471E1F9EECC}">
      <dgm:prSet/>
      <dgm:spPr/>
      <dgm:t>
        <a:bodyPr/>
        <a:lstStyle/>
        <a:p>
          <a:endParaRPr lang="en-US"/>
        </a:p>
      </dgm:t>
    </dgm:pt>
    <dgm:pt modelId="{82DA00B0-0308-4669-9CFE-8FE584A170ED}">
      <dgm:prSet phldrT="[Text]" custT="1"/>
      <dgm:spPr/>
      <dgm:t>
        <a:bodyPr/>
        <a:lstStyle/>
        <a:p>
          <a:r>
            <a:rPr lang="en-US" sz="2400" smtClean="0">
              <a:latin typeface="Constantia" pitchFamily="18" charset="0"/>
            </a:rPr>
            <a:t>Các tham số của bộ khuếch đại thuật toán</a:t>
          </a:r>
          <a:endParaRPr lang="en-US" sz="2400">
            <a:latin typeface="Constantia" pitchFamily="18" charset="0"/>
          </a:endParaRPr>
        </a:p>
      </dgm:t>
    </dgm:pt>
    <dgm:pt modelId="{004444BD-84FA-4F88-8DFD-BEE99A3018BE}" type="parTrans" cxnId="{E3688A07-EE0D-4323-AF1A-1F6C6A04ABC1}">
      <dgm:prSet/>
      <dgm:spPr/>
      <dgm:t>
        <a:bodyPr/>
        <a:lstStyle/>
        <a:p>
          <a:endParaRPr lang="en-US"/>
        </a:p>
      </dgm:t>
    </dgm:pt>
    <dgm:pt modelId="{74492B11-7E9F-45CD-9EA0-3EA38FD15312}" type="sibTrans" cxnId="{E3688A07-EE0D-4323-AF1A-1F6C6A04ABC1}">
      <dgm:prSet/>
      <dgm:spPr/>
      <dgm:t>
        <a:bodyPr/>
        <a:lstStyle/>
        <a:p>
          <a:endParaRPr lang="en-US"/>
        </a:p>
      </dgm:t>
    </dgm:pt>
    <dgm:pt modelId="{6A191054-FBB6-4664-A810-8D0D750194B6}">
      <dgm:prSet phldrT="[Text]" custT="1"/>
      <dgm:spPr/>
      <dgm:t>
        <a:bodyPr/>
        <a:lstStyle/>
        <a:p>
          <a:r>
            <a:rPr lang="en-US" sz="2400" smtClean="0">
              <a:latin typeface="Constantia" pitchFamily="18" charset="0"/>
            </a:rPr>
            <a:t>Các mạch ứng dụng cơ bản của bộ khuếch đại thuật toán</a:t>
          </a:r>
          <a:endParaRPr lang="en-US" sz="2400">
            <a:latin typeface="Constantia" pitchFamily="18" charset="0"/>
          </a:endParaRPr>
        </a:p>
      </dgm:t>
    </dgm:pt>
    <dgm:pt modelId="{950A1685-8D29-445D-BAFF-116AF6F84F95}" type="sibTrans" cxnId="{63C45BFA-7C50-4956-85A3-DB8461A953FB}">
      <dgm:prSet/>
      <dgm:spPr/>
      <dgm:t>
        <a:bodyPr/>
        <a:lstStyle/>
        <a:p>
          <a:endParaRPr lang="en-US"/>
        </a:p>
      </dgm:t>
    </dgm:pt>
    <dgm:pt modelId="{EA54FA33-1258-45CD-BE63-45F09CD46DDE}" type="parTrans" cxnId="{63C45BFA-7C50-4956-85A3-DB8461A953FB}">
      <dgm:prSet/>
      <dgm:spPr/>
      <dgm:t>
        <a:bodyPr/>
        <a:lstStyle/>
        <a:p>
          <a:endParaRPr lang="en-US"/>
        </a:p>
      </dgm:t>
    </dgm:pt>
    <dgm:pt modelId="{D3AC5845-00AB-4490-BE97-E6EAA65E1A93}" type="pres">
      <dgm:prSet presAssocID="{8E3B8CEB-0E4F-48B1-B2CA-B55610E7AFC5}" presName="linear" presStyleCnt="0">
        <dgm:presLayoutVars>
          <dgm:dir/>
          <dgm:resizeHandles val="exact"/>
        </dgm:presLayoutVars>
      </dgm:prSet>
      <dgm:spPr/>
      <dgm:t>
        <a:bodyPr/>
        <a:lstStyle/>
        <a:p>
          <a:endParaRPr lang="en-US"/>
        </a:p>
      </dgm:t>
    </dgm:pt>
    <dgm:pt modelId="{56150136-90D5-4C32-B433-4B18D14AA277}" type="pres">
      <dgm:prSet presAssocID="{87B1D306-608B-4D10-9CF1-F0734E00F0D5}" presName="comp" presStyleCnt="0"/>
      <dgm:spPr/>
    </dgm:pt>
    <dgm:pt modelId="{78452B7C-B510-4209-95C0-2994B7813A65}" type="pres">
      <dgm:prSet presAssocID="{87B1D306-608B-4D10-9CF1-F0734E00F0D5}" presName="box" presStyleLbl="node1" presStyleIdx="0" presStyleCnt="3"/>
      <dgm:spPr/>
      <dgm:t>
        <a:bodyPr/>
        <a:lstStyle/>
        <a:p>
          <a:endParaRPr lang="en-US"/>
        </a:p>
      </dgm:t>
    </dgm:pt>
    <dgm:pt modelId="{EB0D162E-E264-43AC-80D8-97DB9D8159A8}" type="pres">
      <dgm:prSet presAssocID="{87B1D306-608B-4D10-9CF1-F0734E00F0D5}" presName="img" presStyleLbl="fgImgPlace1" presStyleIdx="0" presStyleCnt="3" custScaleX="91667"/>
      <dgm:spPr>
        <a:blipFill>
          <a:blip xmlns:r="http://schemas.openxmlformats.org/officeDocument/2006/relationships" r:embed="rId1">
            <a:extLst>
              <a:ext uri="{28A0092B-C50C-407E-A947-70E740481C1C}">
                <a14:useLocalDpi xmlns:a14="http://schemas.microsoft.com/office/drawing/2010/main" val="0"/>
              </a:ext>
            </a:extLst>
          </a:blip>
          <a:srcRect/>
          <a:stretch>
            <a:fillRect t="-5000" b="-5000"/>
          </a:stretch>
        </a:blipFill>
      </dgm:spPr>
    </dgm:pt>
    <dgm:pt modelId="{75684D0D-129E-44DA-B4CE-432071586365}" type="pres">
      <dgm:prSet presAssocID="{87B1D306-608B-4D10-9CF1-F0734E00F0D5}" presName="text" presStyleLbl="node1" presStyleIdx="0" presStyleCnt="3">
        <dgm:presLayoutVars>
          <dgm:bulletEnabled val="1"/>
        </dgm:presLayoutVars>
      </dgm:prSet>
      <dgm:spPr/>
      <dgm:t>
        <a:bodyPr/>
        <a:lstStyle/>
        <a:p>
          <a:endParaRPr lang="en-US"/>
        </a:p>
      </dgm:t>
    </dgm:pt>
    <dgm:pt modelId="{E63193AC-F796-44E8-AED7-47B0C4EA2177}" type="pres">
      <dgm:prSet presAssocID="{C94EBBCE-F8DC-4262-BFC5-ECB21D7D9EE9}" presName="spacer" presStyleCnt="0"/>
      <dgm:spPr/>
    </dgm:pt>
    <dgm:pt modelId="{8FEC9C4A-C425-4A1E-8AE4-9665BCD6C95C}" type="pres">
      <dgm:prSet presAssocID="{82DA00B0-0308-4669-9CFE-8FE584A170ED}" presName="comp" presStyleCnt="0"/>
      <dgm:spPr/>
    </dgm:pt>
    <dgm:pt modelId="{3FB3294A-5BE5-4E1D-8F1F-ED22204DA7AA}" type="pres">
      <dgm:prSet presAssocID="{82DA00B0-0308-4669-9CFE-8FE584A170ED}" presName="box" presStyleLbl="node1" presStyleIdx="1" presStyleCnt="3"/>
      <dgm:spPr/>
      <dgm:t>
        <a:bodyPr/>
        <a:lstStyle/>
        <a:p>
          <a:endParaRPr lang="en-US"/>
        </a:p>
      </dgm:t>
    </dgm:pt>
    <dgm:pt modelId="{5187ADFD-DC08-4FEB-9C26-15E98B315B48}" type="pres">
      <dgm:prSet presAssocID="{82DA00B0-0308-4669-9CFE-8FE584A170ED}" presName="img" presStyleLbl="fgImgPlac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a:stretch>
            <a:fillRect t="-10000" b="-10000"/>
          </a:stretch>
        </a:blipFill>
      </dgm:spPr>
    </dgm:pt>
    <dgm:pt modelId="{41C662F5-66D1-405F-AD7A-46B32D31A6BB}" type="pres">
      <dgm:prSet presAssocID="{82DA00B0-0308-4669-9CFE-8FE584A170ED}" presName="text" presStyleLbl="node1" presStyleIdx="1" presStyleCnt="3">
        <dgm:presLayoutVars>
          <dgm:bulletEnabled val="1"/>
        </dgm:presLayoutVars>
      </dgm:prSet>
      <dgm:spPr/>
      <dgm:t>
        <a:bodyPr/>
        <a:lstStyle/>
        <a:p>
          <a:endParaRPr lang="en-US"/>
        </a:p>
      </dgm:t>
    </dgm:pt>
    <dgm:pt modelId="{78120FA2-B748-40C2-B775-D19F2A9EF87A}" type="pres">
      <dgm:prSet presAssocID="{74492B11-7E9F-45CD-9EA0-3EA38FD15312}" presName="spacer" presStyleCnt="0"/>
      <dgm:spPr/>
    </dgm:pt>
    <dgm:pt modelId="{CAA0860C-46C4-4C11-81AC-EA46B9F434BD}" type="pres">
      <dgm:prSet presAssocID="{6A191054-FBB6-4664-A810-8D0D750194B6}" presName="comp" presStyleCnt="0"/>
      <dgm:spPr/>
    </dgm:pt>
    <dgm:pt modelId="{9C74BE59-0445-41DB-AFB6-AEE6A5C8B5A5}" type="pres">
      <dgm:prSet presAssocID="{6A191054-FBB6-4664-A810-8D0D750194B6}" presName="box" presStyleLbl="node1" presStyleIdx="2" presStyleCnt="3"/>
      <dgm:spPr/>
      <dgm:t>
        <a:bodyPr/>
        <a:lstStyle/>
        <a:p>
          <a:endParaRPr lang="en-US"/>
        </a:p>
      </dgm:t>
    </dgm:pt>
    <dgm:pt modelId="{72D2DAFD-BF64-4603-A7B8-90A9EAE5A4CB}" type="pres">
      <dgm:prSet presAssocID="{6A191054-FBB6-4664-A810-8D0D750194B6}" presName="img" presStyleLbl="fgImgPlac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a:stretch>
            <a:fillRect t="-10000" b="-10000"/>
          </a:stretch>
        </a:blipFill>
      </dgm:spPr>
    </dgm:pt>
    <dgm:pt modelId="{0CA8D3A0-C994-4EB9-A0B0-CC5AA4086C1C}" type="pres">
      <dgm:prSet presAssocID="{6A191054-FBB6-4664-A810-8D0D750194B6}" presName="text" presStyleLbl="node1" presStyleIdx="2" presStyleCnt="3">
        <dgm:presLayoutVars>
          <dgm:bulletEnabled val="1"/>
        </dgm:presLayoutVars>
      </dgm:prSet>
      <dgm:spPr/>
      <dgm:t>
        <a:bodyPr/>
        <a:lstStyle/>
        <a:p>
          <a:endParaRPr lang="en-US"/>
        </a:p>
      </dgm:t>
    </dgm:pt>
  </dgm:ptLst>
  <dgm:cxnLst>
    <dgm:cxn modelId="{A06A7B47-4E91-4D5B-BF8E-001B17B6CBD0}" type="presOf" srcId="{8E3B8CEB-0E4F-48B1-B2CA-B55610E7AFC5}" destId="{D3AC5845-00AB-4490-BE97-E6EAA65E1A93}" srcOrd="0" destOrd="0" presId="urn:microsoft.com/office/officeart/2005/8/layout/vList4"/>
    <dgm:cxn modelId="{E3688A07-EE0D-4323-AF1A-1F6C6A04ABC1}" srcId="{8E3B8CEB-0E4F-48B1-B2CA-B55610E7AFC5}" destId="{82DA00B0-0308-4669-9CFE-8FE584A170ED}" srcOrd="1" destOrd="0" parTransId="{004444BD-84FA-4F88-8DFD-BEE99A3018BE}" sibTransId="{74492B11-7E9F-45CD-9EA0-3EA38FD15312}"/>
    <dgm:cxn modelId="{709CCCB4-97E4-489D-98E8-9D7FD5F679A2}" type="presOf" srcId="{6A191054-FBB6-4664-A810-8D0D750194B6}" destId="{0CA8D3A0-C994-4EB9-A0B0-CC5AA4086C1C}" srcOrd="1" destOrd="0" presId="urn:microsoft.com/office/officeart/2005/8/layout/vList4"/>
    <dgm:cxn modelId="{63C45BFA-7C50-4956-85A3-DB8461A953FB}" srcId="{8E3B8CEB-0E4F-48B1-B2CA-B55610E7AFC5}" destId="{6A191054-FBB6-4664-A810-8D0D750194B6}" srcOrd="2" destOrd="0" parTransId="{EA54FA33-1258-45CD-BE63-45F09CD46DDE}" sibTransId="{950A1685-8D29-445D-BAFF-116AF6F84F95}"/>
    <dgm:cxn modelId="{A4857326-57EB-462C-AC51-C6109DD2AEC5}" type="presOf" srcId="{87B1D306-608B-4D10-9CF1-F0734E00F0D5}" destId="{75684D0D-129E-44DA-B4CE-432071586365}" srcOrd="1" destOrd="0" presId="urn:microsoft.com/office/officeart/2005/8/layout/vList4"/>
    <dgm:cxn modelId="{5CDC975F-7840-46D7-91ED-E471E1F9EECC}" srcId="{8E3B8CEB-0E4F-48B1-B2CA-B55610E7AFC5}" destId="{87B1D306-608B-4D10-9CF1-F0734E00F0D5}" srcOrd="0" destOrd="0" parTransId="{028D2187-B85F-4EA2-9BC8-661E07734F83}" sibTransId="{C94EBBCE-F8DC-4262-BFC5-ECB21D7D9EE9}"/>
    <dgm:cxn modelId="{E5B1628B-A2F4-4D3E-B3E9-C24C19B29601}" type="presOf" srcId="{87B1D306-608B-4D10-9CF1-F0734E00F0D5}" destId="{78452B7C-B510-4209-95C0-2994B7813A65}" srcOrd="0" destOrd="0" presId="urn:microsoft.com/office/officeart/2005/8/layout/vList4"/>
    <dgm:cxn modelId="{1A34F95C-5CF8-4445-976D-C44B7F434532}" type="presOf" srcId="{6A191054-FBB6-4664-A810-8D0D750194B6}" destId="{9C74BE59-0445-41DB-AFB6-AEE6A5C8B5A5}" srcOrd="0" destOrd="0" presId="urn:microsoft.com/office/officeart/2005/8/layout/vList4"/>
    <dgm:cxn modelId="{B47B6334-CA4C-4AF2-8127-808CA6EDCEE6}" type="presOf" srcId="{82DA00B0-0308-4669-9CFE-8FE584A170ED}" destId="{3FB3294A-5BE5-4E1D-8F1F-ED22204DA7AA}" srcOrd="0" destOrd="0" presId="urn:microsoft.com/office/officeart/2005/8/layout/vList4"/>
    <dgm:cxn modelId="{022C90A6-7A89-4E7B-AD9B-8C1B0B07196E}" type="presOf" srcId="{82DA00B0-0308-4669-9CFE-8FE584A170ED}" destId="{41C662F5-66D1-405F-AD7A-46B32D31A6BB}" srcOrd="1" destOrd="0" presId="urn:microsoft.com/office/officeart/2005/8/layout/vList4"/>
    <dgm:cxn modelId="{36776659-B34B-4FB1-BCC0-CBB29F83F027}" type="presParOf" srcId="{D3AC5845-00AB-4490-BE97-E6EAA65E1A93}" destId="{56150136-90D5-4C32-B433-4B18D14AA277}" srcOrd="0" destOrd="0" presId="urn:microsoft.com/office/officeart/2005/8/layout/vList4"/>
    <dgm:cxn modelId="{F25F5C52-B83C-4A9D-BA31-6D9CD9A86457}" type="presParOf" srcId="{56150136-90D5-4C32-B433-4B18D14AA277}" destId="{78452B7C-B510-4209-95C0-2994B7813A65}" srcOrd="0" destOrd="0" presId="urn:microsoft.com/office/officeart/2005/8/layout/vList4"/>
    <dgm:cxn modelId="{E8E24DD8-E90B-47EF-B5F0-9CB2BC50FAE9}" type="presParOf" srcId="{56150136-90D5-4C32-B433-4B18D14AA277}" destId="{EB0D162E-E264-43AC-80D8-97DB9D8159A8}" srcOrd="1" destOrd="0" presId="urn:microsoft.com/office/officeart/2005/8/layout/vList4"/>
    <dgm:cxn modelId="{80A229B3-E53D-4E3F-86F0-62390E3143B6}" type="presParOf" srcId="{56150136-90D5-4C32-B433-4B18D14AA277}" destId="{75684D0D-129E-44DA-B4CE-432071586365}" srcOrd="2" destOrd="0" presId="urn:microsoft.com/office/officeart/2005/8/layout/vList4"/>
    <dgm:cxn modelId="{D59CD147-3EE4-4015-9159-2114CF184CA5}" type="presParOf" srcId="{D3AC5845-00AB-4490-BE97-E6EAA65E1A93}" destId="{E63193AC-F796-44E8-AED7-47B0C4EA2177}" srcOrd="1" destOrd="0" presId="urn:microsoft.com/office/officeart/2005/8/layout/vList4"/>
    <dgm:cxn modelId="{7538A65A-FC51-4C01-92C1-388E30EB27FF}" type="presParOf" srcId="{D3AC5845-00AB-4490-BE97-E6EAA65E1A93}" destId="{8FEC9C4A-C425-4A1E-8AE4-9665BCD6C95C}" srcOrd="2" destOrd="0" presId="urn:microsoft.com/office/officeart/2005/8/layout/vList4"/>
    <dgm:cxn modelId="{86C1A082-5CE5-4C56-9FD2-60AD74C336CD}" type="presParOf" srcId="{8FEC9C4A-C425-4A1E-8AE4-9665BCD6C95C}" destId="{3FB3294A-5BE5-4E1D-8F1F-ED22204DA7AA}" srcOrd="0" destOrd="0" presId="urn:microsoft.com/office/officeart/2005/8/layout/vList4"/>
    <dgm:cxn modelId="{897A3050-794C-4BA0-9E1F-CABDF4A3A7DB}" type="presParOf" srcId="{8FEC9C4A-C425-4A1E-8AE4-9665BCD6C95C}" destId="{5187ADFD-DC08-4FEB-9C26-15E98B315B48}" srcOrd="1" destOrd="0" presId="urn:microsoft.com/office/officeart/2005/8/layout/vList4"/>
    <dgm:cxn modelId="{A9879557-EFFF-4245-B2C6-715C6A30707C}" type="presParOf" srcId="{8FEC9C4A-C425-4A1E-8AE4-9665BCD6C95C}" destId="{41C662F5-66D1-405F-AD7A-46B32D31A6BB}" srcOrd="2" destOrd="0" presId="urn:microsoft.com/office/officeart/2005/8/layout/vList4"/>
    <dgm:cxn modelId="{2CF06DAA-03EF-4D45-94D3-28DC82DE7B64}" type="presParOf" srcId="{D3AC5845-00AB-4490-BE97-E6EAA65E1A93}" destId="{78120FA2-B748-40C2-B775-D19F2A9EF87A}" srcOrd="3" destOrd="0" presId="urn:microsoft.com/office/officeart/2005/8/layout/vList4"/>
    <dgm:cxn modelId="{24B16500-4333-41AB-9831-88B1D1703B9A}" type="presParOf" srcId="{D3AC5845-00AB-4490-BE97-E6EAA65E1A93}" destId="{CAA0860C-46C4-4C11-81AC-EA46B9F434BD}" srcOrd="4" destOrd="0" presId="urn:microsoft.com/office/officeart/2005/8/layout/vList4"/>
    <dgm:cxn modelId="{E7CE44B5-D377-4EBC-8425-7F1E0EE9CFBF}" type="presParOf" srcId="{CAA0860C-46C4-4C11-81AC-EA46B9F434BD}" destId="{9C74BE59-0445-41DB-AFB6-AEE6A5C8B5A5}" srcOrd="0" destOrd="0" presId="urn:microsoft.com/office/officeart/2005/8/layout/vList4"/>
    <dgm:cxn modelId="{BFF66E2D-A80A-4354-9D01-5BCA633949A5}" type="presParOf" srcId="{CAA0860C-46C4-4C11-81AC-EA46B9F434BD}" destId="{72D2DAFD-BF64-4603-A7B8-90A9EAE5A4CB}" srcOrd="1" destOrd="0" presId="urn:microsoft.com/office/officeart/2005/8/layout/vList4"/>
    <dgm:cxn modelId="{51CD80F9-4387-4ED5-B6D2-397F4A940B13}" type="presParOf" srcId="{CAA0860C-46C4-4C11-81AC-EA46B9F434BD}" destId="{0CA8D3A0-C994-4EB9-A0B0-CC5AA4086C1C}" srcOrd="2" destOrd="0" presId="urn:microsoft.com/office/officeart/2005/8/layout/vList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4851896-940C-4624-AD76-DF2669D1DF18}" type="doc">
      <dgm:prSet loTypeId="urn:microsoft.com/office/officeart/2005/8/layout/vList3" loCatId="list" qsTypeId="urn:microsoft.com/office/officeart/2005/8/quickstyle/simple1" qsCatId="simple" csTypeId="urn:microsoft.com/office/officeart/2005/8/colors/accent1_2" csCatId="accent1" phldr="1"/>
      <dgm:spPr/>
    </dgm:pt>
    <dgm:pt modelId="{B80D0787-4B2E-4BEA-BA17-6119FB05CFCC}">
      <dgm:prSet phldrT="[Text]" custT="1"/>
      <dgm:spPr/>
      <dgm:t>
        <a:bodyPr/>
        <a:lstStyle/>
        <a:p>
          <a:r>
            <a:rPr lang="en-US" sz="2000" smtClean="0">
              <a:latin typeface="Constantia" pitchFamily="18" charset="0"/>
            </a:rPr>
            <a:t>Hệ số khuếch đại</a:t>
          </a:r>
          <a:endParaRPr lang="en-US" sz="2000">
            <a:latin typeface="Constantia" pitchFamily="18" charset="0"/>
          </a:endParaRPr>
        </a:p>
      </dgm:t>
    </dgm:pt>
    <dgm:pt modelId="{D6453A5C-530C-424B-8C47-4DFC3600074C}" type="parTrans" cxnId="{221ABF47-B116-40F9-B16C-9DAA97EAECAC}">
      <dgm:prSet/>
      <dgm:spPr/>
      <dgm:t>
        <a:bodyPr/>
        <a:lstStyle/>
        <a:p>
          <a:endParaRPr lang="en-US"/>
        </a:p>
      </dgm:t>
    </dgm:pt>
    <dgm:pt modelId="{C1BCB73E-C2ED-4297-ABD0-462839344445}" type="sibTrans" cxnId="{221ABF47-B116-40F9-B16C-9DAA97EAECAC}">
      <dgm:prSet/>
      <dgm:spPr/>
      <dgm:t>
        <a:bodyPr/>
        <a:lstStyle/>
        <a:p>
          <a:endParaRPr lang="en-US"/>
        </a:p>
      </dgm:t>
    </dgm:pt>
    <dgm:pt modelId="{EA4283BB-E9F2-4BA6-A9C0-72B8351674D9}">
      <dgm:prSet phldrT="[Text]" custT="1"/>
      <dgm:spPr/>
      <dgm:t>
        <a:bodyPr/>
        <a:lstStyle/>
        <a:p>
          <a:r>
            <a:rPr lang="en-US" sz="2000" smtClean="0">
              <a:latin typeface="Constantia" pitchFamily="18" charset="0"/>
            </a:rPr>
            <a:t>Sơ đồ tương đương</a:t>
          </a:r>
          <a:endParaRPr lang="en-US" sz="2000">
            <a:latin typeface="Constantia" pitchFamily="18" charset="0"/>
          </a:endParaRPr>
        </a:p>
      </dgm:t>
    </dgm:pt>
    <dgm:pt modelId="{6D4A1651-C172-420E-83DF-F91850545420}" type="parTrans" cxnId="{2016F09C-4EE9-4CD2-B9EF-DC9C2551F223}">
      <dgm:prSet/>
      <dgm:spPr/>
      <dgm:t>
        <a:bodyPr/>
        <a:lstStyle/>
        <a:p>
          <a:endParaRPr lang="en-US"/>
        </a:p>
      </dgm:t>
    </dgm:pt>
    <dgm:pt modelId="{09129C8C-2EAA-4D66-BA73-BC3AEA504BB2}" type="sibTrans" cxnId="{2016F09C-4EE9-4CD2-B9EF-DC9C2551F223}">
      <dgm:prSet/>
      <dgm:spPr/>
      <dgm:t>
        <a:bodyPr/>
        <a:lstStyle/>
        <a:p>
          <a:endParaRPr lang="en-US"/>
        </a:p>
      </dgm:t>
    </dgm:pt>
    <dgm:pt modelId="{01FE3118-AB65-4970-A573-383D98B58DED}">
      <dgm:prSet phldrT="[Text]" custT="1"/>
      <dgm:spPr/>
      <dgm:t>
        <a:bodyPr/>
        <a:lstStyle/>
        <a:p>
          <a:r>
            <a:rPr lang="en-US" sz="2000" smtClean="0">
              <a:latin typeface="Constantia" pitchFamily="18" charset="0"/>
            </a:rPr>
            <a:t>Đặc tuyến truyền đạt</a:t>
          </a:r>
          <a:endParaRPr lang="en-US" sz="2000">
            <a:latin typeface="Constantia" pitchFamily="18" charset="0"/>
          </a:endParaRPr>
        </a:p>
      </dgm:t>
    </dgm:pt>
    <dgm:pt modelId="{ED390F7B-80BA-46B8-9C47-B308FF97D922}" type="parTrans" cxnId="{E6EE42A0-B8A4-428B-9723-3E09BE87500B}">
      <dgm:prSet/>
      <dgm:spPr/>
      <dgm:t>
        <a:bodyPr/>
        <a:lstStyle/>
        <a:p>
          <a:endParaRPr lang="en-US"/>
        </a:p>
      </dgm:t>
    </dgm:pt>
    <dgm:pt modelId="{241BADAD-787A-4BC1-BEC8-BFE67934FD3A}" type="sibTrans" cxnId="{E6EE42A0-B8A4-428B-9723-3E09BE87500B}">
      <dgm:prSet/>
      <dgm:spPr/>
      <dgm:t>
        <a:bodyPr/>
        <a:lstStyle/>
        <a:p>
          <a:endParaRPr lang="en-US"/>
        </a:p>
      </dgm:t>
    </dgm:pt>
    <dgm:pt modelId="{0FBA5A9A-E98D-45EF-BF80-533B54FFE99B}">
      <dgm:prSet phldrT="[Text]" custT="1"/>
      <dgm:spPr/>
      <dgm:t>
        <a:bodyPr/>
        <a:lstStyle/>
        <a:p>
          <a:r>
            <a:rPr lang="en-US" sz="2000" smtClean="0">
              <a:latin typeface="Constantia" pitchFamily="18" charset="0"/>
            </a:rPr>
            <a:t>Đáp ứng tần số </a:t>
          </a:r>
          <a:endParaRPr lang="en-US" sz="2000">
            <a:latin typeface="Constantia" pitchFamily="18" charset="0"/>
          </a:endParaRPr>
        </a:p>
      </dgm:t>
    </dgm:pt>
    <dgm:pt modelId="{2F19B576-357E-413C-8B49-35E84D9E4519}" type="parTrans" cxnId="{C7FCC5A2-0349-41F5-AA52-6C19E407A3A1}">
      <dgm:prSet/>
      <dgm:spPr/>
      <dgm:t>
        <a:bodyPr/>
        <a:lstStyle/>
        <a:p>
          <a:endParaRPr lang="en-US"/>
        </a:p>
      </dgm:t>
    </dgm:pt>
    <dgm:pt modelId="{7E63AD6D-C3D5-42CC-8453-9E3FE85FB26A}" type="sibTrans" cxnId="{C7FCC5A2-0349-41F5-AA52-6C19E407A3A1}">
      <dgm:prSet/>
      <dgm:spPr/>
      <dgm:t>
        <a:bodyPr/>
        <a:lstStyle/>
        <a:p>
          <a:endParaRPr lang="en-US"/>
        </a:p>
      </dgm:t>
    </dgm:pt>
    <dgm:pt modelId="{FA78A151-8E1A-4E50-87F3-D93A73784025}">
      <dgm:prSet phldrT="[Text]" custT="1"/>
      <dgm:spPr/>
      <dgm:t>
        <a:bodyPr/>
        <a:lstStyle/>
        <a:p>
          <a:r>
            <a:rPr lang="en-US" sz="2000" smtClean="0">
              <a:latin typeface="Constantia" pitchFamily="18" charset="0"/>
            </a:rPr>
            <a:t>Tỷ số nén tín hiệu đồng pha</a:t>
          </a:r>
          <a:endParaRPr lang="en-US" sz="2000">
            <a:latin typeface="Constantia" pitchFamily="18" charset="0"/>
          </a:endParaRPr>
        </a:p>
      </dgm:t>
    </dgm:pt>
    <dgm:pt modelId="{A36EB5FC-E6A4-4F21-AD6F-B494E6D4BDDC}" type="parTrans" cxnId="{607D6CB4-D0FC-49B2-843B-A5F1B6395213}">
      <dgm:prSet/>
      <dgm:spPr/>
      <dgm:t>
        <a:bodyPr/>
        <a:lstStyle/>
        <a:p>
          <a:endParaRPr lang="en-US"/>
        </a:p>
      </dgm:t>
    </dgm:pt>
    <dgm:pt modelId="{E8C30CF0-7F88-486E-889D-F330E6A4DD41}" type="sibTrans" cxnId="{607D6CB4-D0FC-49B2-843B-A5F1B6395213}">
      <dgm:prSet/>
      <dgm:spPr/>
      <dgm:t>
        <a:bodyPr/>
        <a:lstStyle/>
        <a:p>
          <a:endParaRPr lang="en-US"/>
        </a:p>
      </dgm:t>
    </dgm:pt>
    <dgm:pt modelId="{1BD0FD33-976F-499C-B049-EBE8E53C6A5B}">
      <dgm:prSet phldrT="[Text]" custT="1"/>
      <dgm:spPr/>
      <dgm:t>
        <a:bodyPr/>
        <a:lstStyle/>
        <a:p>
          <a:r>
            <a:rPr lang="en-US" sz="2000" smtClean="0">
              <a:latin typeface="Constantia" pitchFamily="18" charset="0"/>
            </a:rPr>
            <a:t>Điện áp </a:t>
          </a:r>
          <a:r>
            <a:rPr lang="en-US" sz="1800" smtClean="0">
              <a:latin typeface="Constantia" pitchFamily="18" charset="0"/>
            </a:rPr>
            <a:t>lệch 0</a:t>
          </a:r>
          <a:endParaRPr lang="en-US" sz="1800">
            <a:latin typeface="Constantia" pitchFamily="18" charset="0"/>
          </a:endParaRPr>
        </a:p>
      </dgm:t>
    </dgm:pt>
    <dgm:pt modelId="{DC492E6E-68B3-497D-A8FF-031D9CD1ADA5}" type="parTrans" cxnId="{68A70B6A-8D67-4383-9495-98BD603330EE}">
      <dgm:prSet/>
      <dgm:spPr/>
      <dgm:t>
        <a:bodyPr/>
        <a:lstStyle/>
        <a:p>
          <a:endParaRPr lang="en-US"/>
        </a:p>
      </dgm:t>
    </dgm:pt>
    <dgm:pt modelId="{F2199E8C-076A-442E-926A-506427ECD40E}" type="sibTrans" cxnId="{68A70B6A-8D67-4383-9495-98BD603330EE}">
      <dgm:prSet/>
      <dgm:spPr/>
      <dgm:t>
        <a:bodyPr/>
        <a:lstStyle/>
        <a:p>
          <a:endParaRPr lang="en-US"/>
        </a:p>
      </dgm:t>
    </dgm:pt>
    <dgm:pt modelId="{C9502676-8BC4-497B-B771-47A77C7660E7}" type="pres">
      <dgm:prSet presAssocID="{04851896-940C-4624-AD76-DF2669D1DF18}" presName="linearFlow" presStyleCnt="0">
        <dgm:presLayoutVars>
          <dgm:dir/>
          <dgm:resizeHandles val="exact"/>
        </dgm:presLayoutVars>
      </dgm:prSet>
      <dgm:spPr/>
    </dgm:pt>
    <dgm:pt modelId="{071E8864-7474-43A5-948E-B7C2FD0087A0}" type="pres">
      <dgm:prSet presAssocID="{B80D0787-4B2E-4BEA-BA17-6119FB05CFCC}" presName="composite" presStyleCnt="0"/>
      <dgm:spPr/>
    </dgm:pt>
    <dgm:pt modelId="{E69643D2-FB8D-4030-938F-651FBD4B3D0A}" type="pres">
      <dgm:prSet presAssocID="{B80D0787-4B2E-4BEA-BA17-6119FB05CFCC}" presName="imgShp" presStyleLbl="fgImgPlace1" presStyleIdx="0" presStyleCnt="6"/>
      <dgm:spPr>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FC7621F0-5746-4163-8550-0BDB2E4D18F2}" type="pres">
      <dgm:prSet presAssocID="{B80D0787-4B2E-4BEA-BA17-6119FB05CFCC}" presName="txShp" presStyleLbl="node1" presStyleIdx="0" presStyleCnt="6">
        <dgm:presLayoutVars>
          <dgm:bulletEnabled val="1"/>
        </dgm:presLayoutVars>
      </dgm:prSet>
      <dgm:spPr/>
      <dgm:t>
        <a:bodyPr/>
        <a:lstStyle/>
        <a:p>
          <a:endParaRPr lang="en-US"/>
        </a:p>
      </dgm:t>
    </dgm:pt>
    <dgm:pt modelId="{01F4688D-E459-446B-99F2-25C31C3E0A6E}" type="pres">
      <dgm:prSet presAssocID="{C1BCB73E-C2ED-4297-ABD0-462839344445}" presName="spacing" presStyleCnt="0"/>
      <dgm:spPr/>
    </dgm:pt>
    <dgm:pt modelId="{150FC8B3-0A61-4ED0-B91E-63982E75ACC1}" type="pres">
      <dgm:prSet presAssocID="{EA4283BB-E9F2-4BA6-A9C0-72B8351674D9}" presName="composite" presStyleCnt="0"/>
      <dgm:spPr/>
    </dgm:pt>
    <dgm:pt modelId="{29C1F0FD-3B94-45DE-9EF6-699A0F068FE7}" type="pres">
      <dgm:prSet presAssocID="{EA4283BB-E9F2-4BA6-A9C0-72B8351674D9}" presName="imgShp" presStyleLbl="fgImgPlace1" presStyleIdx="1" presStyleCnt="6"/>
      <dgm:spPr>
        <a:blipFill>
          <a:blip xmlns:r="http://schemas.openxmlformats.org/officeDocument/2006/relationships" r:embed="rId2" cstate="print">
            <a:extLst>
              <a:ext uri="{28A0092B-C50C-407E-A947-70E740481C1C}">
                <a14:useLocalDpi xmlns:a14="http://schemas.microsoft.com/office/drawing/2010/main" val="0"/>
              </a:ext>
            </a:extLst>
          </a:blip>
          <a:srcRect/>
          <a:stretch>
            <a:fillRect/>
          </a:stretch>
        </a:blipFill>
      </dgm:spPr>
    </dgm:pt>
    <dgm:pt modelId="{46FAF363-3D6B-46BF-BD50-934B4BE44E91}" type="pres">
      <dgm:prSet presAssocID="{EA4283BB-E9F2-4BA6-A9C0-72B8351674D9}" presName="txShp" presStyleLbl="node1" presStyleIdx="1" presStyleCnt="6">
        <dgm:presLayoutVars>
          <dgm:bulletEnabled val="1"/>
        </dgm:presLayoutVars>
      </dgm:prSet>
      <dgm:spPr/>
      <dgm:t>
        <a:bodyPr/>
        <a:lstStyle/>
        <a:p>
          <a:endParaRPr lang="en-US"/>
        </a:p>
      </dgm:t>
    </dgm:pt>
    <dgm:pt modelId="{1DA1309B-54C7-4044-B66C-3E8A9A4446DF}" type="pres">
      <dgm:prSet presAssocID="{09129C8C-2EAA-4D66-BA73-BC3AEA504BB2}" presName="spacing" presStyleCnt="0"/>
      <dgm:spPr/>
    </dgm:pt>
    <dgm:pt modelId="{44B2B53A-3D9E-49B8-84CE-1D4A867C3FD8}" type="pres">
      <dgm:prSet presAssocID="{01FE3118-AB65-4970-A573-383D98B58DED}" presName="composite" presStyleCnt="0"/>
      <dgm:spPr/>
    </dgm:pt>
    <dgm:pt modelId="{ABE00767-013E-4133-B86B-24126661CBCC}" type="pres">
      <dgm:prSet presAssocID="{01FE3118-AB65-4970-A573-383D98B58DED}" presName="imgShp" presStyleLbl="fgImgPlace1" presStyleIdx="2" presStyleCnt="6"/>
      <dgm:spPr>
        <a:blipFill>
          <a:blip xmlns:r="http://schemas.openxmlformats.org/officeDocument/2006/relationships" r:embed="rId3" cstate="print">
            <a:extLst>
              <a:ext uri="{28A0092B-C50C-407E-A947-70E740481C1C}">
                <a14:useLocalDpi xmlns:a14="http://schemas.microsoft.com/office/drawing/2010/main" val="0"/>
              </a:ext>
            </a:extLst>
          </a:blip>
          <a:srcRect/>
          <a:stretch>
            <a:fillRect/>
          </a:stretch>
        </a:blipFill>
      </dgm:spPr>
    </dgm:pt>
    <dgm:pt modelId="{6DAA1C30-2B4D-4D2C-B709-0774FE2DCC91}" type="pres">
      <dgm:prSet presAssocID="{01FE3118-AB65-4970-A573-383D98B58DED}" presName="txShp" presStyleLbl="node1" presStyleIdx="2" presStyleCnt="6">
        <dgm:presLayoutVars>
          <dgm:bulletEnabled val="1"/>
        </dgm:presLayoutVars>
      </dgm:prSet>
      <dgm:spPr/>
      <dgm:t>
        <a:bodyPr/>
        <a:lstStyle/>
        <a:p>
          <a:endParaRPr lang="en-US"/>
        </a:p>
      </dgm:t>
    </dgm:pt>
    <dgm:pt modelId="{62503641-5719-4709-A703-B07C42B9985E}" type="pres">
      <dgm:prSet presAssocID="{241BADAD-787A-4BC1-BEC8-BFE67934FD3A}" presName="spacing" presStyleCnt="0"/>
      <dgm:spPr/>
    </dgm:pt>
    <dgm:pt modelId="{242B7BF6-797B-4711-8B00-BE5DE0095DF4}" type="pres">
      <dgm:prSet presAssocID="{0FBA5A9A-E98D-45EF-BF80-533B54FFE99B}" presName="composite" presStyleCnt="0"/>
      <dgm:spPr/>
    </dgm:pt>
    <dgm:pt modelId="{6D53DD7D-0840-4479-8AC6-5F3B2992CFD5}" type="pres">
      <dgm:prSet presAssocID="{0FBA5A9A-E98D-45EF-BF80-533B54FFE99B}" presName="imgShp" presStyleLbl="fgImgPlace1" presStyleIdx="3" presStyleCnt="6"/>
      <dgm:spPr>
        <a:blipFill>
          <a:blip xmlns:r="http://schemas.openxmlformats.org/officeDocument/2006/relationships" r:embed="rId4">
            <a:extLst>
              <a:ext uri="{28A0092B-C50C-407E-A947-70E740481C1C}">
                <a14:useLocalDpi xmlns:a14="http://schemas.microsoft.com/office/drawing/2010/main" val="0"/>
              </a:ext>
            </a:extLst>
          </a:blip>
          <a:srcRect/>
          <a:stretch>
            <a:fillRect/>
          </a:stretch>
        </a:blipFill>
      </dgm:spPr>
    </dgm:pt>
    <dgm:pt modelId="{B939B378-6FF4-49E3-9FE0-04A801F4A2C1}" type="pres">
      <dgm:prSet presAssocID="{0FBA5A9A-E98D-45EF-BF80-533B54FFE99B}" presName="txShp" presStyleLbl="node1" presStyleIdx="3" presStyleCnt="6">
        <dgm:presLayoutVars>
          <dgm:bulletEnabled val="1"/>
        </dgm:presLayoutVars>
      </dgm:prSet>
      <dgm:spPr/>
      <dgm:t>
        <a:bodyPr/>
        <a:lstStyle/>
        <a:p>
          <a:endParaRPr lang="en-US"/>
        </a:p>
      </dgm:t>
    </dgm:pt>
    <dgm:pt modelId="{232BCB6F-B3E9-4061-8478-2A0CA78B1500}" type="pres">
      <dgm:prSet presAssocID="{7E63AD6D-C3D5-42CC-8453-9E3FE85FB26A}" presName="spacing" presStyleCnt="0"/>
      <dgm:spPr/>
    </dgm:pt>
    <dgm:pt modelId="{4778E4F6-2E7A-4853-9D1C-B63E53575CDC}" type="pres">
      <dgm:prSet presAssocID="{FA78A151-8E1A-4E50-87F3-D93A73784025}" presName="composite" presStyleCnt="0"/>
      <dgm:spPr/>
    </dgm:pt>
    <dgm:pt modelId="{67297F89-C847-4483-8471-F7BA85206985}" type="pres">
      <dgm:prSet presAssocID="{FA78A151-8E1A-4E50-87F3-D93A73784025}" presName="imgShp" presStyleLbl="fgImgPlace1" presStyleIdx="4" presStyleCnt="6"/>
      <dgm:spPr>
        <a:blipFill>
          <a:blip xmlns:r="http://schemas.openxmlformats.org/officeDocument/2006/relationships" r:embed="rId5">
            <a:extLst>
              <a:ext uri="{28A0092B-C50C-407E-A947-70E740481C1C}">
                <a14:useLocalDpi xmlns:a14="http://schemas.microsoft.com/office/drawing/2010/main" val="0"/>
              </a:ext>
            </a:extLst>
          </a:blip>
          <a:srcRect/>
          <a:stretch>
            <a:fillRect t="-35000" b="-35000"/>
          </a:stretch>
        </a:blipFill>
      </dgm:spPr>
    </dgm:pt>
    <dgm:pt modelId="{BB9A63CB-EF20-4B0F-A428-3BA597C8177D}" type="pres">
      <dgm:prSet presAssocID="{FA78A151-8E1A-4E50-87F3-D93A73784025}" presName="txShp" presStyleLbl="node1" presStyleIdx="4" presStyleCnt="6">
        <dgm:presLayoutVars>
          <dgm:bulletEnabled val="1"/>
        </dgm:presLayoutVars>
      </dgm:prSet>
      <dgm:spPr/>
      <dgm:t>
        <a:bodyPr/>
        <a:lstStyle/>
        <a:p>
          <a:endParaRPr lang="en-US"/>
        </a:p>
      </dgm:t>
    </dgm:pt>
    <dgm:pt modelId="{C8F75C50-6335-4FF3-9C35-E5283500B5BB}" type="pres">
      <dgm:prSet presAssocID="{E8C30CF0-7F88-486E-889D-F330E6A4DD41}" presName="spacing" presStyleCnt="0"/>
      <dgm:spPr/>
    </dgm:pt>
    <dgm:pt modelId="{5B6334CC-F95A-44B5-89C3-351E1E0BD9B6}" type="pres">
      <dgm:prSet presAssocID="{1BD0FD33-976F-499C-B049-EBE8E53C6A5B}" presName="composite" presStyleCnt="0"/>
      <dgm:spPr/>
    </dgm:pt>
    <dgm:pt modelId="{9804C0B5-CAD4-4FB9-A304-44CB0B289E52}" type="pres">
      <dgm:prSet presAssocID="{1BD0FD33-976F-499C-B049-EBE8E53C6A5B}" presName="imgShp" presStyleLbl="fgImgPlace1" presStyleIdx="5" presStyleCnt="6"/>
      <dgm:spPr>
        <a:blipFill>
          <a:blip xmlns:r="http://schemas.openxmlformats.org/officeDocument/2006/relationships" r:embed="rId6">
            <a:extLst>
              <a:ext uri="{28A0092B-C50C-407E-A947-70E740481C1C}">
                <a14:useLocalDpi xmlns:a14="http://schemas.microsoft.com/office/drawing/2010/main" val="0"/>
              </a:ext>
            </a:extLst>
          </a:blip>
          <a:srcRect/>
          <a:stretch>
            <a:fillRect t="-24000" b="-24000"/>
          </a:stretch>
        </a:blipFill>
      </dgm:spPr>
    </dgm:pt>
    <dgm:pt modelId="{BA0A4665-5F4A-4DBB-B1DC-D47756A7F163}" type="pres">
      <dgm:prSet presAssocID="{1BD0FD33-976F-499C-B049-EBE8E53C6A5B}" presName="txShp" presStyleLbl="node1" presStyleIdx="5" presStyleCnt="6">
        <dgm:presLayoutVars>
          <dgm:bulletEnabled val="1"/>
        </dgm:presLayoutVars>
      </dgm:prSet>
      <dgm:spPr/>
      <dgm:t>
        <a:bodyPr/>
        <a:lstStyle/>
        <a:p>
          <a:endParaRPr lang="en-US"/>
        </a:p>
      </dgm:t>
    </dgm:pt>
  </dgm:ptLst>
  <dgm:cxnLst>
    <dgm:cxn modelId="{E6EE42A0-B8A4-428B-9723-3E09BE87500B}" srcId="{04851896-940C-4624-AD76-DF2669D1DF18}" destId="{01FE3118-AB65-4970-A573-383D98B58DED}" srcOrd="2" destOrd="0" parTransId="{ED390F7B-80BA-46B8-9C47-B308FF97D922}" sibTransId="{241BADAD-787A-4BC1-BEC8-BFE67934FD3A}"/>
    <dgm:cxn modelId="{C7FCC5A2-0349-41F5-AA52-6C19E407A3A1}" srcId="{04851896-940C-4624-AD76-DF2669D1DF18}" destId="{0FBA5A9A-E98D-45EF-BF80-533B54FFE99B}" srcOrd="3" destOrd="0" parTransId="{2F19B576-357E-413C-8B49-35E84D9E4519}" sibTransId="{7E63AD6D-C3D5-42CC-8453-9E3FE85FB26A}"/>
    <dgm:cxn modelId="{68A70B6A-8D67-4383-9495-98BD603330EE}" srcId="{04851896-940C-4624-AD76-DF2669D1DF18}" destId="{1BD0FD33-976F-499C-B049-EBE8E53C6A5B}" srcOrd="5" destOrd="0" parTransId="{DC492E6E-68B3-497D-A8FF-031D9CD1ADA5}" sibTransId="{F2199E8C-076A-442E-926A-506427ECD40E}"/>
    <dgm:cxn modelId="{AE7011A8-0AFF-478B-8723-2EFC41336AC9}" type="presOf" srcId="{B80D0787-4B2E-4BEA-BA17-6119FB05CFCC}" destId="{FC7621F0-5746-4163-8550-0BDB2E4D18F2}" srcOrd="0" destOrd="0" presId="urn:microsoft.com/office/officeart/2005/8/layout/vList3"/>
    <dgm:cxn modelId="{EC882330-0151-4157-8909-2D81C0473993}" type="presOf" srcId="{04851896-940C-4624-AD76-DF2669D1DF18}" destId="{C9502676-8BC4-497B-B771-47A77C7660E7}" srcOrd="0" destOrd="0" presId="urn:microsoft.com/office/officeart/2005/8/layout/vList3"/>
    <dgm:cxn modelId="{DDCFE4CD-92E8-4B8F-B9E8-405665D50287}" type="presOf" srcId="{FA78A151-8E1A-4E50-87F3-D93A73784025}" destId="{BB9A63CB-EF20-4B0F-A428-3BA597C8177D}" srcOrd="0" destOrd="0" presId="urn:microsoft.com/office/officeart/2005/8/layout/vList3"/>
    <dgm:cxn modelId="{C3D5DF88-0D67-48E9-AB3A-1D77E218CA05}" type="presOf" srcId="{1BD0FD33-976F-499C-B049-EBE8E53C6A5B}" destId="{BA0A4665-5F4A-4DBB-B1DC-D47756A7F163}" srcOrd="0" destOrd="0" presId="urn:microsoft.com/office/officeart/2005/8/layout/vList3"/>
    <dgm:cxn modelId="{B4327FDB-3F09-42FE-9428-851712D75A30}" type="presOf" srcId="{EA4283BB-E9F2-4BA6-A9C0-72B8351674D9}" destId="{46FAF363-3D6B-46BF-BD50-934B4BE44E91}" srcOrd="0" destOrd="0" presId="urn:microsoft.com/office/officeart/2005/8/layout/vList3"/>
    <dgm:cxn modelId="{2016F09C-4EE9-4CD2-B9EF-DC9C2551F223}" srcId="{04851896-940C-4624-AD76-DF2669D1DF18}" destId="{EA4283BB-E9F2-4BA6-A9C0-72B8351674D9}" srcOrd="1" destOrd="0" parTransId="{6D4A1651-C172-420E-83DF-F91850545420}" sibTransId="{09129C8C-2EAA-4D66-BA73-BC3AEA504BB2}"/>
    <dgm:cxn modelId="{63C01D1A-5A06-4619-9F4E-2EA9B88472F4}" type="presOf" srcId="{0FBA5A9A-E98D-45EF-BF80-533B54FFE99B}" destId="{B939B378-6FF4-49E3-9FE0-04A801F4A2C1}" srcOrd="0" destOrd="0" presId="urn:microsoft.com/office/officeart/2005/8/layout/vList3"/>
    <dgm:cxn modelId="{221ABF47-B116-40F9-B16C-9DAA97EAECAC}" srcId="{04851896-940C-4624-AD76-DF2669D1DF18}" destId="{B80D0787-4B2E-4BEA-BA17-6119FB05CFCC}" srcOrd="0" destOrd="0" parTransId="{D6453A5C-530C-424B-8C47-4DFC3600074C}" sibTransId="{C1BCB73E-C2ED-4297-ABD0-462839344445}"/>
    <dgm:cxn modelId="{607D6CB4-D0FC-49B2-843B-A5F1B6395213}" srcId="{04851896-940C-4624-AD76-DF2669D1DF18}" destId="{FA78A151-8E1A-4E50-87F3-D93A73784025}" srcOrd="4" destOrd="0" parTransId="{A36EB5FC-E6A4-4F21-AD6F-B494E6D4BDDC}" sibTransId="{E8C30CF0-7F88-486E-889D-F330E6A4DD41}"/>
    <dgm:cxn modelId="{0EBBC48C-638A-4928-B653-9FA23EABE19C}" type="presOf" srcId="{01FE3118-AB65-4970-A573-383D98B58DED}" destId="{6DAA1C30-2B4D-4D2C-B709-0774FE2DCC91}" srcOrd="0" destOrd="0" presId="urn:microsoft.com/office/officeart/2005/8/layout/vList3"/>
    <dgm:cxn modelId="{680F27DC-F4A5-400E-9DB3-7107A24846FB}" type="presParOf" srcId="{C9502676-8BC4-497B-B771-47A77C7660E7}" destId="{071E8864-7474-43A5-948E-B7C2FD0087A0}" srcOrd="0" destOrd="0" presId="urn:microsoft.com/office/officeart/2005/8/layout/vList3"/>
    <dgm:cxn modelId="{07A9D017-5B28-422D-BD6D-6DCA3F7945F6}" type="presParOf" srcId="{071E8864-7474-43A5-948E-B7C2FD0087A0}" destId="{E69643D2-FB8D-4030-938F-651FBD4B3D0A}" srcOrd="0" destOrd="0" presId="urn:microsoft.com/office/officeart/2005/8/layout/vList3"/>
    <dgm:cxn modelId="{BB7A54D8-26E1-4E49-9385-0092DCFF26E1}" type="presParOf" srcId="{071E8864-7474-43A5-948E-B7C2FD0087A0}" destId="{FC7621F0-5746-4163-8550-0BDB2E4D18F2}" srcOrd="1" destOrd="0" presId="urn:microsoft.com/office/officeart/2005/8/layout/vList3"/>
    <dgm:cxn modelId="{7E5A5E4D-E503-406A-8DAD-5A59E507DDD7}" type="presParOf" srcId="{C9502676-8BC4-497B-B771-47A77C7660E7}" destId="{01F4688D-E459-446B-99F2-25C31C3E0A6E}" srcOrd="1" destOrd="0" presId="urn:microsoft.com/office/officeart/2005/8/layout/vList3"/>
    <dgm:cxn modelId="{79058D51-8A4F-4A45-9F90-6F8229242669}" type="presParOf" srcId="{C9502676-8BC4-497B-B771-47A77C7660E7}" destId="{150FC8B3-0A61-4ED0-B91E-63982E75ACC1}" srcOrd="2" destOrd="0" presId="urn:microsoft.com/office/officeart/2005/8/layout/vList3"/>
    <dgm:cxn modelId="{C049FEBB-A3FA-49BC-8E2D-125ABD49FE0F}" type="presParOf" srcId="{150FC8B3-0A61-4ED0-B91E-63982E75ACC1}" destId="{29C1F0FD-3B94-45DE-9EF6-699A0F068FE7}" srcOrd="0" destOrd="0" presId="urn:microsoft.com/office/officeart/2005/8/layout/vList3"/>
    <dgm:cxn modelId="{769934E1-F1D7-4348-9161-100BA1ED277A}" type="presParOf" srcId="{150FC8B3-0A61-4ED0-B91E-63982E75ACC1}" destId="{46FAF363-3D6B-46BF-BD50-934B4BE44E91}" srcOrd="1" destOrd="0" presId="urn:microsoft.com/office/officeart/2005/8/layout/vList3"/>
    <dgm:cxn modelId="{989A31F4-38BB-436F-B317-92EEB26232DD}" type="presParOf" srcId="{C9502676-8BC4-497B-B771-47A77C7660E7}" destId="{1DA1309B-54C7-4044-B66C-3E8A9A4446DF}" srcOrd="3" destOrd="0" presId="urn:microsoft.com/office/officeart/2005/8/layout/vList3"/>
    <dgm:cxn modelId="{5EF6457E-C5E8-4999-9D68-CA5842D49147}" type="presParOf" srcId="{C9502676-8BC4-497B-B771-47A77C7660E7}" destId="{44B2B53A-3D9E-49B8-84CE-1D4A867C3FD8}" srcOrd="4" destOrd="0" presId="urn:microsoft.com/office/officeart/2005/8/layout/vList3"/>
    <dgm:cxn modelId="{29E8A32A-3FF9-4406-99A5-5E658DC19FCA}" type="presParOf" srcId="{44B2B53A-3D9E-49B8-84CE-1D4A867C3FD8}" destId="{ABE00767-013E-4133-B86B-24126661CBCC}" srcOrd="0" destOrd="0" presId="urn:microsoft.com/office/officeart/2005/8/layout/vList3"/>
    <dgm:cxn modelId="{23535888-16F0-4119-B96F-95D4F1A1A259}" type="presParOf" srcId="{44B2B53A-3D9E-49B8-84CE-1D4A867C3FD8}" destId="{6DAA1C30-2B4D-4D2C-B709-0774FE2DCC91}" srcOrd="1" destOrd="0" presId="urn:microsoft.com/office/officeart/2005/8/layout/vList3"/>
    <dgm:cxn modelId="{25D98CF6-530A-4868-8FBB-48A4C0A42235}" type="presParOf" srcId="{C9502676-8BC4-497B-B771-47A77C7660E7}" destId="{62503641-5719-4709-A703-B07C42B9985E}" srcOrd="5" destOrd="0" presId="urn:microsoft.com/office/officeart/2005/8/layout/vList3"/>
    <dgm:cxn modelId="{3257D54B-B866-4D54-B720-E2D7B139C494}" type="presParOf" srcId="{C9502676-8BC4-497B-B771-47A77C7660E7}" destId="{242B7BF6-797B-4711-8B00-BE5DE0095DF4}" srcOrd="6" destOrd="0" presId="urn:microsoft.com/office/officeart/2005/8/layout/vList3"/>
    <dgm:cxn modelId="{061A2A4E-8685-4B0C-B4A9-DE577F217BF2}" type="presParOf" srcId="{242B7BF6-797B-4711-8B00-BE5DE0095DF4}" destId="{6D53DD7D-0840-4479-8AC6-5F3B2992CFD5}" srcOrd="0" destOrd="0" presId="urn:microsoft.com/office/officeart/2005/8/layout/vList3"/>
    <dgm:cxn modelId="{50542052-E6E0-4DD4-A3C9-77ADF74C95CC}" type="presParOf" srcId="{242B7BF6-797B-4711-8B00-BE5DE0095DF4}" destId="{B939B378-6FF4-49E3-9FE0-04A801F4A2C1}" srcOrd="1" destOrd="0" presId="urn:microsoft.com/office/officeart/2005/8/layout/vList3"/>
    <dgm:cxn modelId="{F40DBEAF-9698-4E54-AB73-82F728A70D7D}" type="presParOf" srcId="{C9502676-8BC4-497B-B771-47A77C7660E7}" destId="{232BCB6F-B3E9-4061-8478-2A0CA78B1500}" srcOrd="7" destOrd="0" presId="urn:microsoft.com/office/officeart/2005/8/layout/vList3"/>
    <dgm:cxn modelId="{D3FBFBB3-DE8B-4653-8BEF-4E5C672EDAF5}" type="presParOf" srcId="{C9502676-8BC4-497B-B771-47A77C7660E7}" destId="{4778E4F6-2E7A-4853-9D1C-B63E53575CDC}" srcOrd="8" destOrd="0" presId="urn:microsoft.com/office/officeart/2005/8/layout/vList3"/>
    <dgm:cxn modelId="{DC323873-D047-493C-A019-3E331866E52D}" type="presParOf" srcId="{4778E4F6-2E7A-4853-9D1C-B63E53575CDC}" destId="{67297F89-C847-4483-8471-F7BA85206985}" srcOrd="0" destOrd="0" presId="urn:microsoft.com/office/officeart/2005/8/layout/vList3"/>
    <dgm:cxn modelId="{3E756138-D8C2-495C-9960-D8C1DCE95EBF}" type="presParOf" srcId="{4778E4F6-2E7A-4853-9D1C-B63E53575CDC}" destId="{BB9A63CB-EF20-4B0F-A428-3BA597C8177D}" srcOrd="1" destOrd="0" presId="urn:microsoft.com/office/officeart/2005/8/layout/vList3"/>
    <dgm:cxn modelId="{DFF8C27C-B632-40F7-82D9-AC4CA374F45D}" type="presParOf" srcId="{C9502676-8BC4-497B-B771-47A77C7660E7}" destId="{C8F75C50-6335-4FF3-9C35-E5283500B5BB}" srcOrd="9" destOrd="0" presId="urn:microsoft.com/office/officeart/2005/8/layout/vList3"/>
    <dgm:cxn modelId="{413AEBA3-813D-4033-8F05-A1AEEE3B927E}" type="presParOf" srcId="{C9502676-8BC4-497B-B771-47A77C7660E7}" destId="{5B6334CC-F95A-44B5-89C3-351E1E0BD9B6}" srcOrd="10" destOrd="0" presId="urn:microsoft.com/office/officeart/2005/8/layout/vList3"/>
    <dgm:cxn modelId="{CAC7BC35-89D0-4442-AD19-C98DF9C06627}" type="presParOf" srcId="{5B6334CC-F95A-44B5-89C3-351E1E0BD9B6}" destId="{9804C0B5-CAD4-4FB9-A304-44CB0B289E52}" srcOrd="0" destOrd="0" presId="urn:microsoft.com/office/officeart/2005/8/layout/vList3"/>
    <dgm:cxn modelId="{8CBB528C-45ED-4618-93A5-0E68EF17ABD9}" type="presParOf" srcId="{5B6334CC-F95A-44B5-89C3-351E1E0BD9B6}" destId="{BA0A4665-5F4A-4DBB-B1DC-D47756A7F163}"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452B7C-B510-4209-95C0-2994B7813A65}">
      <dsp:nvSpPr>
        <dsp:cNvPr id="0" name=""/>
        <dsp:cNvSpPr/>
      </dsp:nvSpPr>
      <dsp:spPr>
        <a:xfrm>
          <a:off x="0" y="0"/>
          <a:ext cx="6096000" cy="127000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kern="1200" smtClean="0">
              <a:latin typeface="Constantia" pitchFamily="18" charset="0"/>
            </a:rPr>
            <a:t>Cơ bản về bộ khuếch đại thuật toán</a:t>
          </a:r>
          <a:endParaRPr lang="en-US" sz="2400" kern="1200">
            <a:latin typeface="Constantia" pitchFamily="18" charset="0"/>
          </a:endParaRPr>
        </a:p>
      </dsp:txBody>
      <dsp:txXfrm>
        <a:off x="1346200" y="0"/>
        <a:ext cx="4749800" cy="1270000"/>
      </dsp:txXfrm>
    </dsp:sp>
    <dsp:sp modelId="{EB0D162E-E264-43AC-80D8-97DB9D8159A8}">
      <dsp:nvSpPr>
        <dsp:cNvPr id="0" name=""/>
        <dsp:cNvSpPr/>
      </dsp:nvSpPr>
      <dsp:spPr>
        <a:xfrm>
          <a:off x="177797" y="127000"/>
          <a:ext cx="1117604" cy="1016000"/>
        </a:xfrm>
        <a:prstGeom prst="roundRect">
          <a:avLst>
            <a:gd name="adj" fmla="val 10000"/>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5000" b="-5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FB3294A-5BE5-4E1D-8F1F-ED22204DA7AA}">
      <dsp:nvSpPr>
        <dsp:cNvPr id="0" name=""/>
        <dsp:cNvSpPr/>
      </dsp:nvSpPr>
      <dsp:spPr>
        <a:xfrm>
          <a:off x="0" y="1397000"/>
          <a:ext cx="6096000" cy="126999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kern="1200" smtClean="0">
              <a:latin typeface="Constantia" pitchFamily="18" charset="0"/>
            </a:rPr>
            <a:t>Các tham số của bộ khuếch đại thuật toán</a:t>
          </a:r>
          <a:endParaRPr lang="en-US" sz="2400" kern="1200">
            <a:latin typeface="Constantia" pitchFamily="18" charset="0"/>
          </a:endParaRPr>
        </a:p>
      </dsp:txBody>
      <dsp:txXfrm>
        <a:off x="1346200" y="1397000"/>
        <a:ext cx="4749800" cy="1269999"/>
      </dsp:txXfrm>
    </dsp:sp>
    <dsp:sp modelId="{5187ADFD-DC08-4FEB-9C26-15E98B315B48}">
      <dsp:nvSpPr>
        <dsp:cNvPr id="0" name=""/>
        <dsp:cNvSpPr/>
      </dsp:nvSpPr>
      <dsp:spPr>
        <a:xfrm>
          <a:off x="126999" y="1523999"/>
          <a:ext cx="1219200" cy="1015999"/>
        </a:xfrm>
        <a:prstGeom prst="roundRect">
          <a:avLst>
            <a:gd name="adj" fmla="val 10000"/>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t="-10000" b="-10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C74BE59-0445-41DB-AFB6-AEE6A5C8B5A5}">
      <dsp:nvSpPr>
        <dsp:cNvPr id="0" name=""/>
        <dsp:cNvSpPr/>
      </dsp:nvSpPr>
      <dsp:spPr>
        <a:xfrm>
          <a:off x="0" y="2793999"/>
          <a:ext cx="6096000" cy="126999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kern="1200" smtClean="0">
              <a:latin typeface="Constantia" pitchFamily="18" charset="0"/>
            </a:rPr>
            <a:t>Các mạch ứng dụng cơ bản của bộ khuếch đại thuật toán</a:t>
          </a:r>
          <a:endParaRPr lang="en-US" sz="2400" kern="1200">
            <a:latin typeface="Constantia" pitchFamily="18" charset="0"/>
          </a:endParaRPr>
        </a:p>
      </dsp:txBody>
      <dsp:txXfrm>
        <a:off x="1346200" y="2793999"/>
        <a:ext cx="4749800" cy="1269999"/>
      </dsp:txXfrm>
    </dsp:sp>
    <dsp:sp modelId="{72D2DAFD-BF64-4603-A7B8-90A9EAE5A4CB}">
      <dsp:nvSpPr>
        <dsp:cNvPr id="0" name=""/>
        <dsp:cNvSpPr/>
      </dsp:nvSpPr>
      <dsp:spPr>
        <a:xfrm>
          <a:off x="126999" y="2920999"/>
          <a:ext cx="1219200" cy="1015999"/>
        </a:xfrm>
        <a:prstGeom prst="roundRect">
          <a:avLst>
            <a:gd name="adj" fmla="val 10000"/>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t="-10000" b="-10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7621F0-5746-4163-8550-0BDB2E4D18F2}">
      <dsp:nvSpPr>
        <dsp:cNvPr id="0" name=""/>
        <dsp:cNvSpPr/>
      </dsp:nvSpPr>
      <dsp:spPr>
        <a:xfrm rot="10800000">
          <a:off x="1156442" y="3576"/>
          <a:ext cx="4053840" cy="541451"/>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8765" tIns="76200" rIns="142240" bIns="76200" numCol="1" spcCol="1270" anchor="ctr" anchorCtr="0">
          <a:noAutofit/>
        </a:bodyPr>
        <a:lstStyle/>
        <a:p>
          <a:pPr lvl="0" algn="ctr" defTabSz="889000">
            <a:lnSpc>
              <a:spcPct val="90000"/>
            </a:lnSpc>
            <a:spcBef>
              <a:spcPct val="0"/>
            </a:spcBef>
            <a:spcAft>
              <a:spcPct val="35000"/>
            </a:spcAft>
          </a:pPr>
          <a:r>
            <a:rPr lang="en-US" sz="2000" kern="1200" smtClean="0">
              <a:latin typeface="Constantia" pitchFamily="18" charset="0"/>
            </a:rPr>
            <a:t>Hệ số khuếch đại</a:t>
          </a:r>
          <a:endParaRPr lang="en-US" sz="2000" kern="1200">
            <a:latin typeface="Constantia" pitchFamily="18" charset="0"/>
          </a:endParaRPr>
        </a:p>
      </dsp:txBody>
      <dsp:txXfrm rot="10800000">
        <a:off x="1291805" y="3576"/>
        <a:ext cx="3918477" cy="541451"/>
      </dsp:txXfrm>
    </dsp:sp>
    <dsp:sp modelId="{E69643D2-FB8D-4030-938F-651FBD4B3D0A}">
      <dsp:nvSpPr>
        <dsp:cNvPr id="0" name=""/>
        <dsp:cNvSpPr/>
      </dsp:nvSpPr>
      <dsp:spPr>
        <a:xfrm>
          <a:off x="885717" y="3576"/>
          <a:ext cx="541451" cy="541451"/>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6FAF363-3D6B-46BF-BD50-934B4BE44E91}">
      <dsp:nvSpPr>
        <dsp:cNvPr id="0" name=""/>
        <dsp:cNvSpPr/>
      </dsp:nvSpPr>
      <dsp:spPr>
        <a:xfrm rot="10800000">
          <a:off x="1156442" y="706655"/>
          <a:ext cx="4053840" cy="541451"/>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8765" tIns="76200" rIns="142240" bIns="76200" numCol="1" spcCol="1270" anchor="ctr" anchorCtr="0">
          <a:noAutofit/>
        </a:bodyPr>
        <a:lstStyle/>
        <a:p>
          <a:pPr lvl="0" algn="ctr" defTabSz="889000">
            <a:lnSpc>
              <a:spcPct val="90000"/>
            </a:lnSpc>
            <a:spcBef>
              <a:spcPct val="0"/>
            </a:spcBef>
            <a:spcAft>
              <a:spcPct val="35000"/>
            </a:spcAft>
          </a:pPr>
          <a:r>
            <a:rPr lang="en-US" sz="2000" kern="1200" smtClean="0">
              <a:latin typeface="Constantia" pitchFamily="18" charset="0"/>
            </a:rPr>
            <a:t>Sơ đồ tương đương</a:t>
          </a:r>
          <a:endParaRPr lang="en-US" sz="2000" kern="1200">
            <a:latin typeface="Constantia" pitchFamily="18" charset="0"/>
          </a:endParaRPr>
        </a:p>
      </dsp:txBody>
      <dsp:txXfrm rot="10800000">
        <a:off x="1291805" y="706655"/>
        <a:ext cx="3918477" cy="541451"/>
      </dsp:txXfrm>
    </dsp:sp>
    <dsp:sp modelId="{29C1F0FD-3B94-45DE-9EF6-699A0F068FE7}">
      <dsp:nvSpPr>
        <dsp:cNvPr id="0" name=""/>
        <dsp:cNvSpPr/>
      </dsp:nvSpPr>
      <dsp:spPr>
        <a:xfrm>
          <a:off x="885717" y="706655"/>
          <a:ext cx="541451" cy="541451"/>
        </a:xfrm>
        <a:prstGeom prst="ellipse">
          <a:avLst/>
        </a:prstGeom>
        <a:blipFill>
          <a:blip xmlns:r="http://schemas.openxmlformats.org/officeDocument/2006/relationships" r:embed="rId2" cstate="print">
            <a:extLst>
              <a:ext uri="{28A0092B-C50C-407E-A947-70E740481C1C}">
                <a14:useLocalDpi xmlns:a14="http://schemas.microsoft.com/office/drawing/2010/main" val="0"/>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DAA1C30-2B4D-4D2C-B709-0774FE2DCC91}">
      <dsp:nvSpPr>
        <dsp:cNvPr id="0" name=""/>
        <dsp:cNvSpPr/>
      </dsp:nvSpPr>
      <dsp:spPr>
        <a:xfrm rot="10800000">
          <a:off x="1156442" y="1409734"/>
          <a:ext cx="4053840" cy="541451"/>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8765" tIns="76200" rIns="142240" bIns="76200" numCol="1" spcCol="1270" anchor="ctr" anchorCtr="0">
          <a:noAutofit/>
        </a:bodyPr>
        <a:lstStyle/>
        <a:p>
          <a:pPr lvl="0" algn="ctr" defTabSz="889000">
            <a:lnSpc>
              <a:spcPct val="90000"/>
            </a:lnSpc>
            <a:spcBef>
              <a:spcPct val="0"/>
            </a:spcBef>
            <a:spcAft>
              <a:spcPct val="35000"/>
            </a:spcAft>
          </a:pPr>
          <a:r>
            <a:rPr lang="en-US" sz="2000" kern="1200" smtClean="0">
              <a:latin typeface="Constantia" pitchFamily="18" charset="0"/>
            </a:rPr>
            <a:t>Đặc tuyến truyền đạt</a:t>
          </a:r>
          <a:endParaRPr lang="en-US" sz="2000" kern="1200">
            <a:latin typeface="Constantia" pitchFamily="18" charset="0"/>
          </a:endParaRPr>
        </a:p>
      </dsp:txBody>
      <dsp:txXfrm rot="10800000">
        <a:off x="1291805" y="1409734"/>
        <a:ext cx="3918477" cy="541451"/>
      </dsp:txXfrm>
    </dsp:sp>
    <dsp:sp modelId="{ABE00767-013E-4133-B86B-24126661CBCC}">
      <dsp:nvSpPr>
        <dsp:cNvPr id="0" name=""/>
        <dsp:cNvSpPr/>
      </dsp:nvSpPr>
      <dsp:spPr>
        <a:xfrm>
          <a:off x="885717" y="1409734"/>
          <a:ext cx="541451" cy="541451"/>
        </a:xfrm>
        <a:prstGeom prst="ellipse">
          <a:avLst/>
        </a:prstGeom>
        <a:blipFill>
          <a:blip xmlns:r="http://schemas.openxmlformats.org/officeDocument/2006/relationships" r:embed="rId3" cstate="print">
            <a:extLst>
              <a:ext uri="{28A0092B-C50C-407E-A947-70E740481C1C}">
                <a14:useLocalDpi xmlns:a14="http://schemas.microsoft.com/office/drawing/2010/main" val="0"/>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939B378-6FF4-49E3-9FE0-04A801F4A2C1}">
      <dsp:nvSpPr>
        <dsp:cNvPr id="0" name=""/>
        <dsp:cNvSpPr/>
      </dsp:nvSpPr>
      <dsp:spPr>
        <a:xfrm rot="10800000">
          <a:off x="1156442" y="2112813"/>
          <a:ext cx="4053840" cy="541451"/>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8765" tIns="76200" rIns="142240" bIns="76200" numCol="1" spcCol="1270" anchor="ctr" anchorCtr="0">
          <a:noAutofit/>
        </a:bodyPr>
        <a:lstStyle/>
        <a:p>
          <a:pPr lvl="0" algn="ctr" defTabSz="889000">
            <a:lnSpc>
              <a:spcPct val="90000"/>
            </a:lnSpc>
            <a:spcBef>
              <a:spcPct val="0"/>
            </a:spcBef>
            <a:spcAft>
              <a:spcPct val="35000"/>
            </a:spcAft>
          </a:pPr>
          <a:r>
            <a:rPr lang="en-US" sz="2000" kern="1200" smtClean="0">
              <a:latin typeface="Constantia" pitchFamily="18" charset="0"/>
            </a:rPr>
            <a:t>Đáp ứng tần số </a:t>
          </a:r>
          <a:endParaRPr lang="en-US" sz="2000" kern="1200">
            <a:latin typeface="Constantia" pitchFamily="18" charset="0"/>
          </a:endParaRPr>
        </a:p>
      </dsp:txBody>
      <dsp:txXfrm rot="10800000">
        <a:off x="1291805" y="2112813"/>
        <a:ext cx="3918477" cy="541451"/>
      </dsp:txXfrm>
    </dsp:sp>
    <dsp:sp modelId="{6D53DD7D-0840-4479-8AC6-5F3B2992CFD5}">
      <dsp:nvSpPr>
        <dsp:cNvPr id="0" name=""/>
        <dsp:cNvSpPr/>
      </dsp:nvSpPr>
      <dsp:spPr>
        <a:xfrm>
          <a:off x="885717" y="2112813"/>
          <a:ext cx="541451" cy="541451"/>
        </a:xfrm>
        <a:prstGeom prst="ellipse">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B9A63CB-EF20-4B0F-A428-3BA597C8177D}">
      <dsp:nvSpPr>
        <dsp:cNvPr id="0" name=""/>
        <dsp:cNvSpPr/>
      </dsp:nvSpPr>
      <dsp:spPr>
        <a:xfrm rot="10800000">
          <a:off x="1156442" y="2815892"/>
          <a:ext cx="4053840" cy="541451"/>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8765" tIns="76200" rIns="142240" bIns="76200" numCol="1" spcCol="1270" anchor="ctr" anchorCtr="0">
          <a:noAutofit/>
        </a:bodyPr>
        <a:lstStyle/>
        <a:p>
          <a:pPr lvl="0" algn="ctr" defTabSz="889000">
            <a:lnSpc>
              <a:spcPct val="90000"/>
            </a:lnSpc>
            <a:spcBef>
              <a:spcPct val="0"/>
            </a:spcBef>
            <a:spcAft>
              <a:spcPct val="35000"/>
            </a:spcAft>
          </a:pPr>
          <a:r>
            <a:rPr lang="en-US" sz="2000" kern="1200" smtClean="0">
              <a:latin typeface="Constantia" pitchFamily="18" charset="0"/>
            </a:rPr>
            <a:t>Tỷ số nén tín hiệu đồng pha</a:t>
          </a:r>
          <a:endParaRPr lang="en-US" sz="2000" kern="1200">
            <a:latin typeface="Constantia" pitchFamily="18" charset="0"/>
          </a:endParaRPr>
        </a:p>
      </dsp:txBody>
      <dsp:txXfrm rot="10800000">
        <a:off x="1291805" y="2815892"/>
        <a:ext cx="3918477" cy="541451"/>
      </dsp:txXfrm>
    </dsp:sp>
    <dsp:sp modelId="{67297F89-C847-4483-8471-F7BA85206985}">
      <dsp:nvSpPr>
        <dsp:cNvPr id="0" name=""/>
        <dsp:cNvSpPr/>
      </dsp:nvSpPr>
      <dsp:spPr>
        <a:xfrm>
          <a:off x="885717" y="2815892"/>
          <a:ext cx="541451" cy="541451"/>
        </a:xfrm>
        <a:prstGeom prst="ellipse">
          <a:avLst/>
        </a:prstGeom>
        <a:blipFill>
          <a:blip xmlns:r="http://schemas.openxmlformats.org/officeDocument/2006/relationships" r:embed="rId5">
            <a:extLst>
              <a:ext uri="{28A0092B-C50C-407E-A947-70E740481C1C}">
                <a14:useLocalDpi xmlns:a14="http://schemas.microsoft.com/office/drawing/2010/main" val="0"/>
              </a:ext>
            </a:extLst>
          </a:blip>
          <a:srcRect/>
          <a:stretch>
            <a:fillRect t="-35000" b="-35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A0A4665-5F4A-4DBB-B1DC-D47756A7F163}">
      <dsp:nvSpPr>
        <dsp:cNvPr id="0" name=""/>
        <dsp:cNvSpPr/>
      </dsp:nvSpPr>
      <dsp:spPr>
        <a:xfrm rot="10800000">
          <a:off x="1156442" y="3518971"/>
          <a:ext cx="4053840" cy="541451"/>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8765" tIns="76200" rIns="142240" bIns="76200" numCol="1" spcCol="1270" anchor="ctr" anchorCtr="0">
          <a:noAutofit/>
        </a:bodyPr>
        <a:lstStyle/>
        <a:p>
          <a:pPr lvl="0" algn="ctr" defTabSz="889000">
            <a:lnSpc>
              <a:spcPct val="90000"/>
            </a:lnSpc>
            <a:spcBef>
              <a:spcPct val="0"/>
            </a:spcBef>
            <a:spcAft>
              <a:spcPct val="35000"/>
            </a:spcAft>
          </a:pPr>
          <a:r>
            <a:rPr lang="en-US" sz="2000" kern="1200" smtClean="0">
              <a:latin typeface="Constantia" pitchFamily="18" charset="0"/>
            </a:rPr>
            <a:t>Điện áp </a:t>
          </a:r>
          <a:r>
            <a:rPr lang="en-US" sz="1800" kern="1200" smtClean="0">
              <a:latin typeface="Constantia" pitchFamily="18" charset="0"/>
            </a:rPr>
            <a:t>lệch 0</a:t>
          </a:r>
          <a:endParaRPr lang="en-US" sz="1800" kern="1200">
            <a:latin typeface="Constantia" pitchFamily="18" charset="0"/>
          </a:endParaRPr>
        </a:p>
      </dsp:txBody>
      <dsp:txXfrm rot="10800000">
        <a:off x="1291805" y="3518971"/>
        <a:ext cx="3918477" cy="541451"/>
      </dsp:txXfrm>
    </dsp:sp>
    <dsp:sp modelId="{9804C0B5-CAD4-4FB9-A304-44CB0B289E52}">
      <dsp:nvSpPr>
        <dsp:cNvPr id="0" name=""/>
        <dsp:cNvSpPr/>
      </dsp:nvSpPr>
      <dsp:spPr>
        <a:xfrm>
          <a:off x="885717" y="3518971"/>
          <a:ext cx="541451" cy="541451"/>
        </a:xfrm>
        <a:prstGeom prst="ellipse">
          <a:avLst/>
        </a:prstGeom>
        <a:blipFill>
          <a:blip xmlns:r="http://schemas.openxmlformats.org/officeDocument/2006/relationships" r:embed="rId6">
            <a:extLst>
              <a:ext uri="{28A0092B-C50C-407E-A947-70E740481C1C}">
                <a14:useLocalDpi xmlns:a14="http://schemas.microsoft.com/office/drawing/2010/main" val="0"/>
              </a:ext>
            </a:extLst>
          </a:blip>
          <a:srcRect/>
          <a:stretch>
            <a:fillRect t="-24000" b="-24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emf"/><Relationship Id="rId6" Type="http://schemas.openxmlformats.org/officeDocument/2006/relationships/image" Target="../media/image18.wmf"/><Relationship Id="rId5" Type="http://schemas.openxmlformats.org/officeDocument/2006/relationships/image" Target="../media/image17.wmf"/><Relationship Id="rId4" Type="http://schemas.openxmlformats.org/officeDocument/2006/relationships/image" Target="../media/image1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image" Target="../media/image22.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8.wmf"/><Relationship Id="rId7" Type="http://schemas.openxmlformats.org/officeDocument/2006/relationships/image" Target="../media/image32.wmf"/><Relationship Id="rId2" Type="http://schemas.openxmlformats.org/officeDocument/2006/relationships/image" Target="../media/image27.wmf"/><Relationship Id="rId1" Type="http://schemas.openxmlformats.org/officeDocument/2006/relationships/image" Target="../media/image26.emf"/><Relationship Id="rId6" Type="http://schemas.openxmlformats.org/officeDocument/2006/relationships/image" Target="../media/image31.wmf"/><Relationship Id="rId5" Type="http://schemas.openxmlformats.org/officeDocument/2006/relationships/image" Target="../media/image30.wmf"/><Relationship Id="rId4" Type="http://schemas.openxmlformats.org/officeDocument/2006/relationships/image" Target="../media/image29.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 Id="rId5" Type="http://schemas.openxmlformats.org/officeDocument/2006/relationships/image" Target="../media/image38.wmf"/><Relationship Id="rId4" Type="http://schemas.openxmlformats.org/officeDocument/2006/relationships/image" Target="../media/image37.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47.wmf"/><Relationship Id="rId13" Type="http://schemas.openxmlformats.org/officeDocument/2006/relationships/image" Target="../media/image52.wmf"/><Relationship Id="rId3" Type="http://schemas.openxmlformats.org/officeDocument/2006/relationships/image" Target="../media/image42.wmf"/><Relationship Id="rId7" Type="http://schemas.openxmlformats.org/officeDocument/2006/relationships/image" Target="../media/image46.wmf"/><Relationship Id="rId12" Type="http://schemas.openxmlformats.org/officeDocument/2006/relationships/image" Target="../media/image51.wmf"/><Relationship Id="rId2" Type="http://schemas.openxmlformats.org/officeDocument/2006/relationships/image" Target="../media/image41.wmf"/><Relationship Id="rId1" Type="http://schemas.openxmlformats.org/officeDocument/2006/relationships/image" Target="../media/image40.wmf"/><Relationship Id="rId6" Type="http://schemas.openxmlformats.org/officeDocument/2006/relationships/image" Target="../media/image45.wmf"/><Relationship Id="rId11" Type="http://schemas.openxmlformats.org/officeDocument/2006/relationships/image" Target="../media/image50.wmf"/><Relationship Id="rId5" Type="http://schemas.openxmlformats.org/officeDocument/2006/relationships/image" Target="../media/image44.wmf"/><Relationship Id="rId10" Type="http://schemas.openxmlformats.org/officeDocument/2006/relationships/image" Target="../media/image49.wmf"/><Relationship Id="rId4" Type="http://schemas.openxmlformats.org/officeDocument/2006/relationships/image" Target="../media/image43.wmf"/><Relationship Id="rId9" Type="http://schemas.openxmlformats.org/officeDocument/2006/relationships/image" Target="../media/image48.wmf"/><Relationship Id="rId14" Type="http://schemas.openxmlformats.org/officeDocument/2006/relationships/image" Target="../media/image53.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 Id="rId6" Type="http://schemas.openxmlformats.org/officeDocument/2006/relationships/image" Target="../media/image60.wmf"/><Relationship Id="rId5" Type="http://schemas.openxmlformats.org/officeDocument/2006/relationships/image" Target="../media/image59.wmf"/><Relationship Id="rId4" Type="http://schemas.openxmlformats.org/officeDocument/2006/relationships/image" Target="../media/image58.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71.e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74.wmf"/><Relationship Id="rId1" Type="http://schemas.openxmlformats.org/officeDocument/2006/relationships/image" Target="../media/image73.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77.wmf"/><Relationship Id="rId1" Type="http://schemas.openxmlformats.org/officeDocument/2006/relationships/image" Target="../media/image76.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80.wmf"/><Relationship Id="rId1" Type="http://schemas.openxmlformats.org/officeDocument/2006/relationships/image" Target="../media/image79.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81.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96.wmf"/><Relationship Id="rId1" Type="http://schemas.openxmlformats.org/officeDocument/2006/relationships/image" Target="../media/image95.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95.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9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EDAAD662-7EE1-4398-A4E3-D6CFCD9BAD22}" type="datetimeFigureOut">
              <a:rPr lang="en-US"/>
              <a:pPr>
                <a:defRPr/>
              </a:pPr>
              <a:t>4/17/2020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14BD1426-7BB8-4393-8DA5-E7F3BE743294}" type="slidenum">
              <a:rPr lang="en-US"/>
              <a:pPr>
                <a:defRPr/>
              </a:pPr>
              <a:t>‹#›</a:t>
            </a:fld>
            <a:endParaRPr lang="en-US"/>
          </a:p>
        </p:txBody>
      </p:sp>
    </p:spTree>
    <p:extLst>
      <p:ext uri="{BB962C8B-B14F-4D97-AF65-F5344CB8AC3E}">
        <p14:creationId xmlns:p14="http://schemas.microsoft.com/office/powerpoint/2010/main" val="384178391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Oval 3"/>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fontAlgn="auto">
              <a:spcBef>
                <a:spcPts val="0"/>
              </a:spcBef>
              <a:spcAft>
                <a:spcPts val="0"/>
              </a:spcAft>
              <a:defRPr/>
            </a:pPr>
            <a:endParaRPr lang="en-US"/>
          </a:p>
        </p:txBody>
      </p:sp>
      <p:sp>
        <p:nvSpPr>
          <p:cNvPr id="5" name="Oval 4"/>
          <p:cNvSpPr/>
          <p:nvPr/>
        </p:nvSpPr>
        <p:spPr>
          <a:xfrm>
            <a:off x="1157288" y="1344613"/>
            <a:ext cx="63500" cy="65087"/>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fontAlgn="auto">
              <a:spcBef>
                <a:spcPts val="0"/>
              </a:spcBef>
              <a:spcAft>
                <a:spcPts val="0"/>
              </a:spcAft>
              <a:defRPr/>
            </a:pPr>
            <a:endParaRPr lang="en-US"/>
          </a:p>
        </p:txBody>
      </p:sp>
      <p:sp>
        <p:nvSpPr>
          <p:cNvPr id="14" name="Title 13"/>
          <p:cNvSpPr>
            <a:spLocks noGrp="1"/>
          </p:cNvSpPr>
          <p:nvPr>
            <p:ph type="ctrTitle"/>
          </p:nvPr>
        </p:nvSpPr>
        <p:spPr>
          <a:xfrm>
            <a:off x="1432560" y="359898"/>
            <a:ext cx="7406640" cy="1472184"/>
          </a:xfrm>
        </p:spPr>
        <p:txBody>
          <a:bodyPr anchor="b"/>
          <a:lstStyle>
            <a:lvl1pPr algn="l">
              <a:defRPr/>
            </a:lvl1pPr>
            <a:extLst/>
          </a:lstStyle>
          <a:p>
            <a:r>
              <a:rPr lang="en-US" smtClean="0"/>
              <a:t>Click to edit Master title style</a:t>
            </a:r>
            <a:endParaRPr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smtClean="0"/>
              <a:t>Click to edit Master subtitle style</a:t>
            </a:r>
            <a:endParaRPr lang="en-US"/>
          </a:p>
        </p:txBody>
      </p:sp>
      <p:sp>
        <p:nvSpPr>
          <p:cNvPr id="6" name="Date Placeholder 6"/>
          <p:cNvSpPr>
            <a:spLocks noGrp="1"/>
          </p:cNvSpPr>
          <p:nvPr>
            <p:ph type="dt" sz="half" idx="10"/>
          </p:nvPr>
        </p:nvSpPr>
        <p:spPr/>
        <p:txBody>
          <a:bodyPr/>
          <a:lstStyle>
            <a:lvl1pPr>
              <a:defRPr/>
            </a:lvl1pPr>
            <a:extLst/>
          </a:lstStyle>
          <a:p>
            <a:pPr>
              <a:defRPr/>
            </a:pPr>
            <a:fld id="{63F70E2D-6AE0-4DDA-BF9B-950944C32512}" type="datetimeFigureOut">
              <a:rPr lang="en-US"/>
              <a:pPr>
                <a:defRPr/>
              </a:pPr>
              <a:t>4/17/2020</a:t>
            </a:fld>
            <a:endParaRPr lang="en-US"/>
          </a:p>
        </p:txBody>
      </p:sp>
      <p:sp>
        <p:nvSpPr>
          <p:cNvPr id="7" name="Footer Placeholder 19"/>
          <p:cNvSpPr>
            <a:spLocks noGrp="1"/>
          </p:cNvSpPr>
          <p:nvPr>
            <p:ph type="ftr" sz="quarter" idx="11"/>
          </p:nvPr>
        </p:nvSpPr>
        <p:spPr/>
        <p:txBody>
          <a:bodyPr/>
          <a:lstStyle>
            <a:lvl1pPr>
              <a:defRPr/>
            </a:lvl1pPr>
            <a:extLst/>
          </a:lstStyle>
          <a:p>
            <a:pPr>
              <a:defRPr/>
            </a:pPr>
            <a:endParaRPr lang="en-US"/>
          </a:p>
        </p:txBody>
      </p:sp>
      <p:sp>
        <p:nvSpPr>
          <p:cNvPr id="8" name="Slide Number Placeholder 9"/>
          <p:cNvSpPr>
            <a:spLocks noGrp="1"/>
          </p:cNvSpPr>
          <p:nvPr>
            <p:ph type="sldNum" sz="quarter" idx="12"/>
          </p:nvPr>
        </p:nvSpPr>
        <p:spPr/>
        <p:txBody>
          <a:bodyPr/>
          <a:lstStyle>
            <a:lvl1pPr>
              <a:defRPr/>
            </a:lvl1pPr>
            <a:extLst/>
          </a:lstStyle>
          <a:p>
            <a:pPr>
              <a:defRPr/>
            </a:pPr>
            <a:fld id="{2B5BF8CB-9BC1-4793-95D7-7E5BCF1019B7}" type="slidenum">
              <a:rPr lang="en-US"/>
              <a:pPr>
                <a:defRPr/>
              </a:pPr>
              <a:t>‹#›</a:t>
            </a:fld>
            <a:endParaRPr lang="en-US"/>
          </a:p>
        </p:txBody>
      </p:sp>
    </p:spTree>
    <p:extLst>
      <p:ext uri="{BB962C8B-B14F-4D97-AF65-F5344CB8AC3E}">
        <p14:creationId xmlns:p14="http://schemas.microsoft.com/office/powerpoint/2010/main" val="1821994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onstantia" pitchFamily="18" charset="0"/>
              </a:defRPr>
            </a:lvl1pPr>
            <a:extLst/>
          </a:lstStyle>
          <a:p>
            <a:r>
              <a:rPr lang="en-US" smtClean="0"/>
              <a:t>Click to edit Master title style</a:t>
            </a:r>
            <a:endParaRPr lang="en-US"/>
          </a:p>
        </p:txBody>
      </p:sp>
      <p:sp>
        <p:nvSpPr>
          <p:cNvPr id="3" name="Content Placeholder 2"/>
          <p:cNvSpPr>
            <a:spLocks noGrp="1"/>
          </p:cNvSpPr>
          <p:nvPr>
            <p:ph idx="1"/>
          </p:nvPr>
        </p:nvSpPr>
        <p:spPr/>
        <p:txBody>
          <a:bodyPr/>
          <a:lstStyle>
            <a:lvl1pPr>
              <a:defRPr>
                <a:latin typeface="Constantia" pitchFamily="18" charset="0"/>
              </a:defRPr>
            </a:lvl1pPr>
            <a:lvl2pPr>
              <a:defRPr>
                <a:latin typeface="Constantia" pitchFamily="18" charset="0"/>
              </a:defRPr>
            </a:lvl2pPr>
            <a:lvl3pPr>
              <a:defRPr>
                <a:latin typeface="Constantia" pitchFamily="18" charset="0"/>
              </a:defRPr>
            </a:lvl3pPr>
            <a:lvl4pPr>
              <a:defRPr>
                <a:latin typeface="Constantia" pitchFamily="18" charset="0"/>
              </a:defRPr>
            </a:lvl4pPr>
            <a:lvl5pPr>
              <a:defRPr>
                <a:latin typeface="Constantia" pitchFamily="18" charset="0"/>
              </a:defRPr>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3"/>
          <p:cNvSpPr>
            <a:spLocks noGrp="1"/>
          </p:cNvSpPr>
          <p:nvPr>
            <p:ph type="dt" sz="half" idx="10"/>
          </p:nvPr>
        </p:nvSpPr>
        <p:spPr/>
        <p:txBody>
          <a:bodyPr/>
          <a:lstStyle>
            <a:lvl1pPr>
              <a:defRPr/>
            </a:lvl1pPr>
          </a:lstStyle>
          <a:p>
            <a:pPr>
              <a:defRPr/>
            </a:pPr>
            <a:fld id="{ADA312CD-4590-4A5F-9218-F6E476BE8B13}" type="datetimeFigureOut">
              <a:rPr lang="en-US"/>
              <a:pPr>
                <a:defRPr/>
              </a:pPr>
              <a:t>4/17/2020</a:t>
            </a:fld>
            <a:endParaRPr lang="en-US"/>
          </a:p>
        </p:txBody>
      </p:sp>
      <p:sp>
        <p:nvSpPr>
          <p:cNvPr id="5" name="Footer Placeholder 9"/>
          <p:cNvSpPr>
            <a:spLocks noGrp="1"/>
          </p:cNvSpPr>
          <p:nvPr>
            <p:ph type="ftr" sz="quarter" idx="11"/>
          </p:nvPr>
        </p:nvSpPr>
        <p:spPr/>
        <p:txBody>
          <a:bodyPr/>
          <a:lstStyle>
            <a:lvl1pPr>
              <a:defRPr/>
            </a:lvl1pPr>
          </a:lstStyle>
          <a:p>
            <a:pPr>
              <a:defRPr/>
            </a:pPr>
            <a:endParaRPr lang="en-US"/>
          </a:p>
        </p:txBody>
      </p:sp>
      <p:sp>
        <p:nvSpPr>
          <p:cNvPr id="6" name="Slide Number Placeholder 21"/>
          <p:cNvSpPr>
            <a:spLocks noGrp="1"/>
          </p:cNvSpPr>
          <p:nvPr>
            <p:ph type="sldNum" sz="quarter" idx="12"/>
          </p:nvPr>
        </p:nvSpPr>
        <p:spPr/>
        <p:txBody>
          <a:bodyPr/>
          <a:lstStyle>
            <a:lvl1pPr>
              <a:defRPr/>
            </a:lvl1pPr>
          </a:lstStyle>
          <a:p>
            <a:pPr>
              <a:defRPr/>
            </a:pPr>
            <a:fld id="{2C4761DC-2244-4DE0-B3B9-13D0D1BE1123}" type="slidenum">
              <a:rPr lang="en-US"/>
              <a:pPr>
                <a:defRPr/>
              </a:pPr>
              <a:t>‹#›</a:t>
            </a:fld>
            <a:endParaRPr lang="en-US"/>
          </a:p>
        </p:txBody>
      </p:sp>
    </p:spTree>
    <p:extLst>
      <p:ext uri="{BB962C8B-B14F-4D97-AF65-F5344CB8AC3E}">
        <p14:creationId xmlns:p14="http://schemas.microsoft.com/office/powerpoint/2010/main" val="2394676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p:cNvSpPr/>
          <p:nvPr/>
        </p:nvSpPr>
        <p:spPr>
          <a:xfrm>
            <a:off x="2282825" y="0"/>
            <a:ext cx="6858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5" name="Rectangle 4"/>
          <p:cNvSpPr/>
          <p:nvPr/>
        </p:nvSpPr>
        <p:spPr bwMode="invGray">
          <a:xfrm>
            <a:off x="2286000" y="0"/>
            <a:ext cx="76200"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6" name="Oval 5"/>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fontAlgn="auto">
              <a:spcBef>
                <a:spcPts val="0"/>
              </a:spcBef>
              <a:spcAft>
                <a:spcPts val="0"/>
              </a:spcAft>
              <a:defRPr/>
            </a:pPr>
            <a:endParaRPr lang="en-US"/>
          </a:p>
        </p:txBody>
      </p:sp>
      <p:sp>
        <p:nvSpPr>
          <p:cNvPr id="7" name="Oval 6"/>
          <p:cNvSpPr/>
          <p:nvPr/>
        </p:nvSpPr>
        <p:spPr>
          <a:xfrm>
            <a:off x="2408238" y="2746375"/>
            <a:ext cx="63500" cy="63500"/>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fontAlgn="auto">
              <a:spcBef>
                <a:spcPts val="0"/>
              </a:spcBef>
              <a:spcAft>
                <a:spcPts val="0"/>
              </a:spcAft>
              <a:defRPr/>
            </a:pPr>
            <a:endParaRPr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lang="en-US" smtClean="0"/>
              <a:t>Click to edit Master title style</a:t>
            </a:r>
            <a:endParaRPr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8" name="Date Placeholder 3"/>
          <p:cNvSpPr>
            <a:spLocks noGrp="1"/>
          </p:cNvSpPr>
          <p:nvPr>
            <p:ph type="dt" sz="half" idx="10"/>
          </p:nvPr>
        </p:nvSpPr>
        <p:spPr/>
        <p:txBody>
          <a:bodyPr/>
          <a:lstStyle>
            <a:lvl1pPr>
              <a:defRPr/>
            </a:lvl1pPr>
            <a:extLst/>
          </a:lstStyle>
          <a:p>
            <a:pPr>
              <a:defRPr/>
            </a:pPr>
            <a:fld id="{10C75235-28D1-4344-A06C-3F1F0CE77A98}" type="datetimeFigureOut">
              <a:rPr lang="en-US"/>
              <a:pPr>
                <a:defRPr/>
              </a:pPr>
              <a:t>4/17/2020</a:t>
            </a:fld>
            <a:endParaRPr lang="en-US"/>
          </a:p>
        </p:txBody>
      </p:sp>
      <p:sp>
        <p:nvSpPr>
          <p:cNvPr id="9" name="Footer Placeholder 4"/>
          <p:cNvSpPr>
            <a:spLocks noGrp="1"/>
          </p:cNvSpPr>
          <p:nvPr>
            <p:ph type="ftr" sz="quarter" idx="11"/>
          </p:nvPr>
        </p:nvSpPr>
        <p:spPr/>
        <p:txBody>
          <a:bodyPr/>
          <a:lstStyle>
            <a:lvl1pPr>
              <a:defRPr/>
            </a:lvl1pPr>
            <a:extLst/>
          </a:lstStyle>
          <a:p>
            <a:pPr>
              <a:defRPr/>
            </a:pPr>
            <a:endParaRPr lang="en-US"/>
          </a:p>
        </p:txBody>
      </p:sp>
      <p:sp>
        <p:nvSpPr>
          <p:cNvPr id="10" name="Slide Number Placeholder 5"/>
          <p:cNvSpPr>
            <a:spLocks noGrp="1"/>
          </p:cNvSpPr>
          <p:nvPr>
            <p:ph type="sldNum" sz="quarter" idx="12"/>
          </p:nvPr>
        </p:nvSpPr>
        <p:spPr/>
        <p:txBody>
          <a:bodyPr/>
          <a:lstStyle>
            <a:lvl1pPr>
              <a:defRPr/>
            </a:lvl1pPr>
            <a:extLst/>
          </a:lstStyle>
          <a:p>
            <a:pPr>
              <a:defRPr/>
            </a:pPr>
            <a:fld id="{8A82EC3E-4F5D-4E01-A83B-D1E94124EF2B}" type="slidenum">
              <a:rPr lang="en-US"/>
              <a:pPr>
                <a:defRPr/>
              </a:pPr>
              <a:t>‹#›</a:t>
            </a:fld>
            <a:endParaRPr lang="en-US"/>
          </a:p>
        </p:txBody>
      </p:sp>
    </p:spTree>
    <p:extLst>
      <p:ext uri="{BB962C8B-B14F-4D97-AF65-F5344CB8AC3E}">
        <p14:creationId xmlns:p14="http://schemas.microsoft.com/office/powerpoint/2010/main" val="3077762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lang="en-US" smtClean="0"/>
              <a:t>Click to edit Master title style</a:t>
            </a:r>
            <a:endParaRPr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23"/>
          <p:cNvSpPr>
            <a:spLocks noGrp="1"/>
          </p:cNvSpPr>
          <p:nvPr>
            <p:ph type="dt" sz="half" idx="10"/>
          </p:nvPr>
        </p:nvSpPr>
        <p:spPr/>
        <p:txBody>
          <a:bodyPr/>
          <a:lstStyle>
            <a:lvl1pPr>
              <a:defRPr/>
            </a:lvl1pPr>
          </a:lstStyle>
          <a:p>
            <a:pPr>
              <a:defRPr/>
            </a:pPr>
            <a:fld id="{07AD094E-5413-4BE8-903E-B0C0AA2FEBEB}" type="datetimeFigureOut">
              <a:rPr lang="en-US"/>
              <a:pPr>
                <a:defRPr/>
              </a:pPr>
              <a:t>4/17/2020</a:t>
            </a:fld>
            <a:endParaRPr lang="en-US"/>
          </a:p>
        </p:txBody>
      </p:sp>
      <p:sp>
        <p:nvSpPr>
          <p:cNvPr id="6" name="Footer Placeholder 9"/>
          <p:cNvSpPr>
            <a:spLocks noGrp="1"/>
          </p:cNvSpPr>
          <p:nvPr>
            <p:ph type="ftr" sz="quarter" idx="11"/>
          </p:nvPr>
        </p:nvSpPr>
        <p:spPr/>
        <p:txBody>
          <a:bodyPr/>
          <a:lstStyle>
            <a:lvl1pPr>
              <a:defRPr/>
            </a:lvl1pPr>
          </a:lstStyle>
          <a:p>
            <a:pPr>
              <a:defRPr/>
            </a:pPr>
            <a:endParaRPr lang="en-US"/>
          </a:p>
        </p:txBody>
      </p:sp>
      <p:sp>
        <p:nvSpPr>
          <p:cNvPr id="7" name="Slide Number Placeholder 21"/>
          <p:cNvSpPr>
            <a:spLocks noGrp="1"/>
          </p:cNvSpPr>
          <p:nvPr>
            <p:ph type="sldNum" sz="quarter" idx="12"/>
          </p:nvPr>
        </p:nvSpPr>
        <p:spPr/>
        <p:txBody>
          <a:bodyPr/>
          <a:lstStyle>
            <a:lvl1pPr>
              <a:defRPr/>
            </a:lvl1pPr>
          </a:lstStyle>
          <a:p>
            <a:pPr>
              <a:defRPr/>
            </a:pPr>
            <a:fld id="{1EF7E653-4A2C-4323-96D6-1AB39FDC9633}" type="slidenum">
              <a:rPr lang="en-US"/>
              <a:pPr>
                <a:defRPr/>
              </a:pPr>
              <a:t>‹#›</a:t>
            </a:fld>
            <a:endParaRPr lang="en-US"/>
          </a:p>
        </p:txBody>
      </p:sp>
    </p:spTree>
    <p:extLst>
      <p:ext uri="{BB962C8B-B14F-4D97-AF65-F5344CB8AC3E}">
        <p14:creationId xmlns:p14="http://schemas.microsoft.com/office/powerpoint/2010/main" val="30202077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lstStyle>
            <a:lvl1pPr algn="ctr">
              <a:defRPr sz="4500" b="1" cap="none" baseline="0"/>
            </a:lvl1pPr>
            <a:extLst/>
          </a:lstStyle>
          <a:p>
            <a:r>
              <a:rPr lang="en-US" smtClean="0"/>
              <a:t>Click to edit Master title style</a:t>
            </a:r>
            <a:endParaRPr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extLst/>
          </a:lstStyle>
          <a:p>
            <a:pPr>
              <a:defRPr/>
            </a:pPr>
            <a:fld id="{46B526D6-65FB-4F81-8A5D-C3ED330B06A1}" type="datetimeFigureOut">
              <a:rPr lang="en-US"/>
              <a:pPr>
                <a:defRPr/>
              </a:pPr>
              <a:t>4/17/2020</a:t>
            </a:fld>
            <a:endParaRPr lang="en-US"/>
          </a:p>
        </p:txBody>
      </p:sp>
      <p:sp>
        <p:nvSpPr>
          <p:cNvPr id="8" name="Footer Placeholder 7"/>
          <p:cNvSpPr>
            <a:spLocks noGrp="1"/>
          </p:cNvSpPr>
          <p:nvPr>
            <p:ph type="ftr" sz="quarter" idx="11"/>
          </p:nvPr>
        </p:nvSpPr>
        <p:spPr/>
        <p:txBody>
          <a:bodyPr/>
          <a:lstStyle>
            <a:lvl1pPr>
              <a:defRPr/>
            </a:lvl1pPr>
            <a:extLst/>
          </a:lstStyle>
          <a:p>
            <a:pPr>
              <a:defRPr/>
            </a:pPr>
            <a:endParaRPr lang="en-US"/>
          </a:p>
        </p:txBody>
      </p:sp>
      <p:sp>
        <p:nvSpPr>
          <p:cNvPr id="9" name="Slide Number Placeholder 8"/>
          <p:cNvSpPr>
            <a:spLocks noGrp="1"/>
          </p:cNvSpPr>
          <p:nvPr>
            <p:ph type="sldNum" sz="quarter" idx="12"/>
          </p:nvPr>
        </p:nvSpPr>
        <p:spPr/>
        <p:txBody>
          <a:bodyPr/>
          <a:lstStyle>
            <a:lvl1pPr>
              <a:defRPr/>
            </a:lvl1pPr>
            <a:extLst/>
          </a:lstStyle>
          <a:p>
            <a:pPr>
              <a:defRPr/>
            </a:pPr>
            <a:fld id="{FA971490-8323-4EFB-8F2E-F480A3014493}" type="slidenum">
              <a:rPr lang="en-US"/>
              <a:pPr>
                <a:defRPr/>
              </a:pPr>
              <a:t>‹#›</a:t>
            </a:fld>
            <a:endParaRPr lang="en-US"/>
          </a:p>
        </p:txBody>
      </p:sp>
    </p:spTree>
    <p:extLst>
      <p:ext uri="{BB962C8B-B14F-4D97-AF65-F5344CB8AC3E}">
        <p14:creationId xmlns:p14="http://schemas.microsoft.com/office/powerpoint/2010/main" val="664791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lang="en-US" smtClean="0"/>
              <a:t>Click to edit Master title style</a:t>
            </a:r>
            <a:endParaRPr lang="en-US"/>
          </a:p>
        </p:txBody>
      </p:sp>
      <p:sp>
        <p:nvSpPr>
          <p:cNvPr id="3" name="Date Placeholder 23"/>
          <p:cNvSpPr>
            <a:spLocks noGrp="1"/>
          </p:cNvSpPr>
          <p:nvPr>
            <p:ph type="dt" sz="half" idx="10"/>
          </p:nvPr>
        </p:nvSpPr>
        <p:spPr/>
        <p:txBody>
          <a:bodyPr/>
          <a:lstStyle>
            <a:lvl1pPr>
              <a:defRPr/>
            </a:lvl1pPr>
          </a:lstStyle>
          <a:p>
            <a:pPr>
              <a:defRPr/>
            </a:pPr>
            <a:fld id="{3A9833AB-6940-45EB-A9E7-C0A236DF6D39}" type="datetimeFigureOut">
              <a:rPr lang="en-US"/>
              <a:pPr>
                <a:defRPr/>
              </a:pPr>
              <a:t>4/17/2020</a:t>
            </a:fld>
            <a:endParaRPr lang="en-US"/>
          </a:p>
        </p:txBody>
      </p:sp>
      <p:sp>
        <p:nvSpPr>
          <p:cNvPr id="4" name="Footer Placeholder 9"/>
          <p:cNvSpPr>
            <a:spLocks noGrp="1"/>
          </p:cNvSpPr>
          <p:nvPr>
            <p:ph type="ftr" sz="quarter" idx="11"/>
          </p:nvPr>
        </p:nvSpPr>
        <p:spPr/>
        <p:txBody>
          <a:bodyPr/>
          <a:lstStyle>
            <a:lvl1pPr>
              <a:defRPr/>
            </a:lvl1pPr>
          </a:lstStyle>
          <a:p>
            <a:pPr>
              <a:defRPr/>
            </a:pPr>
            <a:endParaRPr lang="en-US"/>
          </a:p>
        </p:txBody>
      </p:sp>
      <p:sp>
        <p:nvSpPr>
          <p:cNvPr id="5" name="Slide Number Placeholder 21"/>
          <p:cNvSpPr>
            <a:spLocks noGrp="1"/>
          </p:cNvSpPr>
          <p:nvPr>
            <p:ph type="sldNum" sz="quarter" idx="12"/>
          </p:nvPr>
        </p:nvSpPr>
        <p:spPr/>
        <p:txBody>
          <a:bodyPr/>
          <a:lstStyle>
            <a:lvl1pPr>
              <a:defRPr/>
            </a:lvl1pPr>
          </a:lstStyle>
          <a:p>
            <a:pPr>
              <a:defRPr/>
            </a:pPr>
            <a:fld id="{2745B0F7-F233-4EDA-8D44-42EB2BE9A90F}" type="slidenum">
              <a:rPr lang="en-US"/>
              <a:pPr>
                <a:defRPr/>
              </a:pPr>
              <a:t>‹#›</a:t>
            </a:fld>
            <a:endParaRPr lang="en-US"/>
          </a:p>
        </p:txBody>
      </p:sp>
    </p:spTree>
    <p:extLst>
      <p:ext uri="{BB962C8B-B14F-4D97-AF65-F5344CB8AC3E}">
        <p14:creationId xmlns:p14="http://schemas.microsoft.com/office/powerpoint/2010/main" val="17054856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
          <p:cNvSpPr/>
          <p:nvPr/>
        </p:nvSpPr>
        <p:spPr>
          <a:xfrm>
            <a:off x="1014413" y="0"/>
            <a:ext cx="812958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3" name="Rectangle 2"/>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4" name="Date Placeholder 1"/>
          <p:cNvSpPr>
            <a:spLocks noGrp="1"/>
          </p:cNvSpPr>
          <p:nvPr>
            <p:ph type="dt" sz="half" idx="10"/>
          </p:nvPr>
        </p:nvSpPr>
        <p:spPr/>
        <p:txBody>
          <a:bodyPr/>
          <a:lstStyle>
            <a:lvl1pPr>
              <a:defRPr/>
            </a:lvl1pPr>
            <a:extLst/>
          </a:lstStyle>
          <a:p>
            <a:pPr>
              <a:defRPr/>
            </a:pPr>
            <a:fld id="{C253BFCB-2B9B-4ABB-8E7F-DF975A1276D8}" type="datetimeFigureOut">
              <a:rPr lang="en-US"/>
              <a:pPr>
                <a:defRPr/>
              </a:pPr>
              <a:t>4/17/2020</a:t>
            </a:fld>
            <a:endParaRPr lang="en-US"/>
          </a:p>
        </p:txBody>
      </p:sp>
      <p:sp>
        <p:nvSpPr>
          <p:cNvPr id="5" name="Footer Placeholder 2"/>
          <p:cNvSpPr>
            <a:spLocks noGrp="1"/>
          </p:cNvSpPr>
          <p:nvPr>
            <p:ph type="ftr" sz="quarter" idx="11"/>
          </p:nvPr>
        </p:nvSpPr>
        <p:spPr/>
        <p:txBody>
          <a:bodyPr/>
          <a:lstStyle>
            <a:lvl1pPr>
              <a:defRPr/>
            </a:lvl1pPr>
            <a:extLst/>
          </a:lstStyle>
          <a:p>
            <a:pPr>
              <a:defRPr/>
            </a:pPr>
            <a:endParaRPr lang="en-US"/>
          </a:p>
        </p:txBody>
      </p:sp>
      <p:sp>
        <p:nvSpPr>
          <p:cNvPr id="6" name="Slide Number Placeholder 3"/>
          <p:cNvSpPr>
            <a:spLocks noGrp="1"/>
          </p:cNvSpPr>
          <p:nvPr>
            <p:ph type="sldNum" sz="quarter" idx="12"/>
          </p:nvPr>
        </p:nvSpPr>
        <p:spPr/>
        <p:txBody>
          <a:bodyPr/>
          <a:lstStyle>
            <a:lvl1pPr>
              <a:defRPr/>
            </a:lvl1pPr>
            <a:extLst/>
          </a:lstStyle>
          <a:p>
            <a:pPr>
              <a:defRPr/>
            </a:pPr>
            <a:fld id="{8D0274CD-3112-48CF-B11C-74BF0C974254}" type="slidenum">
              <a:rPr lang="en-US"/>
              <a:pPr>
                <a:defRPr/>
              </a:pPr>
              <a:t>‹#›</a:t>
            </a:fld>
            <a:endParaRPr lang="en-US"/>
          </a:p>
        </p:txBody>
      </p:sp>
    </p:spTree>
    <p:extLst>
      <p:ext uri="{BB962C8B-B14F-4D97-AF65-F5344CB8AC3E}">
        <p14:creationId xmlns:p14="http://schemas.microsoft.com/office/powerpoint/2010/main" val="3601698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lang="en-US" smtClean="0"/>
              <a:t>Click to edit Master title style</a:t>
            </a:r>
            <a:endParaRPr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a:r>
              <a:rPr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extLst/>
          </a:lstStyle>
          <a:p>
            <a:pPr>
              <a:defRPr/>
            </a:pPr>
            <a:fld id="{06312243-6C98-4871-B990-5D72B8619069}" type="datetimeFigureOut">
              <a:rPr lang="en-US"/>
              <a:pPr>
                <a:defRPr/>
              </a:pPr>
              <a:t>4/17/2020</a:t>
            </a:fld>
            <a:endParaRPr lang="en-US"/>
          </a:p>
        </p:txBody>
      </p:sp>
      <p:sp>
        <p:nvSpPr>
          <p:cNvPr id="6" name="Footer Placeholder 5"/>
          <p:cNvSpPr>
            <a:spLocks noGrp="1"/>
          </p:cNvSpPr>
          <p:nvPr>
            <p:ph type="ftr" sz="quarter" idx="11"/>
          </p:nvPr>
        </p:nvSpPr>
        <p:spPr/>
        <p:txBody>
          <a:bodyPr/>
          <a:lstStyle>
            <a:lvl1pPr>
              <a:defRPr/>
            </a:lvl1pPr>
            <a:extLst/>
          </a:lstStyle>
          <a:p>
            <a:pPr>
              <a:defRPr/>
            </a:pPr>
            <a:endParaRPr lang="en-US"/>
          </a:p>
        </p:txBody>
      </p:sp>
      <p:sp>
        <p:nvSpPr>
          <p:cNvPr id="7" name="Slide Number Placeholder 6"/>
          <p:cNvSpPr>
            <a:spLocks noGrp="1"/>
          </p:cNvSpPr>
          <p:nvPr>
            <p:ph type="sldNum" sz="quarter" idx="12"/>
          </p:nvPr>
        </p:nvSpPr>
        <p:spPr/>
        <p:txBody>
          <a:bodyPr/>
          <a:lstStyle>
            <a:lvl1pPr>
              <a:defRPr/>
            </a:lvl1pPr>
            <a:extLst/>
          </a:lstStyle>
          <a:p>
            <a:pPr>
              <a:defRPr/>
            </a:pPr>
            <a:fld id="{7C74944F-9EB1-4B49-B8CE-433C2FAB80A6}" type="slidenum">
              <a:rPr lang="en-US"/>
              <a:pPr>
                <a:defRPr/>
              </a:pPr>
              <a:t>‹#›</a:t>
            </a:fld>
            <a:endParaRPr lang="en-US"/>
          </a:p>
        </p:txBody>
      </p:sp>
    </p:spTree>
    <p:extLst>
      <p:ext uri="{BB962C8B-B14F-4D97-AF65-F5344CB8AC3E}">
        <p14:creationId xmlns:p14="http://schemas.microsoft.com/office/powerpoint/2010/main" val="40651174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tIns="274320">
            <a:normAutofit/>
          </a:bodyPr>
          <a:lstStyle>
            <a:extLst/>
          </a:lstStyle>
          <a:p>
            <a:pPr indent="-283464" fontAlgn="auto">
              <a:lnSpc>
                <a:spcPts val="3000"/>
              </a:lnSpc>
              <a:spcBef>
                <a:spcPts val="600"/>
              </a:spcBef>
              <a:spcAft>
                <a:spcPts val="0"/>
              </a:spcAft>
              <a:buClr>
                <a:schemeClr val="accent1"/>
              </a:buClr>
              <a:buSzPct val="80000"/>
              <a:buFont typeface="Wingdings 2"/>
              <a:buNone/>
              <a:defRPr/>
            </a:pPr>
            <a:endParaRPr lang="en-US" sz="3200">
              <a:latin typeface="+mn-lt"/>
              <a:cs typeface="+mn-cs"/>
            </a:endParaRPr>
          </a:p>
        </p:txBody>
      </p:sp>
      <p:sp>
        <p:nvSpPr>
          <p:cNvPr id="6" name="Flowchart: Process 5"/>
          <p:cNvSpPr/>
          <p:nvPr/>
        </p:nvSpPr>
        <p:spPr>
          <a:xfrm rot="19468671">
            <a:off x="396875" y="954088"/>
            <a:ext cx="685800" cy="204787"/>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7" name="Flowchart: Process 6"/>
          <p:cNvSpPr/>
          <p:nvPr/>
        </p:nvSpPr>
        <p:spPr>
          <a:xfrm rot="2103354" flipH="1">
            <a:off x="5003800" y="936625"/>
            <a:ext cx="649288" cy="204788"/>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dirty="0"/>
          </a:p>
        </p:txBody>
      </p:sp>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lang="en-US" smtClean="0"/>
              <a:t>Click to edit Master title style</a:t>
            </a:r>
            <a:endParaRPr lang="en-US"/>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tIns="274320">
            <a:normAutofit/>
          </a:bodyPr>
          <a:lstStyle>
            <a:lvl1pPr indent="0">
              <a:buNone/>
              <a:defRPr sz="3200"/>
            </a:lvl1pPr>
            <a:extLst/>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a:r>
              <a:rPr lang="en-US" smtClean="0"/>
              <a:t>Click to edit Master text styles</a:t>
            </a:r>
          </a:p>
        </p:txBody>
      </p:sp>
      <p:sp>
        <p:nvSpPr>
          <p:cNvPr id="8" name="Date Placeholder 4"/>
          <p:cNvSpPr>
            <a:spLocks noGrp="1"/>
          </p:cNvSpPr>
          <p:nvPr>
            <p:ph type="dt" sz="half" idx="10"/>
          </p:nvPr>
        </p:nvSpPr>
        <p:spPr/>
        <p:txBody>
          <a:bodyPr/>
          <a:lstStyle>
            <a:lvl1pPr>
              <a:defRPr/>
            </a:lvl1pPr>
            <a:extLst/>
          </a:lstStyle>
          <a:p>
            <a:pPr>
              <a:defRPr/>
            </a:pPr>
            <a:fld id="{D02AB3D5-D0DF-4441-94F8-C005BB6656E4}" type="datetimeFigureOut">
              <a:rPr lang="en-US"/>
              <a:pPr>
                <a:defRPr/>
              </a:pPr>
              <a:t>4/17/2020</a:t>
            </a:fld>
            <a:endParaRPr lang="en-US"/>
          </a:p>
        </p:txBody>
      </p:sp>
      <p:sp>
        <p:nvSpPr>
          <p:cNvPr id="9" name="Footer Placeholder 5"/>
          <p:cNvSpPr>
            <a:spLocks noGrp="1"/>
          </p:cNvSpPr>
          <p:nvPr>
            <p:ph type="ftr" sz="quarter" idx="11"/>
          </p:nvPr>
        </p:nvSpPr>
        <p:spPr/>
        <p:txBody>
          <a:bodyPr/>
          <a:lstStyle>
            <a:lvl1pPr>
              <a:defRPr/>
            </a:lvl1pPr>
            <a:extLst/>
          </a:lstStyle>
          <a:p>
            <a:pPr>
              <a:defRPr/>
            </a:pPr>
            <a:endParaRPr lang="en-US"/>
          </a:p>
        </p:txBody>
      </p:sp>
      <p:sp>
        <p:nvSpPr>
          <p:cNvPr id="10" name="Slide Number Placeholder 6"/>
          <p:cNvSpPr>
            <a:spLocks noGrp="1"/>
          </p:cNvSpPr>
          <p:nvPr>
            <p:ph type="sldNum" sz="quarter" idx="12"/>
          </p:nvPr>
        </p:nvSpPr>
        <p:spPr/>
        <p:txBody>
          <a:bodyPr/>
          <a:lstStyle>
            <a:lvl1pPr>
              <a:defRPr/>
            </a:lvl1pPr>
            <a:extLst/>
          </a:lstStyle>
          <a:p>
            <a:pPr>
              <a:defRPr/>
            </a:pPr>
            <a:fld id="{70B04D62-0942-49DA-80C3-52BECCC980D9}" type="slidenum">
              <a:rPr lang="en-US"/>
              <a:pPr>
                <a:defRPr/>
              </a:pPr>
              <a:t>‹#›</a:t>
            </a:fld>
            <a:endParaRPr lang="en-US"/>
          </a:p>
        </p:txBody>
      </p:sp>
    </p:spTree>
    <p:extLst>
      <p:ext uri="{BB962C8B-B14F-4D97-AF65-F5344CB8AC3E}">
        <p14:creationId xmlns:p14="http://schemas.microsoft.com/office/powerpoint/2010/main" val="518982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3"/>
          <p:cNvSpPr>
            <a:spLocks noGrp="1"/>
          </p:cNvSpPr>
          <p:nvPr>
            <p:ph type="dt" sz="half" idx="10"/>
          </p:nvPr>
        </p:nvSpPr>
        <p:spPr/>
        <p:txBody>
          <a:bodyPr/>
          <a:lstStyle>
            <a:lvl1pPr>
              <a:defRPr/>
            </a:lvl1pPr>
          </a:lstStyle>
          <a:p>
            <a:pPr>
              <a:defRPr/>
            </a:pPr>
            <a:fld id="{7B403DA9-FA0C-4375-AA67-2FA6DF150A83}" type="datetimeFigureOut">
              <a:rPr lang="en-US"/>
              <a:pPr>
                <a:defRPr/>
              </a:pPr>
              <a:t>4/17/2020</a:t>
            </a:fld>
            <a:endParaRPr lang="en-US"/>
          </a:p>
        </p:txBody>
      </p:sp>
      <p:sp>
        <p:nvSpPr>
          <p:cNvPr id="5" name="Footer Placeholder 9"/>
          <p:cNvSpPr>
            <a:spLocks noGrp="1"/>
          </p:cNvSpPr>
          <p:nvPr>
            <p:ph type="ftr" sz="quarter" idx="11"/>
          </p:nvPr>
        </p:nvSpPr>
        <p:spPr/>
        <p:txBody>
          <a:bodyPr/>
          <a:lstStyle>
            <a:lvl1pPr>
              <a:defRPr/>
            </a:lvl1pPr>
          </a:lstStyle>
          <a:p>
            <a:pPr>
              <a:defRPr/>
            </a:pPr>
            <a:endParaRPr lang="en-US"/>
          </a:p>
        </p:txBody>
      </p:sp>
      <p:sp>
        <p:nvSpPr>
          <p:cNvPr id="6" name="Slide Number Placeholder 21"/>
          <p:cNvSpPr>
            <a:spLocks noGrp="1"/>
          </p:cNvSpPr>
          <p:nvPr>
            <p:ph type="sldNum" sz="quarter" idx="12"/>
          </p:nvPr>
        </p:nvSpPr>
        <p:spPr/>
        <p:txBody>
          <a:bodyPr/>
          <a:lstStyle>
            <a:lvl1pPr>
              <a:defRPr/>
            </a:lvl1pPr>
          </a:lstStyle>
          <a:p>
            <a:pPr>
              <a:defRPr/>
            </a:pPr>
            <a:fld id="{6086FEF2-0BF6-465F-888A-698F89351320}" type="slidenum">
              <a:rPr lang="en-US"/>
              <a:pPr>
                <a:defRPr/>
              </a:pPr>
              <a:t>‹#›</a:t>
            </a:fld>
            <a:endParaRPr lang="en-US"/>
          </a:p>
        </p:txBody>
      </p:sp>
    </p:spTree>
    <p:extLst>
      <p:ext uri="{BB962C8B-B14F-4D97-AF65-F5344CB8AC3E}">
        <p14:creationId xmlns:p14="http://schemas.microsoft.com/office/powerpoint/2010/main" val="30925598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3"/>
          <p:cNvSpPr>
            <a:spLocks noGrp="1"/>
          </p:cNvSpPr>
          <p:nvPr>
            <p:ph type="dt" sz="half" idx="10"/>
          </p:nvPr>
        </p:nvSpPr>
        <p:spPr/>
        <p:txBody>
          <a:bodyPr/>
          <a:lstStyle>
            <a:lvl1pPr>
              <a:defRPr/>
            </a:lvl1pPr>
          </a:lstStyle>
          <a:p>
            <a:pPr>
              <a:defRPr/>
            </a:pPr>
            <a:fld id="{EB6D0DF2-AE5E-41EA-B75B-05709F972176}" type="datetimeFigureOut">
              <a:rPr lang="en-US"/>
              <a:pPr>
                <a:defRPr/>
              </a:pPr>
              <a:t>4/17/2020</a:t>
            </a:fld>
            <a:endParaRPr lang="en-US"/>
          </a:p>
        </p:txBody>
      </p:sp>
      <p:sp>
        <p:nvSpPr>
          <p:cNvPr id="5" name="Footer Placeholder 9"/>
          <p:cNvSpPr>
            <a:spLocks noGrp="1"/>
          </p:cNvSpPr>
          <p:nvPr>
            <p:ph type="ftr" sz="quarter" idx="11"/>
          </p:nvPr>
        </p:nvSpPr>
        <p:spPr/>
        <p:txBody>
          <a:bodyPr/>
          <a:lstStyle>
            <a:lvl1pPr>
              <a:defRPr/>
            </a:lvl1pPr>
          </a:lstStyle>
          <a:p>
            <a:pPr>
              <a:defRPr/>
            </a:pPr>
            <a:endParaRPr lang="en-US"/>
          </a:p>
        </p:txBody>
      </p:sp>
      <p:sp>
        <p:nvSpPr>
          <p:cNvPr id="6" name="Slide Number Placeholder 21"/>
          <p:cNvSpPr>
            <a:spLocks noGrp="1"/>
          </p:cNvSpPr>
          <p:nvPr>
            <p:ph type="sldNum" sz="quarter" idx="12"/>
          </p:nvPr>
        </p:nvSpPr>
        <p:spPr/>
        <p:txBody>
          <a:bodyPr/>
          <a:lstStyle>
            <a:lvl1pPr>
              <a:defRPr/>
            </a:lvl1pPr>
          </a:lstStyle>
          <a:p>
            <a:pPr>
              <a:defRPr/>
            </a:pPr>
            <a:fld id="{15EA8CCE-D951-4B72-9CFD-572415AD698C}" type="slidenum">
              <a:rPr lang="en-US"/>
              <a:pPr>
                <a:defRPr/>
              </a:pPr>
              <a:t>‹#›</a:t>
            </a:fld>
            <a:endParaRPr lang="en-US"/>
          </a:p>
        </p:txBody>
      </p:sp>
    </p:spTree>
    <p:extLst>
      <p:ext uri="{BB962C8B-B14F-4D97-AF65-F5344CB8AC3E}">
        <p14:creationId xmlns:p14="http://schemas.microsoft.com/office/powerpoint/2010/main" val="2937137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75" y="-815975"/>
            <a:ext cx="1638300" cy="1638300"/>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8" name="Oval 7"/>
          <p:cNvSpPr/>
          <p:nvPr/>
        </p:nvSpPr>
        <p:spPr>
          <a:xfrm>
            <a:off x="168275" y="20638"/>
            <a:ext cx="1703388" cy="1703387"/>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12" name="Rectangle 11"/>
          <p:cNvSpPr/>
          <p:nvPr/>
        </p:nvSpPr>
        <p:spPr>
          <a:xfrm>
            <a:off x="1012825" y="0"/>
            <a:ext cx="8131175"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5" name="Title Placeholder 4"/>
          <p:cNvSpPr>
            <a:spLocks noGrp="1"/>
          </p:cNvSpPr>
          <p:nvPr>
            <p:ph type="title"/>
          </p:nvPr>
        </p:nvSpPr>
        <p:spPr>
          <a:xfrm>
            <a:off x="1435100" y="274638"/>
            <a:ext cx="7499350" cy="1143000"/>
          </a:xfrm>
          <a:prstGeom prst="rect">
            <a:avLst/>
          </a:prstGeom>
        </p:spPr>
        <p:txBody>
          <a:bodyPr anchor="ctr">
            <a:normAutofit/>
          </a:bodyPr>
          <a:lstStyle>
            <a:extLst/>
          </a:lstStyle>
          <a:p>
            <a:r>
              <a:rPr lang="en-US" smtClean="0"/>
              <a:t>Click to edit Master title style</a:t>
            </a:r>
            <a:endParaRPr lang="en-US"/>
          </a:p>
        </p:txBody>
      </p:sp>
      <p:sp>
        <p:nvSpPr>
          <p:cNvPr id="19465" name="Text Placeholder 8"/>
          <p:cNvSpPr>
            <a:spLocks noGrp="1"/>
          </p:cNvSpPr>
          <p:nvPr>
            <p:ph type="body" idx="1"/>
          </p:nvPr>
        </p:nvSpPr>
        <p:spPr bwMode="auto">
          <a:xfrm>
            <a:off x="1435100" y="1447800"/>
            <a:ext cx="749935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fontAlgn="auto" latinLnBrk="0" hangingPunct="1">
              <a:spcBef>
                <a:spcPts val="0"/>
              </a:spcBef>
              <a:spcAft>
                <a:spcPts val="0"/>
              </a:spcAft>
              <a:defRPr kumimoji="0" sz="1200">
                <a:solidFill>
                  <a:schemeClr val="bg2">
                    <a:shade val="50000"/>
                    <a:satMod val="200000"/>
                  </a:schemeClr>
                </a:solidFill>
                <a:latin typeface="+mn-lt"/>
                <a:cs typeface="+mn-cs"/>
              </a:defRPr>
            </a:lvl1pPr>
            <a:extLst/>
          </a:lstStyle>
          <a:p>
            <a:pPr>
              <a:defRPr/>
            </a:pPr>
            <a:fld id="{E49B4AC4-0E04-47CD-9204-823DF2C5462F}" type="datetimeFigureOut">
              <a:rPr lang="en-US"/>
              <a:pPr>
                <a:defRPr/>
              </a:pPr>
              <a:t>4/17/2020</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fontAlgn="auto" latinLnBrk="0" hangingPunct="1">
              <a:spcBef>
                <a:spcPts val="0"/>
              </a:spcBef>
              <a:spcAft>
                <a:spcPts val="0"/>
              </a:spcAft>
              <a:defRPr kumimoji="0" sz="1200">
                <a:solidFill>
                  <a:schemeClr val="bg2">
                    <a:shade val="50000"/>
                    <a:satMod val="200000"/>
                  </a:schemeClr>
                </a:solidFill>
                <a:effectLst/>
                <a:latin typeface="+mn-lt"/>
                <a:cs typeface="+mn-cs"/>
              </a:defRPr>
            </a:lvl1pPr>
            <a:extLst/>
          </a:lstStyle>
          <a:p>
            <a:pPr>
              <a:defRPr/>
            </a:pPr>
            <a:endParaRPr lang="en-US"/>
          </a:p>
        </p:txBody>
      </p:sp>
      <p:sp>
        <p:nvSpPr>
          <p:cNvPr id="22" name="Slide Number Placeholder 21"/>
          <p:cNvSpPr>
            <a:spLocks noGrp="1"/>
          </p:cNvSpPr>
          <p:nvPr>
            <p:ph type="sldNum" sz="quarter" idx="4"/>
          </p:nvPr>
        </p:nvSpPr>
        <p:spPr>
          <a:xfrm>
            <a:off x="8613775" y="6305550"/>
            <a:ext cx="457200" cy="476250"/>
          </a:xfrm>
          <a:prstGeom prst="rect">
            <a:avLst/>
          </a:prstGeom>
        </p:spPr>
        <p:txBody>
          <a:bodyPr anchor="b"/>
          <a:lstStyle>
            <a:lvl1pPr algn="ctr" eaLnBrk="1" fontAlgn="auto" latinLnBrk="0" hangingPunct="1">
              <a:spcBef>
                <a:spcPts val="0"/>
              </a:spcBef>
              <a:spcAft>
                <a:spcPts val="0"/>
              </a:spcAft>
              <a:defRPr kumimoji="0" sz="1200">
                <a:solidFill>
                  <a:schemeClr val="bg2">
                    <a:shade val="50000"/>
                    <a:satMod val="200000"/>
                  </a:schemeClr>
                </a:solidFill>
                <a:effectLst/>
                <a:latin typeface="+mn-lt"/>
                <a:cs typeface="+mn-cs"/>
              </a:defRPr>
            </a:lvl1pPr>
            <a:extLst/>
          </a:lstStyle>
          <a:p>
            <a:pPr>
              <a:defRPr/>
            </a:pPr>
            <a:fld id="{69BD8DAE-FF12-4103-9C02-EE400F75132D}" type="slidenum">
              <a:rPr lang="en-US"/>
              <a:pPr>
                <a:defRPr/>
              </a:pPr>
              <a:t>‹#›</a:t>
            </a:fld>
            <a:endParaRPr lang="en-US"/>
          </a:p>
        </p:txBody>
      </p:sp>
      <p:sp>
        <p:nvSpPr>
          <p:cNvPr id="15" name="Rectangle 14"/>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Tree>
  </p:cSld>
  <p:clrMap bg1="lt1" tx1="dk1" bg2="lt2" tx2="dk2" accent1="accent1" accent2="accent2" accent3="accent3" accent4="accent4" accent5="accent5" accent6="accent6" hlink="hlink" folHlink="folHlink"/>
  <p:sldLayoutIdLst>
    <p:sldLayoutId id="2147483886" r:id="rId1"/>
    <p:sldLayoutId id="2147483881" r:id="rId2"/>
    <p:sldLayoutId id="2147483887" r:id="rId3"/>
    <p:sldLayoutId id="2147483882" r:id="rId4"/>
    <p:sldLayoutId id="2147483888" r:id="rId5"/>
    <p:sldLayoutId id="2147483883" r:id="rId6"/>
    <p:sldLayoutId id="2147483889" r:id="rId7"/>
    <p:sldLayoutId id="2147483890" r:id="rId8"/>
    <p:sldLayoutId id="2147483891" r:id="rId9"/>
    <p:sldLayoutId id="2147483884" r:id="rId10"/>
    <p:sldLayoutId id="2147483885" r:id="rId11"/>
  </p:sldLayoutIdLst>
  <p:txStyles>
    <p:titleStyle>
      <a:lvl1pPr algn="l" rtl="0" eaLnBrk="1" fontAlgn="base" hangingPunct="1">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1" fontAlgn="base" hangingPunct="1">
        <a:spcBef>
          <a:spcPct val="0"/>
        </a:spcBef>
        <a:spcAft>
          <a:spcPct val="0"/>
        </a:spcAft>
        <a:defRPr sz="4300">
          <a:solidFill>
            <a:srgbClr val="572314"/>
          </a:solidFill>
          <a:latin typeface="Gill Sans MT" pitchFamily="34" charset="0"/>
        </a:defRPr>
      </a:lvl2pPr>
      <a:lvl3pPr algn="l" rtl="0" eaLnBrk="1" fontAlgn="base" hangingPunct="1">
        <a:spcBef>
          <a:spcPct val="0"/>
        </a:spcBef>
        <a:spcAft>
          <a:spcPct val="0"/>
        </a:spcAft>
        <a:defRPr sz="4300">
          <a:solidFill>
            <a:srgbClr val="572314"/>
          </a:solidFill>
          <a:latin typeface="Gill Sans MT" pitchFamily="34" charset="0"/>
        </a:defRPr>
      </a:lvl3pPr>
      <a:lvl4pPr algn="l" rtl="0" eaLnBrk="1" fontAlgn="base" hangingPunct="1">
        <a:spcBef>
          <a:spcPct val="0"/>
        </a:spcBef>
        <a:spcAft>
          <a:spcPct val="0"/>
        </a:spcAft>
        <a:defRPr sz="4300">
          <a:solidFill>
            <a:srgbClr val="572314"/>
          </a:solidFill>
          <a:latin typeface="Gill Sans MT" pitchFamily="34" charset="0"/>
        </a:defRPr>
      </a:lvl4pPr>
      <a:lvl5pPr algn="l" rtl="0" eaLnBrk="1" fontAlgn="base" hangingPunct="1">
        <a:spcBef>
          <a:spcPct val="0"/>
        </a:spcBef>
        <a:spcAft>
          <a:spcPct val="0"/>
        </a:spcAft>
        <a:defRPr sz="4300">
          <a:solidFill>
            <a:srgbClr val="572314"/>
          </a:solidFill>
          <a:latin typeface="Gill Sans MT" pitchFamily="34" charset="0"/>
        </a:defRPr>
      </a:lvl5pPr>
      <a:lvl6pPr marL="457200" algn="l" rtl="0" eaLnBrk="1" fontAlgn="base" hangingPunct="1">
        <a:spcBef>
          <a:spcPct val="0"/>
        </a:spcBef>
        <a:spcAft>
          <a:spcPct val="0"/>
        </a:spcAft>
        <a:defRPr sz="4300">
          <a:solidFill>
            <a:srgbClr val="572314"/>
          </a:solidFill>
          <a:latin typeface="Gill Sans MT" pitchFamily="34" charset="0"/>
        </a:defRPr>
      </a:lvl6pPr>
      <a:lvl7pPr marL="914400" algn="l" rtl="0" eaLnBrk="1" fontAlgn="base" hangingPunct="1">
        <a:spcBef>
          <a:spcPct val="0"/>
        </a:spcBef>
        <a:spcAft>
          <a:spcPct val="0"/>
        </a:spcAft>
        <a:defRPr sz="4300">
          <a:solidFill>
            <a:srgbClr val="572314"/>
          </a:solidFill>
          <a:latin typeface="Gill Sans MT" pitchFamily="34" charset="0"/>
        </a:defRPr>
      </a:lvl7pPr>
      <a:lvl8pPr marL="1371600" algn="l" rtl="0" eaLnBrk="1" fontAlgn="base" hangingPunct="1">
        <a:spcBef>
          <a:spcPct val="0"/>
        </a:spcBef>
        <a:spcAft>
          <a:spcPct val="0"/>
        </a:spcAft>
        <a:defRPr sz="4300">
          <a:solidFill>
            <a:srgbClr val="572314"/>
          </a:solidFill>
          <a:latin typeface="Gill Sans MT" pitchFamily="34" charset="0"/>
        </a:defRPr>
      </a:lvl8pPr>
      <a:lvl9pPr marL="1828800" algn="l" rtl="0" eaLnBrk="1" fontAlgn="base" hangingPunct="1">
        <a:spcBef>
          <a:spcPct val="0"/>
        </a:spcBef>
        <a:spcAft>
          <a:spcPct val="0"/>
        </a:spcAft>
        <a:defRPr sz="4300">
          <a:solidFill>
            <a:srgbClr val="572314"/>
          </a:solidFill>
          <a:latin typeface="Gill Sans MT" pitchFamily="34" charset="0"/>
        </a:defRPr>
      </a:lvl9pPr>
      <a:extLst/>
    </p:titleStyle>
    <p:bodyStyle>
      <a:lvl1pPr marL="365125" indent="-282575" algn="l" rtl="0" eaLnBrk="1" fontAlgn="base" hangingPunct="1">
        <a:spcBef>
          <a:spcPts val="600"/>
        </a:spcBef>
        <a:spcAft>
          <a:spcPct val="0"/>
        </a:spcAft>
        <a:buClr>
          <a:schemeClr val="accent1"/>
        </a:buClr>
        <a:buSzPct val="80000"/>
        <a:buFont typeface="Wingdings 2" pitchFamily="18" charset="2"/>
        <a:buChar char=""/>
        <a:defRPr sz="3200" kern="1200">
          <a:solidFill>
            <a:schemeClr val="tx1"/>
          </a:solidFill>
          <a:latin typeface="+mn-lt"/>
          <a:ea typeface="+mn-ea"/>
          <a:cs typeface="+mn-cs"/>
        </a:defRPr>
      </a:lvl1pPr>
      <a:lvl2pPr marL="639763" indent="-236538" algn="l" rtl="0" eaLnBrk="1" fontAlgn="base" hangingPunct="1">
        <a:spcBef>
          <a:spcPts val="550"/>
        </a:spcBef>
        <a:spcAft>
          <a:spcPct val="0"/>
        </a:spcAft>
        <a:buClr>
          <a:schemeClr val="accent1"/>
        </a:buClr>
        <a:buFont typeface="Verdana" pitchFamily="34" charset="0"/>
        <a:buChar char="◦"/>
        <a:defRPr sz="2800" kern="1200">
          <a:solidFill>
            <a:schemeClr val="tx1"/>
          </a:solidFill>
          <a:latin typeface="+mn-lt"/>
          <a:ea typeface="+mn-ea"/>
          <a:cs typeface="+mn-cs"/>
        </a:defRPr>
      </a:lvl2pPr>
      <a:lvl3pPr marL="885825" indent="-228600" algn="l" rtl="0" eaLnBrk="1" fontAlgn="base" hangingPunct="1">
        <a:spcBef>
          <a:spcPct val="20000"/>
        </a:spcBef>
        <a:spcAft>
          <a:spcPct val="0"/>
        </a:spcAft>
        <a:buClr>
          <a:schemeClr val="accent2"/>
        </a:buClr>
        <a:buFont typeface="Wingdings 2" pitchFamily="18" charset="2"/>
        <a:buChar char=""/>
        <a:defRPr sz="2400" kern="1200">
          <a:solidFill>
            <a:schemeClr val="tx1"/>
          </a:solidFill>
          <a:latin typeface="+mn-lt"/>
          <a:ea typeface="+mn-ea"/>
          <a:cs typeface="+mn-cs"/>
        </a:defRPr>
      </a:lvl3pPr>
      <a:lvl4pPr marL="1096963" indent="-173038" algn="l" rtl="0" eaLnBrk="1" fontAlgn="base" hangingPunct="1">
        <a:spcBef>
          <a:spcPct val="20000"/>
        </a:spcBef>
        <a:spcAft>
          <a:spcPct val="0"/>
        </a:spcAft>
        <a:buClr>
          <a:srgbClr val="C32D2E"/>
        </a:buClr>
        <a:buFont typeface="Wingdings 2" pitchFamily="18" charset="2"/>
        <a:buChar char=""/>
        <a:defRPr sz="2000" kern="1200">
          <a:solidFill>
            <a:schemeClr val="tx1"/>
          </a:solidFill>
          <a:latin typeface="+mn-lt"/>
          <a:ea typeface="+mn-ea"/>
          <a:cs typeface="+mn-cs"/>
        </a:defRPr>
      </a:lvl4pPr>
      <a:lvl5pPr marL="1296988" indent="-182563" algn="l" rtl="0" eaLnBrk="1" fontAlgn="base" hangingPunct="1">
        <a:spcBef>
          <a:spcPct val="20000"/>
        </a:spcBef>
        <a:spcAft>
          <a:spcPct val="0"/>
        </a:spcAft>
        <a:buClr>
          <a:srgbClr val="84AA33"/>
        </a:buClr>
        <a:buFont typeface="Wingdings 2" pitchFamily="18"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4.wmf"/><Relationship Id="rId13" Type="http://schemas.openxmlformats.org/officeDocument/2006/relationships/oleObject" Target="../embeddings/oleObject4.bin"/><Relationship Id="rId3" Type="http://schemas.openxmlformats.org/officeDocument/2006/relationships/oleObject" Target="../embeddings/Microsoft_Visio_2003-2010_Drawing1.vsd"/><Relationship Id="rId7" Type="http://schemas.openxmlformats.org/officeDocument/2006/relationships/oleObject" Target="../embeddings/oleObject1.bin"/><Relationship Id="rId12" Type="http://schemas.openxmlformats.org/officeDocument/2006/relationships/image" Target="../media/image16.wmf"/><Relationship Id="rId2" Type="http://schemas.openxmlformats.org/officeDocument/2006/relationships/slideLayout" Target="../slideLayouts/slideLayout2.xml"/><Relationship Id="rId16" Type="http://schemas.openxmlformats.org/officeDocument/2006/relationships/image" Target="../media/image18.wmf"/><Relationship Id="rId1" Type="http://schemas.openxmlformats.org/officeDocument/2006/relationships/vmlDrawing" Target="../drawings/vmlDrawing1.vml"/><Relationship Id="rId6" Type="http://schemas.openxmlformats.org/officeDocument/2006/relationships/image" Target="../media/image15.png"/><Relationship Id="rId11" Type="http://schemas.openxmlformats.org/officeDocument/2006/relationships/oleObject" Target="../embeddings/oleObject3.bin"/><Relationship Id="rId15" Type="http://schemas.openxmlformats.org/officeDocument/2006/relationships/oleObject" Target="../embeddings/oleObject5.bin"/><Relationship Id="rId10" Type="http://schemas.openxmlformats.org/officeDocument/2006/relationships/image" Target="../media/image15.wmf"/><Relationship Id="rId4" Type="http://schemas.openxmlformats.org/officeDocument/2006/relationships/image" Target="../media/image13.emf"/><Relationship Id="rId9" Type="http://schemas.openxmlformats.org/officeDocument/2006/relationships/oleObject" Target="../embeddings/oleObject2.bin"/><Relationship Id="rId14" Type="http://schemas.openxmlformats.org/officeDocument/2006/relationships/image" Target="../media/image17.wmf"/></Relationships>
</file>

<file path=ppt/slides/_rels/slide8.xml.rels><?xml version="1.0" encoding="UTF-8" standalone="yes"?>
<Relationships xmlns="http://schemas.openxmlformats.org/package/2006/relationships"><Relationship Id="rId3" Type="http://schemas.openxmlformats.org/officeDocument/2006/relationships/oleObject" Target="../embeddings/Microsoft_Visio_2003-2010_Drawing2.vsd"/><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7.png"/><Relationship Id="rId4" Type="http://schemas.openxmlformats.org/officeDocument/2006/relationships/image" Target="../media/image19.emf"/></Relationships>
</file>

<file path=ppt/slides/_rels/slide9.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image" Target="../media/image22.png"/><Relationship Id="rId7"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7.bin"/><Relationship Id="rId5" Type="http://schemas.openxmlformats.org/officeDocument/2006/relationships/image" Target="../media/image20.wmf"/><Relationship Id="rId4" Type="http://schemas.openxmlformats.org/officeDocument/2006/relationships/oleObject" Target="../embeddings/oleObject6.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oleObject" Target="../embeddings/oleObject9.bin"/><Relationship Id="rId7" Type="http://schemas.openxmlformats.org/officeDocument/2006/relationships/image" Target="../media/image24.png"/><Relationship Id="rId2" Type="http://schemas.openxmlformats.org/officeDocument/2006/relationships/slideLayout" Target="../slideLayouts/slideLayout4.xml"/><Relationship Id="rId1" Type="http://schemas.openxmlformats.org/officeDocument/2006/relationships/vmlDrawing" Target="../drawings/vmlDrawing4.vml"/><Relationship Id="rId6" Type="http://schemas.openxmlformats.org/officeDocument/2006/relationships/image" Target="../media/image23.emf"/><Relationship Id="rId5" Type="http://schemas.openxmlformats.org/officeDocument/2006/relationships/oleObject" Target="../embeddings/Microsoft_Visio_2003-2010_Drawing3.vsd"/><Relationship Id="rId4" Type="http://schemas.openxmlformats.org/officeDocument/2006/relationships/image" Target="../media/image22.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4.xml"/><Relationship Id="rId1" Type="http://schemas.openxmlformats.org/officeDocument/2006/relationships/vmlDrawing" Target="../drawings/vmlDrawing5.vml"/><Relationship Id="rId6" Type="http://schemas.openxmlformats.org/officeDocument/2006/relationships/image" Target="../media/image25.wmf"/><Relationship Id="rId5" Type="http://schemas.openxmlformats.org/officeDocument/2006/relationships/oleObject" Target="../embeddings/oleObject11.bin"/><Relationship Id="rId4" Type="http://schemas.openxmlformats.org/officeDocument/2006/relationships/image" Target="../media/image24.wmf"/></Relationships>
</file>

<file path=ppt/slides/_rels/slide13.xml.rels><?xml version="1.0" encoding="UTF-8" standalone="yes"?>
<Relationships xmlns="http://schemas.openxmlformats.org/package/2006/relationships"><Relationship Id="rId8" Type="http://schemas.openxmlformats.org/officeDocument/2006/relationships/image" Target="../media/image28.wmf"/><Relationship Id="rId13" Type="http://schemas.openxmlformats.org/officeDocument/2006/relationships/image" Target="../media/image30.wmf"/><Relationship Id="rId3" Type="http://schemas.openxmlformats.org/officeDocument/2006/relationships/oleObject" Target="../embeddings/oleObject12.bin"/><Relationship Id="rId7" Type="http://schemas.openxmlformats.org/officeDocument/2006/relationships/oleObject" Target="../embeddings/oleObject14.bin"/><Relationship Id="rId12" Type="http://schemas.openxmlformats.org/officeDocument/2006/relationships/oleObject" Target="../embeddings/oleObject16.bin"/><Relationship Id="rId17" Type="http://schemas.openxmlformats.org/officeDocument/2006/relationships/image" Target="../media/image32.wmf"/><Relationship Id="rId2" Type="http://schemas.openxmlformats.org/officeDocument/2006/relationships/slideLayout" Target="../slideLayouts/slideLayout4.xml"/><Relationship Id="rId16" Type="http://schemas.openxmlformats.org/officeDocument/2006/relationships/oleObject" Target="../embeddings/oleObject18.bin"/><Relationship Id="rId1" Type="http://schemas.openxmlformats.org/officeDocument/2006/relationships/vmlDrawing" Target="../drawings/vmlDrawing6.vml"/><Relationship Id="rId6" Type="http://schemas.openxmlformats.org/officeDocument/2006/relationships/image" Target="../media/image27.wmf"/><Relationship Id="rId11" Type="http://schemas.openxmlformats.org/officeDocument/2006/relationships/image" Target="../media/image29.wmf"/><Relationship Id="rId5" Type="http://schemas.openxmlformats.org/officeDocument/2006/relationships/oleObject" Target="../embeddings/oleObject13.bin"/><Relationship Id="rId15" Type="http://schemas.openxmlformats.org/officeDocument/2006/relationships/image" Target="../media/image31.wmf"/><Relationship Id="rId10" Type="http://schemas.openxmlformats.org/officeDocument/2006/relationships/oleObject" Target="../embeddings/oleObject15.bin"/><Relationship Id="rId4" Type="http://schemas.openxmlformats.org/officeDocument/2006/relationships/image" Target="../media/image26.emf"/><Relationship Id="rId9" Type="http://schemas.openxmlformats.org/officeDocument/2006/relationships/image" Target="../media/image33.png"/><Relationship Id="rId14" Type="http://schemas.openxmlformats.org/officeDocument/2006/relationships/oleObject" Target="../embeddings/oleObject17.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21.bin"/><Relationship Id="rId13" Type="http://schemas.openxmlformats.org/officeDocument/2006/relationships/image" Target="../media/image38.wmf"/><Relationship Id="rId3" Type="http://schemas.openxmlformats.org/officeDocument/2006/relationships/image" Target="../media/image39.emf"/><Relationship Id="rId7" Type="http://schemas.openxmlformats.org/officeDocument/2006/relationships/image" Target="../media/image35.wmf"/><Relationship Id="rId12" Type="http://schemas.openxmlformats.org/officeDocument/2006/relationships/oleObject" Target="../embeddings/oleObject23.bin"/><Relationship Id="rId2" Type="http://schemas.openxmlformats.org/officeDocument/2006/relationships/slideLayout" Target="../slideLayouts/slideLayout4.xml"/><Relationship Id="rId1" Type="http://schemas.openxmlformats.org/officeDocument/2006/relationships/vmlDrawing" Target="../drawings/vmlDrawing7.vml"/><Relationship Id="rId6" Type="http://schemas.openxmlformats.org/officeDocument/2006/relationships/oleObject" Target="../embeddings/oleObject20.bin"/><Relationship Id="rId11" Type="http://schemas.openxmlformats.org/officeDocument/2006/relationships/image" Target="../media/image37.wmf"/><Relationship Id="rId5" Type="http://schemas.openxmlformats.org/officeDocument/2006/relationships/image" Target="../media/image34.wmf"/><Relationship Id="rId10" Type="http://schemas.openxmlformats.org/officeDocument/2006/relationships/oleObject" Target="../embeddings/oleObject22.bin"/><Relationship Id="rId4" Type="http://schemas.openxmlformats.org/officeDocument/2006/relationships/oleObject" Target="../embeddings/oleObject19.bin"/><Relationship Id="rId9" Type="http://schemas.openxmlformats.org/officeDocument/2006/relationships/image" Target="../media/image36.wmf"/></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26.bin"/><Relationship Id="rId13" Type="http://schemas.openxmlformats.org/officeDocument/2006/relationships/image" Target="../media/image44.wmf"/><Relationship Id="rId18" Type="http://schemas.openxmlformats.org/officeDocument/2006/relationships/oleObject" Target="../embeddings/oleObject31.bin"/><Relationship Id="rId26" Type="http://schemas.openxmlformats.org/officeDocument/2006/relationships/oleObject" Target="../embeddings/oleObject35.bin"/><Relationship Id="rId3" Type="http://schemas.openxmlformats.org/officeDocument/2006/relationships/image" Target="../media/image54.emf"/><Relationship Id="rId21" Type="http://schemas.openxmlformats.org/officeDocument/2006/relationships/image" Target="../media/image48.wmf"/><Relationship Id="rId7" Type="http://schemas.openxmlformats.org/officeDocument/2006/relationships/image" Target="../media/image41.wmf"/><Relationship Id="rId12" Type="http://schemas.openxmlformats.org/officeDocument/2006/relationships/oleObject" Target="../embeddings/oleObject28.bin"/><Relationship Id="rId17" Type="http://schemas.openxmlformats.org/officeDocument/2006/relationships/image" Target="../media/image46.wmf"/><Relationship Id="rId25" Type="http://schemas.openxmlformats.org/officeDocument/2006/relationships/image" Target="../media/image50.wmf"/><Relationship Id="rId2" Type="http://schemas.openxmlformats.org/officeDocument/2006/relationships/slideLayout" Target="../slideLayouts/slideLayout2.xml"/><Relationship Id="rId16" Type="http://schemas.openxmlformats.org/officeDocument/2006/relationships/oleObject" Target="../embeddings/oleObject30.bin"/><Relationship Id="rId20" Type="http://schemas.openxmlformats.org/officeDocument/2006/relationships/oleObject" Target="../embeddings/oleObject32.bin"/><Relationship Id="rId29" Type="http://schemas.openxmlformats.org/officeDocument/2006/relationships/image" Target="../media/image52.wmf"/><Relationship Id="rId1" Type="http://schemas.openxmlformats.org/officeDocument/2006/relationships/vmlDrawing" Target="../drawings/vmlDrawing8.vml"/><Relationship Id="rId6" Type="http://schemas.openxmlformats.org/officeDocument/2006/relationships/oleObject" Target="../embeddings/oleObject25.bin"/><Relationship Id="rId11" Type="http://schemas.openxmlformats.org/officeDocument/2006/relationships/image" Target="../media/image43.wmf"/><Relationship Id="rId24" Type="http://schemas.openxmlformats.org/officeDocument/2006/relationships/oleObject" Target="../embeddings/oleObject34.bin"/><Relationship Id="rId5" Type="http://schemas.openxmlformats.org/officeDocument/2006/relationships/image" Target="../media/image40.wmf"/><Relationship Id="rId15" Type="http://schemas.openxmlformats.org/officeDocument/2006/relationships/image" Target="../media/image45.wmf"/><Relationship Id="rId23" Type="http://schemas.openxmlformats.org/officeDocument/2006/relationships/image" Target="../media/image49.wmf"/><Relationship Id="rId28" Type="http://schemas.openxmlformats.org/officeDocument/2006/relationships/oleObject" Target="../embeddings/oleObject36.bin"/><Relationship Id="rId10" Type="http://schemas.openxmlformats.org/officeDocument/2006/relationships/oleObject" Target="../embeddings/oleObject27.bin"/><Relationship Id="rId19" Type="http://schemas.openxmlformats.org/officeDocument/2006/relationships/image" Target="../media/image47.wmf"/><Relationship Id="rId31" Type="http://schemas.openxmlformats.org/officeDocument/2006/relationships/image" Target="../media/image53.wmf"/><Relationship Id="rId4" Type="http://schemas.openxmlformats.org/officeDocument/2006/relationships/oleObject" Target="../embeddings/oleObject24.bin"/><Relationship Id="rId9" Type="http://schemas.openxmlformats.org/officeDocument/2006/relationships/image" Target="../media/image42.wmf"/><Relationship Id="rId14" Type="http://schemas.openxmlformats.org/officeDocument/2006/relationships/oleObject" Target="../embeddings/oleObject29.bin"/><Relationship Id="rId22" Type="http://schemas.openxmlformats.org/officeDocument/2006/relationships/oleObject" Target="../embeddings/oleObject33.bin"/><Relationship Id="rId27" Type="http://schemas.openxmlformats.org/officeDocument/2006/relationships/image" Target="../media/image51.wmf"/><Relationship Id="rId30" Type="http://schemas.openxmlformats.org/officeDocument/2006/relationships/oleObject" Target="../embeddings/oleObject37.bin"/></Relationships>
</file>

<file path=ppt/slides/_rels/slide16.xml.rels><?xml version="1.0" encoding="UTF-8" standalone="yes"?>
<Relationships xmlns="http://schemas.openxmlformats.org/package/2006/relationships"><Relationship Id="rId8" Type="http://schemas.openxmlformats.org/officeDocument/2006/relationships/image" Target="../media/image56.wmf"/><Relationship Id="rId13" Type="http://schemas.openxmlformats.org/officeDocument/2006/relationships/image" Target="../media/image58.wmf"/><Relationship Id="rId3" Type="http://schemas.openxmlformats.org/officeDocument/2006/relationships/image" Target="../media/image61.emf"/><Relationship Id="rId7" Type="http://schemas.openxmlformats.org/officeDocument/2006/relationships/oleObject" Target="../embeddings/oleObject39.bin"/><Relationship Id="rId12" Type="http://schemas.openxmlformats.org/officeDocument/2006/relationships/oleObject" Target="../embeddings/oleObject41.bin"/><Relationship Id="rId17" Type="http://schemas.openxmlformats.org/officeDocument/2006/relationships/image" Target="../media/image60.wmf"/><Relationship Id="rId2" Type="http://schemas.openxmlformats.org/officeDocument/2006/relationships/slideLayout" Target="../slideLayouts/slideLayout2.xml"/><Relationship Id="rId16" Type="http://schemas.openxmlformats.org/officeDocument/2006/relationships/oleObject" Target="../embeddings/oleObject43.bin"/><Relationship Id="rId1" Type="http://schemas.openxmlformats.org/officeDocument/2006/relationships/vmlDrawing" Target="../drawings/vmlDrawing9.vml"/><Relationship Id="rId6" Type="http://schemas.openxmlformats.org/officeDocument/2006/relationships/image" Target="../media/image62.emf"/><Relationship Id="rId11" Type="http://schemas.openxmlformats.org/officeDocument/2006/relationships/image" Target="../media/image63.emf"/><Relationship Id="rId5" Type="http://schemas.openxmlformats.org/officeDocument/2006/relationships/image" Target="../media/image55.wmf"/><Relationship Id="rId15" Type="http://schemas.openxmlformats.org/officeDocument/2006/relationships/image" Target="../media/image59.wmf"/><Relationship Id="rId10" Type="http://schemas.openxmlformats.org/officeDocument/2006/relationships/image" Target="../media/image57.wmf"/><Relationship Id="rId4" Type="http://schemas.openxmlformats.org/officeDocument/2006/relationships/oleObject" Target="../embeddings/oleObject38.bin"/><Relationship Id="rId9" Type="http://schemas.openxmlformats.org/officeDocument/2006/relationships/oleObject" Target="../embeddings/oleObject40.bin"/><Relationship Id="rId14" Type="http://schemas.openxmlformats.org/officeDocument/2006/relationships/oleObject" Target="../embeddings/oleObject42.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46.bin"/><Relationship Id="rId3" Type="http://schemas.openxmlformats.org/officeDocument/2006/relationships/oleObject" Target="../embeddings/oleObject44.bin"/><Relationship Id="rId7" Type="http://schemas.openxmlformats.org/officeDocument/2006/relationships/image" Target="../media/image65.w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oleObject" Target="../embeddings/oleObject45.bin"/><Relationship Id="rId5" Type="http://schemas.openxmlformats.org/officeDocument/2006/relationships/image" Target="../media/image67.png"/><Relationship Id="rId4" Type="http://schemas.openxmlformats.org/officeDocument/2006/relationships/image" Target="../media/image64.wmf"/><Relationship Id="rId9" Type="http://schemas.openxmlformats.org/officeDocument/2006/relationships/image" Target="../media/image66.wmf"/></Relationships>
</file>

<file path=ppt/slides/_rels/slide1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700.png"/><Relationship Id="rId1" Type="http://schemas.openxmlformats.org/officeDocument/2006/relationships/slideLayout" Target="../slideLayouts/slideLayout4.xml"/><Relationship Id="rId4" Type="http://schemas.openxmlformats.org/officeDocument/2006/relationships/image" Target="../media/image70.png"/></Relationships>
</file>

<file path=ppt/slides/_rels/slide2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slideLayout" Target="../slideLayouts/slideLayout4.xml"/><Relationship Id="rId1" Type="http://schemas.openxmlformats.org/officeDocument/2006/relationships/vmlDrawing" Target="../drawings/vmlDrawing11.vml"/><Relationship Id="rId5" Type="http://schemas.openxmlformats.org/officeDocument/2006/relationships/image" Target="../media/image71.emf"/><Relationship Id="rId4" Type="http://schemas.openxmlformats.org/officeDocument/2006/relationships/oleObject" Target="../embeddings/oleObject47.bin"/></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48.bin"/><Relationship Id="rId7" Type="http://schemas.openxmlformats.org/officeDocument/2006/relationships/image" Target="../media/image75.emf"/><Relationship Id="rId2" Type="http://schemas.openxmlformats.org/officeDocument/2006/relationships/slideLayout" Target="../slideLayouts/slideLayout4.xml"/><Relationship Id="rId1" Type="http://schemas.openxmlformats.org/officeDocument/2006/relationships/vmlDrawing" Target="../drawings/vmlDrawing12.vml"/><Relationship Id="rId6" Type="http://schemas.openxmlformats.org/officeDocument/2006/relationships/image" Target="../media/image74.wmf"/><Relationship Id="rId5" Type="http://schemas.openxmlformats.org/officeDocument/2006/relationships/oleObject" Target="../embeddings/oleObject49.bin"/><Relationship Id="rId4" Type="http://schemas.openxmlformats.org/officeDocument/2006/relationships/image" Target="../media/image73.wmf"/></Relationships>
</file>

<file path=ppt/slides/_rels/slide22.xml.rels><?xml version="1.0" encoding="UTF-8" standalone="yes"?>
<Relationships xmlns="http://schemas.openxmlformats.org/package/2006/relationships"><Relationship Id="rId3" Type="http://schemas.openxmlformats.org/officeDocument/2006/relationships/image" Target="../media/image78.emf"/><Relationship Id="rId7" Type="http://schemas.openxmlformats.org/officeDocument/2006/relationships/image" Target="../media/image77.wmf"/><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oleObject" Target="../embeddings/oleObject51.bin"/><Relationship Id="rId5" Type="http://schemas.openxmlformats.org/officeDocument/2006/relationships/image" Target="../media/image76.wmf"/><Relationship Id="rId4" Type="http://schemas.openxmlformats.org/officeDocument/2006/relationships/oleObject" Target="../embeddings/oleObject50.bin"/></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80.wmf"/><Relationship Id="rId5" Type="http://schemas.openxmlformats.org/officeDocument/2006/relationships/oleObject" Target="../embeddings/oleObject53.bin"/><Relationship Id="rId4" Type="http://schemas.openxmlformats.org/officeDocument/2006/relationships/image" Target="../media/image79.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Layout" Target="../slideLayouts/slideLayout2.xml"/><Relationship Id="rId1" Type="http://schemas.openxmlformats.org/officeDocument/2006/relationships/vmlDrawing" Target="../drawings/vmlDrawing15.vml"/><Relationship Id="rId5" Type="http://schemas.openxmlformats.org/officeDocument/2006/relationships/image" Target="../media/image82.emf"/><Relationship Id="rId4" Type="http://schemas.openxmlformats.org/officeDocument/2006/relationships/image" Target="../media/image81.wmf"/></Relationships>
</file>

<file path=ppt/slides/_rels/slide2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26.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88.png"/><Relationship Id="rId7" Type="http://schemas.openxmlformats.org/officeDocument/2006/relationships/image" Target="../media/image92.png"/><Relationship Id="rId2" Type="http://schemas.openxmlformats.org/officeDocument/2006/relationships/image" Target="../media/image87.png"/><Relationship Id="rId1"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9.png"/><Relationship Id="rId9" Type="http://schemas.openxmlformats.org/officeDocument/2006/relationships/image" Target="../media/image94.png"/></Relationships>
</file>

<file path=ppt/slides/_rels/slide28.xml.rels><?xml version="1.0" encoding="UTF-8" standalone="yes"?>
<Relationships xmlns="http://schemas.openxmlformats.org/package/2006/relationships"><Relationship Id="rId8" Type="http://schemas.openxmlformats.org/officeDocument/2006/relationships/image" Target="../media/image96.wmf"/><Relationship Id="rId3" Type="http://schemas.openxmlformats.org/officeDocument/2006/relationships/image" Target="../media/image97.emf"/><Relationship Id="rId7" Type="http://schemas.openxmlformats.org/officeDocument/2006/relationships/oleObject" Target="../embeddings/oleObject56.bin"/><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98.emf"/><Relationship Id="rId5" Type="http://schemas.openxmlformats.org/officeDocument/2006/relationships/image" Target="../media/image95.wmf"/><Relationship Id="rId4" Type="http://schemas.openxmlformats.org/officeDocument/2006/relationships/oleObject" Target="../embeddings/oleObject55.bin"/></Relationships>
</file>

<file path=ppt/slides/_rels/slide29.xml.rels><?xml version="1.0" encoding="UTF-8" standalone="yes"?>
<Relationships xmlns="http://schemas.openxmlformats.org/package/2006/relationships"><Relationship Id="rId3" Type="http://schemas.openxmlformats.org/officeDocument/2006/relationships/image" Target="../media/image99.png"/><Relationship Id="rId7" Type="http://schemas.openxmlformats.org/officeDocument/2006/relationships/image" Target="../media/image100.png"/><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95.wmf"/><Relationship Id="rId5" Type="http://schemas.openxmlformats.org/officeDocument/2006/relationships/oleObject" Target="../embeddings/oleObject57.bin"/><Relationship Id="rId4" Type="http://schemas.openxmlformats.org/officeDocument/2006/relationships/image" Target="../media/image97.emf"/></Relationships>
</file>

<file path=ppt/slides/_rels/slide30.xml.rels><?xml version="1.0" encoding="UTF-8" standalone="yes"?>
<Relationships xmlns="http://schemas.openxmlformats.org/package/2006/relationships"><Relationship Id="rId3" Type="http://schemas.openxmlformats.org/officeDocument/2006/relationships/image" Target="../media/image101.png"/><Relationship Id="rId7" Type="http://schemas.openxmlformats.org/officeDocument/2006/relationships/image" Target="../media/image102.emf"/><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95.wmf"/><Relationship Id="rId5" Type="http://schemas.openxmlformats.org/officeDocument/2006/relationships/oleObject" Target="../embeddings/oleObject58.bin"/><Relationship Id="rId4" Type="http://schemas.openxmlformats.org/officeDocument/2006/relationships/image" Target="../media/image97.emf"/></Relationships>
</file>

<file path=ppt/slides/_rels/slide31.xml.rels><?xml version="1.0" encoding="UTF-8" standalone="yes"?>
<Relationships xmlns="http://schemas.openxmlformats.org/package/2006/relationships"><Relationship Id="rId3" Type="http://schemas.openxmlformats.org/officeDocument/2006/relationships/image" Target="../media/image104.emf"/><Relationship Id="rId2" Type="http://schemas.openxmlformats.org/officeDocument/2006/relationships/image" Target="../media/image103.emf"/><Relationship Id="rId1" Type="http://schemas.openxmlformats.org/officeDocument/2006/relationships/slideLayout" Target="../slideLayouts/slideLayout2.xml"/><Relationship Id="rId4" Type="http://schemas.openxmlformats.org/officeDocument/2006/relationships/image" Target="../media/image105.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31925" y="360363"/>
            <a:ext cx="7407275" cy="1471612"/>
          </a:xfrm>
        </p:spPr>
        <p:txBody>
          <a:bodyPr>
            <a:normAutofit fontScale="90000"/>
          </a:bodyPr>
          <a:lstStyle/>
          <a:p>
            <a:pPr algn="ctr" eaLnBrk="1" fontAlgn="auto" hangingPunct="1">
              <a:spcAft>
                <a:spcPts val="0"/>
              </a:spcAft>
              <a:defRPr/>
            </a:pPr>
            <a:r>
              <a:rPr lang="en-US" dirty="0" smtClean="0">
                <a:solidFill>
                  <a:schemeClr val="tx2">
                    <a:satMod val="130000"/>
                  </a:schemeClr>
                </a:solidFill>
                <a:latin typeface="Times New Roman" pitchFamily="18" charset="0"/>
                <a:cs typeface="Times New Roman" pitchFamily="18" charset="0"/>
              </a:rPr>
              <a:t/>
            </a:r>
            <a:br>
              <a:rPr lang="en-US" dirty="0" smtClean="0">
                <a:solidFill>
                  <a:schemeClr val="tx2">
                    <a:satMod val="130000"/>
                  </a:schemeClr>
                </a:solidFill>
                <a:latin typeface="Times New Roman" pitchFamily="18" charset="0"/>
                <a:cs typeface="Times New Roman" pitchFamily="18" charset="0"/>
              </a:rPr>
            </a:br>
            <a:r>
              <a:rPr lang="en-US" dirty="0" smtClean="0">
                <a:solidFill>
                  <a:schemeClr val="tx2">
                    <a:satMod val="130000"/>
                  </a:schemeClr>
                </a:solidFill>
                <a:latin typeface="Times New Roman" pitchFamily="18" charset="0"/>
                <a:cs typeface="Times New Roman" pitchFamily="18" charset="0"/>
              </a:rPr>
              <a:t/>
            </a:r>
            <a:br>
              <a:rPr lang="en-US" dirty="0" smtClean="0">
                <a:solidFill>
                  <a:schemeClr val="tx2">
                    <a:satMod val="130000"/>
                  </a:schemeClr>
                </a:solidFill>
                <a:latin typeface="Times New Roman" pitchFamily="18" charset="0"/>
                <a:cs typeface="Times New Roman" pitchFamily="18" charset="0"/>
              </a:rPr>
            </a:br>
            <a:r>
              <a:rPr lang="en-US" dirty="0" smtClean="0">
                <a:solidFill>
                  <a:schemeClr val="tx2">
                    <a:satMod val="130000"/>
                  </a:schemeClr>
                </a:solidFill>
                <a:latin typeface="Times New Roman" pitchFamily="18" charset="0"/>
                <a:cs typeface="Times New Roman" pitchFamily="18" charset="0"/>
              </a:rPr>
              <a:t/>
            </a:r>
            <a:br>
              <a:rPr lang="en-US" dirty="0" smtClean="0">
                <a:solidFill>
                  <a:schemeClr val="tx2">
                    <a:satMod val="130000"/>
                  </a:schemeClr>
                </a:solidFill>
                <a:latin typeface="Times New Roman" pitchFamily="18" charset="0"/>
                <a:cs typeface="Times New Roman" pitchFamily="18" charset="0"/>
              </a:rPr>
            </a:br>
            <a:r>
              <a:rPr lang="en-US" dirty="0" smtClean="0">
                <a:solidFill>
                  <a:schemeClr val="tx2">
                    <a:satMod val="130000"/>
                  </a:schemeClr>
                </a:solidFill>
                <a:latin typeface="Times New Roman" pitchFamily="18" charset="0"/>
                <a:cs typeface="Times New Roman" pitchFamily="18" charset="0"/>
              </a:rPr>
              <a:t/>
            </a:r>
            <a:br>
              <a:rPr lang="en-US" dirty="0" smtClean="0">
                <a:solidFill>
                  <a:schemeClr val="tx2">
                    <a:satMod val="130000"/>
                  </a:schemeClr>
                </a:solidFill>
                <a:latin typeface="Times New Roman" pitchFamily="18" charset="0"/>
                <a:cs typeface="Times New Roman" pitchFamily="18" charset="0"/>
              </a:rPr>
            </a:br>
            <a:r>
              <a:rPr lang="en-US" dirty="0" smtClean="0">
                <a:solidFill>
                  <a:schemeClr val="tx2">
                    <a:satMod val="130000"/>
                  </a:schemeClr>
                </a:solidFill>
                <a:latin typeface="Times New Roman" pitchFamily="18" charset="0"/>
                <a:cs typeface="Times New Roman" pitchFamily="18" charset="0"/>
              </a:rPr>
              <a:t/>
            </a:r>
            <a:br>
              <a:rPr lang="en-US" dirty="0" smtClean="0">
                <a:solidFill>
                  <a:schemeClr val="tx2">
                    <a:satMod val="130000"/>
                  </a:schemeClr>
                </a:solidFill>
                <a:latin typeface="Times New Roman" pitchFamily="18" charset="0"/>
                <a:cs typeface="Times New Roman" pitchFamily="18" charset="0"/>
              </a:rPr>
            </a:br>
            <a:r>
              <a:rPr lang="en-US" dirty="0" smtClean="0">
                <a:solidFill>
                  <a:schemeClr val="tx2">
                    <a:satMod val="130000"/>
                  </a:schemeClr>
                </a:solidFill>
                <a:latin typeface="Times New Roman" pitchFamily="18" charset="0"/>
                <a:cs typeface="Times New Roman" pitchFamily="18" charset="0"/>
              </a:rPr>
              <a:t/>
            </a:r>
            <a:br>
              <a:rPr lang="en-US" dirty="0" smtClean="0">
                <a:solidFill>
                  <a:schemeClr val="tx2">
                    <a:satMod val="130000"/>
                  </a:schemeClr>
                </a:solidFill>
                <a:latin typeface="Times New Roman" pitchFamily="18" charset="0"/>
                <a:cs typeface="Times New Roman" pitchFamily="18" charset="0"/>
              </a:rPr>
            </a:br>
            <a:r>
              <a:rPr lang="en-US" dirty="0" smtClean="0">
                <a:solidFill>
                  <a:schemeClr val="tx2">
                    <a:satMod val="130000"/>
                  </a:schemeClr>
                </a:solidFill>
                <a:latin typeface="Times New Roman" pitchFamily="18" charset="0"/>
                <a:cs typeface="Times New Roman" pitchFamily="18" charset="0"/>
              </a:rPr>
              <a:t/>
            </a:r>
            <a:br>
              <a:rPr lang="en-US" dirty="0" smtClean="0">
                <a:solidFill>
                  <a:schemeClr val="tx2">
                    <a:satMod val="130000"/>
                  </a:schemeClr>
                </a:solidFill>
                <a:latin typeface="Times New Roman" pitchFamily="18" charset="0"/>
                <a:cs typeface="Times New Roman" pitchFamily="18" charset="0"/>
              </a:rPr>
            </a:br>
            <a:r>
              <a:rPr lang="en-US" dirty="0" smtClean="0">
                <a:solidFill>
                  <a:schemeClr val="tx2">
                    <a:satMod val="130000"/>
                  </a:schemeClr>
                </a:solidFill>
                <a:latin typeface="Times New Roman" pitchFamily="18" charset="0"/>
                <a:cs typeface="Times New Roman" pitchFamily="18" charset="0"/>
              </a:rPr>
              <a:t/>
            </a:r>
            <a:br>
              <a:rPr lang="en-US" dirty="0" smtClean="0">
                <a:solidFill>
                  <a:schemeClr val="tx2">
                    <a:satMod val="130000"/>
                  </a:schemeClr>
                </a:solidFill>
                <a:latin typeface="Times New Roman" pitchFamily="18" charset="0"/>
                <a:cs typeface="Times New Roman" pitchFamily="18" charset="0"/>
              </a:rPr>
            </a:br>
            <a:r>
              <a:rPr lang="en-US" dirty="0" smtClean="0">
                <a:solidFill>
                  <a:schemeClr val="tx2">
                    <a:satMod val="130000"/>
                  </a:schemeClr>
                </a:solidFill>
                <a:latin typeface="Times New Roman" pitchFamily="18" charset="0"/>
                <a:cs typeface="Times New Roman" pitchFamily="18" charset="0"/>
              </a:rPr>
              <a:t/>
            </a:r>
            <a:br>
              <a:rPr lang="en-US" dirty="0" smtClean="0">
                <a:solidFill>
                  <a:schemeClr val="tx2">
                    <a:satMod val="130000"/>
                  </a:schemeClr>
                </a:solidFill>
                <a:latin typeface="Times New Roman" pitchFamily="18" charset="0"/>
                <a:cs typeface="Times New Roman" pitchFamily="18" charset="0"/>
              </a:rPr>
            </a:br>
            <a:r>
              <a:rPr lang="en-US" smtClean="0">
                <a:solidFill>
                  <a:schemeClr val="tx2">
                    <a:satMod val="130000"/>
                  </a:schemeClr>
                </a:solidFill>
                <a:latin typeface="Constantia" pitchFamily="18" charset="0"/>
                <a:cs typeface="Times New Roman" pitchFamily="18" charset="0"/>
              </a:rPr>
              <a:t>CHƯƠNG 4 </a:t>
            </a:r>
            <a:r>
              <a:rPr lang="en-US" dirty="0" smtClean="0">
                <a:solidFill>
                  <a:schemeClr val="tx2">
                    <a:satMod val="130000"/>
                  </a:schemeClr>
                </a:solidFill>
                <a:latin typeface="Constantia" pitchFamily="18" charset="0"/>
                <a:cs typeface="Times New Roman" pitchFamily="18" charset="0"/>
              </a:rPr>
              <a:t/>
            </a:r>
            <a:br>
              <a:rPr lang="en-US" dirty="0" smtClean="0">
                <a:solidFill>
                  <a:schemeClr val="tx2">
                    <a:satMod val="130000"/>
                  </a:schemeClr>
                </a:solidFill>
                <a:latin typeface="Constantia" pitchFamily="18" charset="0"/>
                <a:cs typeface="Times New Roman" pitchFamily="18" charset="0"/>
              </a:rPr>
            </a:br>
            <a:r>
              <a:rPr lang="en-US" dirty="0" smtClean="0">
                <a:solidFill>
                  <a:schemeClr val="tx2">
                    <a:satMod val="130000"/>
                  </a:schemeClr>
                </a:solidFill>
                <a:latin typeface="Constantia" pitchFamily="18" charset="0"/>
                <a:cs typeface="Times New Roman" pitchFamily="18" charset="0"/>
              </a:rPr>
              <a:t>KHUẾCH ĐẠI THUẬT TOÁN</a:t>
            </a:r>
            <a:endParaRPr lang="en-US" dirty="0">
              <a:solidFill>
                <a:schemeClr val="tx2">
                  <a:satMod val="130000"/>
                </a:schemeClr>
              </a:solidFill>
              <a:latin typeface="Constantia" pitchFamily="18" charset="0"/>
            </a:endParaRPr>
          </a:p>
        </p:txBody>
      </p:sp>
      <p:sp>
        <p:nvSpPr>
          <p:cNvPr id="3" name="Subtitle 2"/>
          <p:cNvSpPr>
            <a:spLocks noGrp="1"/>
          </p:cNvSpPr>
          <p:nvPr>
            <p:ph type="subTitle" idx="1"/>
          </p:nvPr>
        </p:nvSpPr>
        <p:spPr>
          <a:xfrm>
            <a:off x="3657600" y="1828800"/>
            <a:ext cx="2362200" cy="533400"/>
          </a:xfrm>
        </p:spPr>
        <p:txBody>
          <a:bodyPr>
            <a:normAutofit fontScale="92500" lnSpcReduction="10000"/>
          </a:bodyPr>
          <a:lstStyle/>
          <a:p>
            <a:pPr algn="ctr" eaLnBrk="1" fontAlgn="auto" hangingPunct="1">
              <a:spcAft>
                <a:spcPts val="0"/>
              </a:spcAft>
              <a:buSzPct val="95000"/>
              <a:defRPr/>
            </a:pPr>
            <a:r>
              <a:rPr lang="en-US" sz="3600" b="1" i="1" dirty="0" err="1" smtClean="0">
                <a:solidFill>
                  <a:srgbClr val="FF0000"/>
                </a:solidFill>
                <a:latin typeface="Constantia" pitchFamily="18" charset="0"/>
                <a:cs typeface="Times New Roman" pitchFamily="18" charset="0"/>
              </a:rPr>
              <a:t>Nội</a:t>
            </a:r>
            <a:r>
              <a:rPr lang="en-US" sz="3600" b="1" i="1" dirty="0" smtClean="0">
                <a:solidFill>
                  <a:srgbClr val="FF0000"/>
                </a:solidFill>
                <a:latin typeface="Constantia" pitchFamily="18" charset="0"/>
                <a:cs typeface="Times New Roman" pitchFamily="18" charset="0"/>
              </a:rPr>
              <a:t> dung </a:t>
            </a:r>
          </a:p>
          <a:p>
            <a:pPr eaLnBrk="1" fontAlgn="auto" hangingPunct="1">
              <a:spcAft>
                <a:spcPts val="0"/>
              </a:spcAft>
              <a:buFont typeface="Wingdings 2"/>
              <a:buNone/>
              <a:defRPr/>
            </a:pPr>
            <a:endParaRPr lang="en-US" sz="2400" dirty="0">
              <a:latin typeface="Constantia" pitchFamily="18" charset="0"/>
            </a:endParaRPr>
          </a:p>
        </p:txBody>
      </p:sp>
      <p:graphicFrame>
        <p:nvGraphicFramePr>
          <p:cNvPr id="5" name="Diagram 4"/>
          <p:cNvGraphicFramePr/>
          <p:nvPr>
            <p:extLst>
              <p:ext uri="{D42A27DB-BD31-4B8C-83A1-F6EECF244321}">
                <p14:modId xmlns:p14="http://schemas.microsoft.com/office/powerpoint/2010/main" val="509960034"/>
              </p:ext>
            </p:extLst>
          </p:nvPr>
        </p:nvGraphicFramePr>
        <p:xfrm>
          <a:off x="2362200" y="23622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066800" y="304800"/>
            <a:ext cx="7924800" cy="808038"/>
          </a:xfrm>
        </p:spPr>
        <p:txBody>
          <a:bodyPr>
            <a:noAutofit/>
          </a:bodyPr>
          <a:lstStyle/>
          <a:p>
            <a:pPr eaLnBrk="1" fontAlgn="auto" hangingPunct="1">
              <a:spcAft>
                <a:spcPts val="0"/>
              </a:spcAft>
              <a:defRPr/>
            </a:pPr>
            <a:r>
              <a:rPr lang="en-US" sz="3200" smtClean="0">
                <a:solidFill>
                  <a:srgbClr val="0000FF"/>
                </a:solidFill>
                <a:latin typeface="Constantia" pitchFamily="18" charset="0"/>
                <a:cs typeface="Times New Roman" pitchFamily="18" charset="0"/>
              </a:rPr>
              <a:t>4.1</a:t>
            </a:r>
            <a:r>
              <a:rPr lang="en-US" sz="3200" dirty="0" smtClean="0">
                <a:solidFill>
                  <a:srgbClr val="0000FF"/>
                </a:solidFill>
                <a:latin typeface="Constantia" pitchFamily="18" charset="0"/>
                <a:cs typeface="Times New Roman" pitchFamily="18" charset="0"/>
              </a:rPr>
              <a:t>.  </a:t>
            </a:r>
            <a:r>
              <a:rPr lang="en-US" sz="3200" dirty="0" err="1" smtClean="0">
                <a:solidFill>
                  <a:srgbClr val="0000FF"/>
                </a:solidFill>
                <a:latin typeface="Constantia" pitchFamily="18" charset="0"/>
                <a:cs typeface="Times New Roman" pitchFamily="18" charset="0"/>
              </a:rPr>
              <a:t>Cơ</a:t>
            </a:r>
            <a:r>
              <a:rPr lang="en-US" sz="3200" dirty="0" smtClean="0">
                <a:solidFill>
                  <a:srgbClr val="0000FF"/>
                </a:solidFill>
                <a:latin typeface="Constantia" pitchFamily="18" charset="0"/>
                <a:cs typeface="Times New Roman" pitchFamily="18" charset="0"/>
              </a:rPr>
              <a:t> </a:t>
            </a:r>
            <a:r>
              <a:rPr lang="en-US" sz="3200" dirty="0" err="1" smtClean="0">
                <a:solidFill>
                  <a:srgbClr val="0000FF"/>
                </a:solidFill>
                <a:latin typeface="Constantia" pitchFamily="18" charset="0"/>
                <a:cs typeface="Times New Roman" pitchFamily="18" charset="0"/>
              </a:rPr>
              <a:t>bản</a:t>
            </a:r>
            <a:r>
              <a:rPr lang="en-US" sz="3200" dirty="0" smtClean="0">
                <a:solidFill>
                  <a:srgbClr val="0000FF"/>
                </a:solidFill>
                <a:latin typeface="Constantia" pitchFamily="18" charset="0"/>
                <a:cs typeface="Times New Roman" pitchFamily="18" charset="0"/>
              </a:rPr>
              <a:t> </a:t>
            </a:r>
            <a:r>
              <a:rPr lang="en-US" sz="3200" dirty="0" err="1" smtClean="0">
                <a:solidFill>
                  <a:srgbClr val="0000FF"/>
                </a:solidFill>
                <a:latin typeface="Constantia" pitchFamily="18" charset="0"/>
                <a:cs typeface="Times New Roman" pitchFamily="18" charset="0"/>
              </a:rPr>
              <a:t>về</a:t>
            </a:r>
            <a:r>
              <a:rPr lang="en-US" sz="3200" dirty="0" smtClean="0">
                <a:solidFill>
                  <a:srgbClr val="0000FF"/>
                </a:solidFill>
                <a:latin typeface="Constantia" pitchFamily="18" charset="0"/>
                <a:cs typeface="Times New Roman" pitchFamily="18" charset="0"/>
              </a:rPr>
              <a:t> </a:t>
            </a:r>
            <a:r>
              <a:rPr lang="en-US" sz="3200" dirty="0" err="1" smtClean="0">
                <a:solidFill>
                  <a:srgbClr val="0000FF"/>
                </a:solidFill>
                <a:latin typeface="Constantia" pitchFamily="18" charset="0"/>
                <a:cs typeface="Times New Roman" pitchFamily="18" charset="0"/>
              </a:rPr>
              <a:t>bộ</a:t>
            </a:r>
            <a:r>
              <a:rPr lang="en-US" sz="3200" dirty="0" smtClean="0">
                <a:solidFill>
                  <a:srgbClr val="0000FF"/>
                </a:solidFill>
                <a:latin typeface="Constantia" pitchFamily="18" charset="0"/>
                <a:cs typeface="Times New Roman" pitchFamily="18" charset="0"/>
              </a:rPr>
              <a:t> </a:t>
            </a:r>
            <a:r>
              <a:rPr lang="en-US" sz="3200" dirty="0" err="1" smtClean="0">
                <a:solidFill>
                  <a:srgbClr val="0000FF"/>
                </a:solidFill>
                <a:latin typeface="Constantia" pitchFamily="18" charset="0"/>
                <a:cs typeface="Times New Roman" pitchFamily="18" charset="0"/>
              </a:rPr>
              <a:t>khuếch</a:t>
            </a:r>
            <a:r>
              <a:rPr lang="en-US" sz="3200" dirty="0" smtClean="0">
                <a:solidFill>
                  <a:srgbClr val="0000FF"/>
                </a:solidFill>
                <a:latin typeface="Constantia" pitchFamily="18" charset="0"/>
                <a:cs typeface="Times New Roman" pitchFamily="18" charset="0"/>
              </a:rPr>
              <a:t> </a:t>
            </a:r>
            <a:r>
              <a:rPr lang="en-US" sz="3200" dirty="0" err="1" smtClean="0">
                <a:solidFill>
                  <a:srgbClr val="0000FF"/>
                </a:solidFill>
                <a:latin typeface="Constantia" pitchFamily="18" charset="0"/>
                <a:cs typeface="Times New Roman" pitchFamily="18" charset="0"/>
              </a:rPr>
              <a:t>đại</a:t>
            </a:r>
            <a:r>
              <a:rPr lang="en-US" sz="3200" dirty="0" smtClean="0">
                <a:solidFill>
                  <a:srgbClr val="0000FF"/>
                </a:solidFill>
                <a:latin typeface="Constantia" pitchFamily="18" charset="0"/>
                <a:cs typeface="Times New Roman" pitchFamily="18" charset="0"/>
              </a:rPr>
              <a:t> </a:t>
            </a:r>
            <a:r>
              <a:rPr lang="en-US" sz="3200" dirty="0" err="1" smtClean="0">
                <a:solidFill>
                  <a:srgbClr val="0000FF"/>
                </a:solidFill>
                <a:latin typeface="Constantia" pitchFamily="18" charset="0"/>
                <a:cs typeface="Times New Roman" pitchFamily="18" charset="0"/>
              </a:rPr>
              <a:t>thuật</a:t>
            </a:r>
            <a:r>
              <a:rPr lang="en-US" sz="3200" dirty="0" smtClean="0">
                <a:solidFill>
                  <a:srgbClr val="0000FF"/>
                </a:solidFill>
                <a:latin typeface="Constantia" pitchFamily="18" charset="0"/>
                <a:cs typeface="Times New Roman" pitchFamily="18" charset="0"/>
              </a:rPr>
              <a:t> </a:t>
            </a:r>
            <a:r>
              <a:rPr lang="en-US" sz="3200" dirty="0" err="1" smtClean="0">
                <a:solidFill>
                  <a:srgbClr val="0000FF"/>
                </a:solidFill>
                <a:latin typeface="Constantia" pitchFamily="18" charset="0"/>
                <a:cs typeface="Times New Roman" pitchFamily="18" charset="0"/>
              </a:rPr>
              <a:t>toán</a:t>
            </a:r>
            <a:r>
              <a:rPr lang="en-US" sz="3200" dirty="0" smtClean="0">
                <a:solidFill>
                  <a:srgbClr val="0000FF"/>
                </a:solidFill>
                <a:latin typeface="Constantia" pitchFamily="18" charset="0"/>
                <a:cs typeface="Times New Roman" pitchFamily="18" charset="0"/>
              </a:rPr>
              <a:t> (1)</a:t>
            </a:r>
            <a:endParaRPr lang="en-US" sz="3200" dirty="0">
              <a:solidFill>
                <a:srgbClr val="0000FF"/>
              </a:solidFill>
              <a:latin typeface="Constantia" pitchFamily="18" charset="0"/>
            </a:endParaRPr>
          </a:p>
        </p:txBody>
      </p:sp>
      <p:sp>
        <p:nvSpPr>
          <p:cNvPr id="27651" name="Content Placeholder 2"/>
          <p:cNvSpPr>
            <a:spLocks noGrp="1"/>
          </p:cNvSpPr>
          <p:nvPr>
            <p:ph idx="1"/>
          </p:nvPr>
        </p:nvSpPr>
        <p:spPr>
          <a:xfrm>
            <a:off x="1435100" y="1066800"/>
            <a:ext cx="7499350" cy="5638800"/>
          </a:xfrm>
        </p:spPr>
        <p:txBody>
          <a:bodyPr/>
          <a:lstStyle/>
          <a:p>
            <a:pPr eaLnBrk="1" hangingPunct="1"/>
            <a:r>
              <a:rPr lang="en-US" sz="2000" smtClean="0">
                <a:latin typeface="Constantia" pitchFamily="18" charset="0"/>
                <a:cs typeface="Times New Roman" pitchFamily="18" charset="0"/>
              </a:rPr>
              <a:t>Khuếch đại thuật toán  (Operational Amplifier): mạch có hệ số khuếch đại rất lớn</a:t>
            </a:r>
          </a:p>
          <a:p>
            <a:pPr eaLnBrk="1" hangingPunct="1"/>
            <a:r>
              <a:rPr lang="en-US" sz="2000" smtClean="0">
                <a:latin typeface="Constantia" pitchFamily="18" charset="0"/>
                <a:cs typeface="Times New Roman" pitchFamily="18" charset="0"/>
              </a:rPr>
              <a:t>Những ứng dụng đầu tiên: thực hiện các phép toán (cộng, trừ, tích phân, vi phân,…)</a:t>
            </a:r>
          </a:p>
          <a:p>
            <a:pPr eaLnBrk="1" hangingPunct="1"/>
            <a:r>
              <a:rPr lang="en-US" sz="2000" smtClean="0">
                <a:latin typeface="Constantia" pitchFamily="18" charset="0"/>
                <a:cs typeface="Times New Roman" pitchFamily="18" charset="0"/>
              </a:rPr>
              <a:t>Sử dụng rộng rãi trong các mạch điều khiển hệ thống, các mạch ổn áp, mạch dao động, mạch lọc, mạch phát hiện xung,…</a:t>
            </a:r>
          </a:p>
          <a:p>
            <a:pPr eaLnBrk="1" hangingPunct="1"/>
            <a:r>
              <a:rPr lang="en-US" sz="2000" smtClean="0">
                <a:latin typeface="Constantia" pitchFamily="18" charset="0"/>
                <a:cs typeface="Times New Roman" pitchFamily="18" charset="0"/>
              </a:rPr>
              <a:t>Đặc tính của bộ khuếch đại:</a:t>
            </a:r>
          </a:p>
          <a:p>
            <a:pPr lvl="2" eaLnBrk="1" hangingPunct="1">
              <a:buFont typeface="Wingdings" pitchFamily="2" charset="2"/>
              <a:buChar char="ü"/>
            </a:pPr>
            <a:r>
              <a:rPr lang="en-US" sz="2000" smtClean="0">
                <a:latin typeface="Constantia" pitchFamily="18" charset="0"/>
                <a:cs typeface="Times New Roman" pitchFamily="18" charset="0"/>
              </a:rPr>
              <a:t>Hệ số khuếch đại rất lớn (10</a:t>
            </a:r>
            <a:r>
              <a:rPr lang="en-US" sz="2000" baseline="30000" smtClean="0">
                <a:latin typeface="Constantia" pitchFamily="18" charset="0"/>
                <a:cs typeface="Times New Roman" pitchFamily="18" charset="0"/>
              </a:rPr>
              <a:t>4</a:t>
            </a:r>
            <a:r>
              <a:rPr lang="en-US" sz="2000" smtClean="0">
                <a:latin typeface="Constantia" pitchFamily="18" charset="0"/>
                <a:cs typeface="Times New Roman" pitchFamily="18" charset="0"/>
              </a:rPr>
              <a:t> -10</a:t>
            </a:r>
            <a:r>
              <a:rPr lang="en-US" sz="2000" baseline="30000" smtClean="0">
                <a:latin typeface="Constantia" pitchFamily="18" charset="0"/>
                <a:cs typeface="Times New Roman" pitchFamily="18" charset="0"/>
              </a:rPr>
              <a:t>6</a:t>
            </a:r>
            <a:r>
              <a:rPr lang="en-US" sz="2000" smtClean="0">
                <a:latin typeface="Constantia" pitchFamily="18" charset="0"/>
                <a:cs typeface="Times New Roman" pitchFamily="18" charset="0"/>
              </a:rPr>
              <a:t> )</a:t>
            </a:r>
          </a:p>
          <a:p>
            <a:pPr lvl="2" eaLnBrk="1" hangingPunct="1">
              <a:buFont typeface="Wingdings" pitchFamily="2" charset="2"/>
              <a:buChar char="ü"/>
            </a:pPr>
            <a:r>
              <a:rPr lang="en-US" sz="2000" smtClean="0">
                <a:latin typeface="Constantia" pitchFamily="18" charset="0"/>
                <a:cs typeface="Times New Roman" pitchFamily="18" charset="0"/>
              </a:rPr>
              <a:t>Trở kháng đầu vào lớn (10</a:t>
            </a:r>
            <a:r>
              <a:rPr lang="en-US" sz="2000" baseline="30000" smtClean="0">
                <a:latin typeface="Constantia" pitchFamily="18" charset="0"/>
                <a:cs typeface="Times New Roman" pitchFamily="18" charset="0"/>
              </a:rPr>
              <a:t>3</a:t>
            </a:r>
            <a:r>
              <a:rPr lang="en-US" sz="2000" smtClean="0">
                <a:latin typeface="Constantia" pitchFamily="18" charset="0"/>
                <a:cs typeface="Times New Roman" pitchFamily="18" charset="0"/>
              </a:rPr>
              <a:t> -10</a:t>
            </a:r>
            <a:r>
              <a:rPr lang="en-US" sz="2000" baseline="30000" smtClean="0">
                <a:latin typeface="Constantia" pitchFamily="18" charset="0"/>
                <a:cs typeface="Times New Roman" pitchFamily="18" charset="0"/>
              </a:rPr>
              <a:t>15</a:t>
            </a:r>
            <a:r>
              <a:rPr lang="en-US" sz="2000" smtClean="0">
                <a:latin typeface="Constantia" pitchFamily="18" charset="0"/>
                <a:cs typeface="Times New Roman" pitchFamily="18" charset="0"/>
              </a:rPr>
              <a:t> </a:t>
            </a:r>
            <a:r>
              <a:rPr lang="el-GR" sz="2000" smtClean="0">
                <a:latin typeface="Constantia" pitchFamily="18" charset="0"/>
                <a:cs typeface="Times New Roman" pitchFamily="18" charset="0"/>
              </a:rPr>
              <a:t>Ω</a:t>
            </a:r>
            <a:r>
              <a:rPr lang="en-US" sz="2000" smtClean="0">
                <a:latin typeface="Constantia" pitchFamily="18" charset="0"/>
                <a:cs typeface="Times New Roman" pitchFamily="18" charset="0"/>
              </a:rPr>
              <a:t>)</a:t>
            </a:r>
          </a:p>
          <a:p>
            <a:pPr lvl="2" eaLnBrk="1" hangingPunct="1">
              <a:buFont typeface="Wingdings" pitchFamily="2" charset="2"/>
              <a:buChar char="ü"/>
            </a:pPr>
            <a:r>
              <a:rPr lang="en-US" sz="2000" smtClean="0">
                <a:latin typeface="Constantia" pitchFamily="18" charset="0"/>
                <a:cs typeface="Times New Roman" pitchFamily="18" charset="0"/>
              </a:rPr>
              <a:t>Trở kháng đầu ra nhỏ (10-10</a:t>
            </a:r>
            <a:r>
              <a:rPr lang="en-US" sz="2000" baseline="30000" smtClean="0">
                <a:latin typeface="Constantia" pitchFamily="18" charset="0"/>
                <a:cs typeface="Times New Roman" pitchFamily="18" charset="0"/>
              </a:rPr>
              <a:t>3</a:t>
            </a:r>
            <a:r>
              <a:rPr lang="en-US" sz="2000" smtClean="0">
                <a:latin typeface="Constantia" pitchFamily="18" charset="0"/>
                <a:cs typeface="Times New Roman" pitchFamily="18" charset="0"/>
              </a:rPr>
              <a:t> </a:t>
            </a:r>
            <a:r>
              <a:rPr lang="el-GR" sz="2000" smtClean="0">
                <a:latin typeface="Constantia" pitchFamily="18" charset="0"/>
                <a:cs typeface="Times New Roman" pitchFamily="18" charset="0"/>
              </a:rPr>
              <a:t>Ω</a:t>
            </a:r>
            <a:r>
              <a:rPr lang="en-US" sz="2000" smtClean="0">
                <a:latin typeface="Constantia" pitchFamily="18" charset="0"/>
                <a:cs typeface="Times New Roman" pitchFamily="18" charset="0"/>
              </a:rPr>
              <a:t>)</a:t>
            </a:r>
          </a:p>
          <a:p>
            <a:pPr eaLnBrk="1" hangingPunct="1">
              <a:buFont typeface="Wingdings" pitchFamily="2" charset="2"/>
              <a:buChar char="ü"/>
            </a:pPr>
            <a:r>
              <a:rPr lang="en-US" sz="2000" smtClean="0">
                <a:latin typeface="Constantia" pitchFamily="18" charset="0"/>
                <a:cs typeface="Times New Roman" pitchFamily="18" charset="0"/>
              </a:rPr>
              <a:t>Kích thước nhỏ</a:t>
            </a:r>
          </a:p>
          <a:p>
            <a:pPr eaLnBrk="1" hangingPunct="1">
              <a:buFont typeface="Wingdings" pitchFamily="2" charset="2"/>
              <a:buChar char="ü"/>
            </a:pPr>
            <a:r>
              <a:rPr lang="en-US" sz="2000" smtClean="0">
                <a:latin typeface="Constantia" pitchFamily="18" charset="0"/>
                <a:cs typeface="Times New Roman" pitchFamily="18" charset="0"/>
              </a:rPr>
              <a:t>Tiêu hao ít năng lượng</a:t>
            </a:r>
          </a:p>
          <a:p>
            <a:pPr eaLnBrk="1" hangingPunct="1">
              <a:buFont typeface="Wingdings" pitchFamily="2" charset="2"/>
              <a:buChar char="ü"/>
            </a:pPr>
            <a:r>
              <a:rPr lang="en-US" sz="2000" smtClean="0">
                <a:latin typeface="Constantia" pitchFamily="18" charset="0"/>
                <a:cs typeface="Times New Roman" pitchFamily="18" charset="0"/>
              </a:rPr>
              <a:t>Độ ổn định và độ tin cậy cao</a:t>
            </a:r>
          </a:p>
          <a:p>
            <a:pPr eaLnBrk="1" hangingPunct="1">
              <a:buFont typeface="Wingdings" pitchFamily="2" charset="2"/>
              <a:buChar char="ü"/>
            </a:pPr>
            <a:r>
              <a:rPr lang="en-US" sz="2000" smtClean="0">
                <a:latin typeface="Constantia" pitchFamily="18" charset="0"/>
                <a:cs typeface="Times New Roman" pitchFamily="18" charset="0"/>
              </a:rPr>
              <a:t>Đăc tính hoạt động tốt</a:t>
            </a:r>
          </a:p>
          <a:p>
            <a:pPr eaLnBrk="1" hangingPunct="1">
              <a:buFont typeface="Wingdings" pitchFamily="2" charset="2"/>
              <a:buChar char="ü"/>
            </a:pPr>
            <a:endParaRPr lang="en-US" sz="2000" smtClean="0">
              <a:latin typeface="Times New Roman" pitchFamily="18" charset="0"/>
              <a:cs typeface="Times New Roman" pitchFamily="18" charset="0"/>
            </a:endParaRPr>
          </a:p>
          <a:p>
            <a:pPr eaLnBrk="1" hangingPunct="1">
              <a:buFont typeface="Wingdings" pitchFamily="2" charset="2"/>
              <a:buChar char="ü"/>
            </a:pPr>
            <a:endParaRPr lang="en-US" sz="1800" smtClean="0">
              <a:latin typeface="Times New Roman" pitchFamily="18" charset="0"/>
              <a:cs typeface="Times New Roman" pitchFamily="18" charset="0"/>
            </a:endParaRPr>
          </a:p>
          <a:p>
            <a:pPr lvl="2" eaLnBrk="1" hangingPunct="1">
              <a:buFont typeface="Courier New" pitchFamily="49" charset="0"/>
              <a:buChar char="o"/>
            </a:pPr>
            <a:endParaRPr lang="en-US" sz="1000" smtClean="0">
              <a:latin typeface="Times New Roman" pitchFamily="18" charset="0"/>
              <a:cs typeface="Times New Roman" pitchFamily="18" charset="0"/>
            </a:endParaRPr>
          </a:p>
          <a:p>
            <a:pPr eaLnBrk="1" hangingPunct="1"/>
            <a:endParaRPr lang="en-US" sz="1800" baseline="30000" smtClean="0">
              <a:latin typeface="Times New Roman" pitchFamily="18" charset="0"/>
              <a:cs typeface="Times New Roman" pitchFamily="18" charset="0"/>
            </a:endParaRPr>
          </a:p>
          <a:p>
            <a:pPr eaLnBrk="1" hangingPunct="1"/>
            <a:endParaRPr lang="en-US" sz="1800" smtClean="0">
              <a:latin typeface="Times New Roman" pitchFamily="18" charset="0"/>
              <a:cs typeface="Times New Roman" pitchFamily="18" charset="0"/>
            </a:endParaRPr>
          </a:p>
          <a:p>
            <a:pPr eaLnBrk="1" hangingPunct="1">
              <a:buFontTx/>
              <a:buNone/>
            </a:pPr>
            <a:endParaRPr lang="en-US" sz="1800" smtClean="0">
              <a:latin typeface="Times New Roman" pitchFamily="18" charset="0"/>
              <a:cs typeface="Times New Roman" pitchFamily="18" charset="0"/>
            </a:endParaRPr>
          </a:p>
          <a:p>
            <a:pPr eaLnBrk="1" hangingPunct="1">
              <a:buFontTx/>
              <a:buNone/>
            </a:pPr>
            <a:endParaRPr lang="en-US" sz="180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66800" y="274638"/>
            <a:ext cx="7867650" cy="1143000"/>
          </a:xfrm>
        </p:spPr>
        <p:txBody>
          <a:bodyPr/>
          <a:lstStyle/>
          <a:p>
            <a:pPr eaLnBrk="1" fontAlgn="auto" hangingPunct="1">
              <a:spcAft>
                <a:spcPts val="0"/>
              </a:spcAft>
              <a:defRPr/>
            </a:pPr>
            <a:r>
              <a:rPr lang="en-US" sz="3200" smtClean="0">
                <a:solidFill>
                  <a:srgbClr val="0000FF"/>
                </a:solidFill>
                <a:cs typeface="Times New Roman" pitchFamily="18" charset="0"/>
              </a:rPr>
              <a:t>4.1.  Cơ bản về bộ khuếch đại thuật toán (2)</a:t>
            </a:r>
            <a:endParaRPr lang="en-US" sz="3200">
              <a:solidFill>
                <a:srgbClr val="0000FF"/>
              </a:solidFill>
            </a:endParaRPr>
          </a:p>
        </p:txBody>
      </p:sp>
      <p:pic>
        <p:nvPicPr>
          <p:cNvPr id="28675" name="Content Placeholder 3"/>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1435100" y="2073275"/>
            <a:ext cx="7499350" cy="3549650"/>
          </a:xfrm>
        </p:spPr>
      </p:pic>
      <p:sp>
        <p:nvSpPr>
          <p:cNvPr id="28676" name="Text Box 5"/>
          <p:cNvSpPr txBox="1">
            <a:spLocks noChangeArrowheads="1"/>
          </p:cNvSpPr>
          <p:nvPr/>
        </p:nvSpPr>
        <p:spPr bwMode="auto">
          <a:xfrm>
            <a:off x="2362200" y="5791200"/>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Aft>
                <a:spcPts val="1000"/>
              </a:spcAft>
            </a:pPr>
            <a:r>
              <a:rPr lang="en-US">
                <a:latin typeface="Times New Roman" pitchFamily="18" charset="0"/>
                <a:cs typeface="Times New Roman" pitchFamily="18" charset="0"/>
              </a:rPr>
              <a:t> </a:t>
            </a:r>
            <a:r>
              <a:rPr lang="en-US" sz="2000">
                <a:latin typeface="Times New Roman" pitchFamily="18" charset="0"/>
                <a:cs typeface="Times New Roman" pitchFamily="18" charset="0"/>
              </a:rPr>
              <a:t>Ký hiệu và hình dáng thực tế của OpAmp</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43000" y="0"/>
            <a:ext cx="7772400" cy="1143000"/>
          </a:xfrm>
        </p:spPr>
        <p:txBody>
          <a:bodyPr/>
          <a:lstStyle/>
          <a:p>
            <a:pPr fontAlgn="auto">
              <a:spcAft>
                <a:spcPts val="0"/>
              </a:spcAft>
              <a:defRPr/>
            </a:pPr>
            <a:r>
              <a:rPr lang="en-US" sz="3200" smtClean="0">
                <a:solidFill>
                  <a:srgbClr val="0000FF"/>
                </a:solidFill>
                <a:cs typeface="Times New Roman" pitchFamily="18" charset="0"/>
              </a:rPr>
              <a:t>4.1</a:t>
            </a:r>
            <a:r>
              <a:rPr lang="en-US" sz="3200">
                <a:solidFill>
                  <a:srgbClr val="0000FF"/>
                </a:solidFill>
                <a:cs typeface="Times New Roman" pitchFamily="18" charset="0"/>
              </a:rPr>
              <a:t>.  Cơ bản về bộ khuếch đại thuật toán </a:t>
            </a:r>
            <a:r>
              <a:rPr lang="en-US" sz="3200" smtClean="0">
                <a:solidFill>
                  <a:srgbClr val="0000FF"/>
                </a:solidFill>
                <a:cs typeface="Times New Roman" pitchFamily="18" charset="0"/>
              </a:rPr>
              <a:t>(3)</a:t>
            </a:r>
            <a:endParaRPr lang="en-US" sz="3200">
              <a:solidFill>
                <a:schemeClr val="tx2">
                  <a:satMod val="130000"/>
                </a:schemeClr>
              </a:solidFill>
            </a:endParaRPr>
          </a:p>
        </p:txBody>
      </p:sp>
      <p:grpSp>
        <p:nvGrpSpPr>
          <p:cNvPr id="29700" name="Group 2"/>
          <p:cNvGrpSpPr>
            <a:grpSpLocks/>
          </p:cNvGrpSpPr>
          <p:nvPr/>
        </p:nvGrpSpPr>
        <p:grpSpPr bwMode="auto">
          <a:xfrm>
            <a:off x="1042281" y="1049732"/>
            <a:ext cx="7759700" cy="5134455"/>
            <a:chOff x="385" y="6328"/>
            <a:chExt cx="9960" cy="6185"/>
          </a:xfrm>
        </p:grpSpPr>
        <p:pic>
          <p:nvPicPr>
            <p:cNvPr id="2970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 y="6328"/>
              <a:ext cx="9960" cy="5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2" name="Text Box 6"/>
            <p:cNvSpPr txBox="1">
              <a:spLocks noChangeArrowheads="1"/>
            </p:cNvSpPr>
            <p:nvPr/>
          </p:nvSpPr>
          <p:spPr bwMode="auto">
            <a:xfrm>
              <a:off x="2470" y="12138"/>
              <a:ext cx="7112"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spcAft>
                  <a:spcPts val="1000"/>
                </a:spcAft>
              </a:pPr>
              <a:r>
                <a:rPr lang="en-US" dirty="0">
                  <a:latin typeface="Times New Roman" pitchFamily="18" charset="0"/>
                  <a:cs typeface="Times New Roman" pitchFamily="18" charset="0"/>
                </a:rPr>
                <a:t>Sơ đồ mạch bên trong của OpAmp</a:t>
              </a: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304800"/>
            <a:ext cx="7924800" cy="808038"/>
          </a:xfrm>
        </p:spPr>
        <p:txBody>
          <a:bodyPr>
            <a:noAutofit/>
          </a:bodyPr>
          <a:lstStyle/>
          <a:p>
            <a:pPr algn="ctr" eaLnBrk="1" fontAlgn="auto" hangingPunct="1">
              <a:spcAft>
                <a:spcPts val="0"/>
              </a:spcAft>
              <a:defRPr/>
            </a:pPr>
            <a:r>
              <a:rPr lang="en-US" sz="3600" smtClean="0">
                <a:solidFill>
                  <a:srgbClr val="0000FF"/>
                </a:solidFill>
                <a:latin typeface="Constantia" pitchFamily="18" charset="0"/>
                <a:cs typeface="Times New Roman" pitchFamily="18" charset="0"/>
              </a:rPr>
              <a:t>4.2</a:t>
            </a:r>
            <a:r>
              <a:rPr lang="en-US" sz="3600" dirty="0" smtClean="0">
                <a:solidFill>
                  <a:srgbClr val="0000FF"/>
                </a:solidFill>
                <a:latin typeface="Constantia" pitchFamily="18" charset="0"/>
                <a:cs typeface="Times New Roman" pitchFamily="18" charset="0"/>
              </a:rPr>
              <a:t>.  </a:t>
            </a:r>
            <a:r>
              <a:rPr lang="en-US" sz="3600" dirty="0" err="1" smtClean="0">
                <a:solidFill>
                  <a:srgbClr val="0000FF"/>
                </a:solidFill>
                <a:latin typeface="Constantia" pitchFamily="18" charset="0"/>
                <a:cs typeface="Times New Roman" pitchFamily="18" charset="0"/>
              </a:rPr>
              <a:t>Các</a:t>
            </a:r>
            <a:r>
              <a:rPr lang="en-US" sz="3600" dirty="0" smtClean="0">
                <a:solidFill>
                  <a:srgbClr val="0000FF"/>
                </a:solidFill>
                <a:latin typeface="Constantia" pitchFamily="18" charset="0"/>
                <a:cs typeface="Times New Roman" pitchFamily="18" charset="0"/>
              </a:rPr>
              <a:t> </a:t>
            </a:r>
            <a:r>
              <a:rPr lang="en-US" sz="3600" dirty="0" err="1" smtClean="0">
                <a:solidFill>
                  <a:srgbClr val="0000FF"/>
                </a:solidFill>
                <a:latin typeface="Constantia" pitchFamily="18" charset="0"/>
                <a:cs typeface="Times New Roman" pitchFamily="18" charset="0"/>
              </a:rPr>
              <a:t>tham</a:t>
            </a:r>
            <a:r>
              <a:rPr lang="en-US" sz="3600" dirty="0" smtClean="0">
                <a:solidFill>
                  <a:srgbClr val="0000FF"/>
                </a:solidFill>
                <a:latin typeface="Constantia" pitchFamily="18" charset="0"/>
                <a:cs typeface="Times New Roman" pitchFamily="18" charset="0"/>
              </a:rPr>
              <a:t> </a:t>
            </a:r>
            <a:r>
              <a:rPr lang="en-US" sz="3600" dirty="0" err="1" smtClean="0">
                <a:solidFill>
                  <a:srgbClr val="0000FF"/>
                </a:solidFill>
                <a:latin typeface="Constantia" pitchFamily="18" charset="0"/>
                <a:cs typeface="Times New Roman" pitchFamily="18" charset="0"/>
              </a:rPr>
              <a:t>số</a:t>
            </a:r>
            <a:r>
              <a:rPr lang="en-US" sz="3600" dirty="0" smtClean="0">
                <a:solidFill>
                  <a:srgbClr val="0000FF"/>
                </a:solidFill>
                <a:latin typeface="Constantia" pitchFamily="18" charset="0"/>
                <a:cs typeface="Times New Roman" pitchFamily="18" charset="0"/>
              </a:rPr>
              <a:t> </a:t>
            </a:r>
            <a:r>
              <a:rPr lang="en-US" sz="3600" dirty="0" err="1" smtClean="0">
                <a:solidFill>
                  <a:srgbClr val="0000FF"/>
                </a:solidFill>
                <a:latin typeface="Constantia" pitchFamily="18" charset="0"/>
                <a:cs typeface="Times New Roman" pitchFamily="18" charset="0"/>
              </a:rPr>
              <a:t>của</a:t>
            </a:r>
            <a:r>
              <a:rPr lang="en-US" sz="3600" dirty="0" smtClean="0">
                <a:solidFill>
                  <a:srgbClr val="0000FF"/>
                </a:solidFill>
                <a:latin typeface="Constantia" pitchFamily="18" charset="0"/>
                <a:cs typeface="Times New Roman" pitchFamily="18" charset="0"/>
              </a:rPr>
              <a:t> </a:t>
            </a:r>
            <a:r>
              <a:rPr lang="en-US" sz="3600" err="1" smtClean="0">
                <a:solidFill>
                  <a:srgbClr val="0000FF"/>
                </a:solidFill>
                <a:latin typeface="Constantia" pitchFamily="18" charset="0"/>
                <a:cs typeface="Times New Roman" pitchFamily="18" charset="0"/>
              </a:rPr>
              <a:t>bộ</a:t>
            </a:r>
            <a:r>
              <a:rPr lang="en-US" sz="3600" smtClean="0">
                <a:solidFill>
                  <a:srgbClr val="0000FF"/>
                </a:solidFill>
                <a:latin typeface="Constantia" pitchFamily="18" charset="0"/>
                <a:cs typeface="Times New Roman" pitchFamily="18" charset="0"/>
              </a:rPr>
              <a:t> KĐTT (1)</a:t>
            </a:r>
            <a:endParaRPr lang="en-US" sz="3600" dirty="0">
              <a:solidFill>
                <a:srgbClr val="0000FF"/>
              </a:solidFill>
              <a:latin typeface="Constantia" pitchFamily="18" charset="0"/>
            </a:endParaRPr>
          </a:p>
        </p:txBody>
      </p:sp>
      <p:graphicFrame>
        <p:nvGraphicFramePr>
          <p:cNvPr id="4" name="Diagram 3"/>
          <p:cNvGraphicFramePr/>
          <p:nvPr>
            <p:extLst>
              <p:ext uri="{D42A27DB-BD31-4B8C-83A1-F6EECF244321}">
                <p14:modId xmlns:p14="http://schemas.microsoft.com/office/powerpoint/2010/main" val="2823841106"/>
              </p:ext>
            </p:extLst>
          </p:nvPr>
        </p:nvGraphicFramePr>
        <p:xfrm>
          <a:off x="2133600" y="13716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34" name="Content Placeholder 2"/>
              <p:cNvSpPr>
                <a:spLocks noGrp="1"/>
              </p:cNvSpPr>
              <p:nvPr>
                <p:ph idx="1"/>
              </p:nvPr>
            </p:nvSpPr>
            <p:spPr>
              <a:xfrm>
                <a:off x="1066800" y="1066800"/>
                <a:ext cx="8001000" cy="5973763"/>
              </a:xfrm>
            </p:spPr>
            <p:txBody>
              <a:bodyPr/>
              <a:lstStyle/>
              <a:p>
                <a:pPr eaLnBrk="1" hangingPunct="1">
                  <a:buClr>
                    <a:srgbClr val="C00000"/>
                  </a:buClr>
                  <a:buSzPct val="95000"/>
                  <a:buFont typeface="Wingdings" pitchFamily="2" charset="2"/>
                  <a:buChar char="Ø"/>
                </a:pPr>
                <a:r>
                  <a:rPr lang="en-US" sz="2000" b="1" i="1" smtClean="0">
                    <a:solidFill>
                      <a:srgbClr val="FF0000"/>
                    </a:solidFill>
                    <a:cs typeface="Times New Roman" pitchFamily="18" charset="0"/>
                  </a:rPr>
                  <a:t>Hệ số khuếch đại vòng hở</a:t>
                </a:r>
                <a:r>
                  <a:rPr lang="en-US" sz="1800" smtClean="0">
                    <a:cs typeface="Times New Roman" pitchFamily="18" charset="0"/>
                  </a:rPr>
                  <a:t>	</a:t>
                </a:r>
              </a:p>
              <a:p>
                <a:pPr eaLnBrk="1" hangingPunct="1">
                  <a:buFontTx/>
                  <a:buNone/>
                </a:pPr>
                <a:r>
                  <a:rPr lang="en-US" sz="1800" smtClean="0">
                    <a:cs typeface="Times New Roman" pitchFamily="18" charset="0"/>
                  </a:rPr>
                  <a:t>Điện áp ra: </a:t>
                </a:r>
                <a14:m>
                  <m:oMath xmlns:m="http://schemas.openxmlformats.org/officeDocument/2006/math">
                    <m:sSub>
                      <m:sSubPr>
                        <m:ctrlPr>
                          <a:rPr lang="en-US" sz="1800" i="1" smtClean="0">
                            <a:latin typeface="Cambria Math"/>
                            <a:cs typeface="Times New Roman" pitchFamily="18" charset="0"/>
                          </a:rPr>
                        </m:ctrlPr>
                      </m:sSubPr>
                      <m:e>
                        <m:r>
                          <a:rPr lang="en-US" sz="1800" b="0" i="1" smtClean="0">
                            <a:latin typeface="Cambria Math"/>
                            <a:cs typeface="Times New Roman" pitchFamily="18" charset="0"/>
                          </a:rPr>
                          <m:t>𝑣</m:t>
                        </m:r>
                      </m:e>
                      <m:sub>
                        <m:r>
                          <a:rPr lang="en-US" sz="1800" b="0" i="1" smtClean="0">
                            <a:latin typeface="Cambria Math"/>
                            <a:cs typeface="Times New Roman" pitchFamily="18" charset="0"/>
                          </a:rPr>
                          <m:t>𝑜</m:t>
                        </m:r>
                      </m:sub>
                    </m:sSub>
                    <m:r>
                      <a:rPr lang="en-US" sz="1800" b="0" i="1" smtClean="0">
                        <a:latin typeface="Cambria Math"/>
                        <a:cs typeface="Times New Roman" pitchFamily="18" charset="0"/>
                      </a:rPr>
                      <m:t>=</m:t>
                    </m:r>
                    <m:sSub>
                      <m:sSubPr>
                        <m:ctrlPr>
                          <a:rPr lang="en-US" sz="1800" b="0" i="1" smtClean="0">
                            <a:latin typeface="Cambria Math"/>
                            <a:cs typeface="Times New Roman" pitchFamily="18" charset="0"/>
                          </a:rPr>
                        </m:ctrlPr>
                      </m:sSubPr>
                      <m:e>
                        <m:r>
                          <a:rPr lang="en-US" sz="1800" b="0" i="1" smtClean="0">
                            <a:latin typeface="Cambria Math"/>
                            <a:cs typeface="Times New Roman" pitchFamily="18" charset="0"/>
                          </a:rPr>
                          <m:t>𝐾</m:t>
                        </m:r>
                      </m:e>
                      <m:sub>
                        <m:r>
                          <a:rPr lang="en-US" sz="1800" b="0" i="1" smtClean="0">
                            <a:latin typeface="Cambria Math"/>
                            <a:cs typeface="Times New Roman" pitchFamily="18" charset="0"/>
                          </a:rPr>
                          <m:t>𝑑</m:t>
                        </m:r>
                      </m:sub>
                    </m:sSub>
                    <m:sSub>
                      <m:sSubPr>
                        <m:ctrlPr>
                          <a:rPr lang="en-US" sz="1800" b="0" i="1" smtClean="0">
                            <a:latin typeface="Cambria Math"/>
                            <a:cs typeface="Times New Roman" pitchFamily="18" charset="0"/>
                          </a:rPr>
                        </m:ctrlPr>
                      </m:sSubPr>
                      <m:e>
                        <m:r>
                          <a:rPr lang="en-US" sz="1800" b="0" i="1" smtClean="0">
                            <a:latin typeface="Cambria Math"/>
                            <a:cs typeface="Times New Roman" pitchFamily="18" charset="0"/>
                          </a:rPr>
                          <m:t>𝑣</m:t>
                        </m:r>
                      </m:e>
                      <m:sub>
                        <m:r>
                          <a:rPr lang="en-US" sz="1800" b="0" i="1" smtClean="0">
                            <a:latin typeface="Cambria Math"/>
                            <a:cs typeface="Times New Roman" pitchFamily="18" charset="0"/>
                          </a:rPr>
                          <m:t>𝑖𝑑</m:t>
                        </m:r>
                      </m:sub>
                    </m:sSub>
                    <m:r>
                      <a:rPr lang="en-US" sz="1800" b="0" i="1" smtClean="0">
                        <a:latin typeface="Cambria Math"/>
                        <a:cs typeface="Times New Roman" pitchFamily="18" charset="0"/>
                      </a:rPr>
                      <m:t>=</m:t>
                    </m:r>
                    <m:sSub>
                      <m:sSubPr>
                        <m:ctrlPr>
                          <a:rPr lang="en-US" sz="1800" b="0" i="1" smtClean="0">
                            <a:latin typeface="Cambria Math"/>
                            <a:cs typeface="Times New Roman" pitchFamily="18" charset="0"/>
                          </a:rPr>
                        </m:ctrlPr>
                      </m:sSubPr>
                      <m:e>
                        <m:r>
                          <a:rPr lang="en-US" sz="1800" b="0" i="1" smtClean="0">
                            <a:latin typeface="Cambria Math"/>
                            <a:cs typeface="Times New Roman" pitchFamily="18" charset="0"/>
                          </a:rPr>
                          <m:t>𝐾</m:t>
                        </m:r>
                      </m:e>
                      <m:sub>
                        <m:r>
                          <a:rPr lang="en-US" sz="1800" b="0" i="1" smtClean="0">
                            <a:latin typeface="Cambria Math"/>
                            <a:cs typeface="Times New Roman" pitchFamily="18" charset="0"/>
                          </a:rPr>
                          <m:t>𝑑</m:t>
                        </m:r>
                      </m:sub>
                    </m:sSub>
                    <m:d>
                      <m:dPr>
                        <m:ctrlPr>
                          <a:rPr lang="en-US" sz="1800" b="0" i="1" smtClean="0">
                            <a:latin typeface="Cambria Math"/>
                            <a:cs typeface="Times New Roman" pitchFamily="18" charset="0"/>
                          </a:rPr>
                        </m:ctrlPr>
                      </m:dPr>
                      <m:e>
                        <m:sSub>
                          <m:sSubPr>
                            <m:ctrlPr>
                              <a:rPr lang="en-US" sz="1800" b="0" i="1" smtClean="0">
                                <a:latin typeface="Cambria Math"/>
                                <a:cs typeface="Times New Roman" pitchFamily="18" charset="0"/>
                              </a:rPr>
                            </m:ctrlPr>
                          </m:sSubPr>
                          <m:e>
                            <m:r>
                              <a:rPr lang="en-US" sz="1800" b="0" i="1" smtClean="0">
                                <a:latin typeface="Cambria Math"/>
                                <a:cs typeface="Times New Roman" pitchFamily="18" charset="0"/>
                              </a:rPr>
                              <m:t>𝑣</m:t>
                            </m:r>
                          </m:e>
                          <m:sub>
                            <m:r>
                              <a:rPr lang="en-US" sz="1800" b="0" i="1" smtClean="0">
                                <a:latin typeface="Cambria Math"/>
                                <a:cs typeface="Times New Roman" pitchFamily="18" charset="0"/>
                              </a:rPr>
                              <m:t>+</m:t>
                            </m:r>
                          </m:sub>
                        </m:sSub>
                        <m:r>
                          <a:rPr lang="en-US" sz="1800" b="0" i="1" smtClean="0">
                            <a:latin typeface="Cambria Math"/>
                            <a:cs typeface="Times New Roman" pitchFamily="18" charset="0"/>
                          </a:rPr>
                          <m:t>−</m:t>
                        </m:r>
                        <m:sSub>
                          <m:sSubPr>
                            <m:ctrlPr>
                              <a:rPr lang="en-US" sz="1800" b="0" i="1" smtClean="0">
                                <a:latin typeface="Cambria Math"/>
                                <a:cs typeface="Times New Roman" pitchFamily="18" charset="0"/>
                              </a:rPr>
                            </m:ctrlPr>
                          </m:sSubPr>
                          <m:e>
                            <m:r>
                              <a:rPr lang="en-US" sz="1800" b="0" i="1" smtClean="0">
                                <a:latin typeface="Cambria Math"/>
                                <a:cs typeface="Times New Roman" pitchFamily="18" charset="0"/>
                              </a:rPr>
                              <m:t>𝑣</m:t>
                            </m:r>
                          </m:e>
                          <m:sub>
                            <m:r>
                              <a:rPr lang="en-US" sz="1800" b="0" i="1" smtClean="0">
                                <a:latin typeface="Cambria Math"/>
                                <a:cs typeface="Times New Roman" pitchFamily="18" charset="0"/>
                              </a:rPr>
                              <m:t>−</m:t>
                            </m:r>
                          </m:sub>
                        </m:sSub>
                      </m:e>
                    </m:d>
                    <m:r>
                      <a:rPr lang="en-US" sz="1800" b="0" i="1" smtClean="0">
                        <a:latin typeface="Cambria Math"/>
                        <a:ea typeface="Cambria Math"/>
                        <a:cs typeface="Times New Roman" pitchFamily="18" charset="0"/>
                      </a:rPr>
                      <m:t>↔</m:t>
                    </m:r>
                    <m:sSub>
                      <m:sSubPr>
                        <m:ctrlPr>
                          <a:rPr lang="en-US" sz="1800" b="0" i="1" smtClean="0">
                            <a:latin typeface="Cambria Math"/>
                            <a:ea typeface="Cambria Math"/>
                            <a:cs typeface="Times New Roman" pitchFamily="18" charset="0"/>
                          </a:rPr>
                        </m:ctrlPr>
                      </m:sSubPr>
                      <m:e>
                        <m:r>
                          <a:rPr lang="en-US" sz="1800" b="0" i="1" smtClean="0">
                            <a:latin typeface="Cambria Math"/>
                            <a:ea typeface="Cambria Math"/>
                            <a:cs typeface="Times New Roman" pitchFamily="18" charset="0"/>
                          </a:rPr>
                          <m:t>𝐾</m:t>
                        </m:r>
                      </m:e>
                      <m:sub>
                        <m:r>
                          <a:rPr lang="en-US" sz="1800" b="0" i="1" smtClean="0">
                            <a:latin typeface="Cambria Math"/>
                            <a:ea typeface="Cambria Math"/>
                            <a:cs typeface="Times New Roman" pitchFamily="18" charset="0"/>
                          </a:rPr>
                          <m:t>𝑑</m:t>
                        </m:r>
                      </m:sub>
                    </m:sSub>
                    <m:r>
                      <a:rPr lang="en-US" sz="1800" b="0" i="1" smtClean="0">
                        <a:latin typeface="Cambria Math"/>
                        <a:ea typeface="Cambria Math"/>
                        <a:cs typeface="Times New Roman" pitchFamily="18" charset="0"/>
                      </a:rPr>
                      <m:t>=</m:t>
                    </m:r>
                    <m:f>
                      <m:fPr>
                        <m:ctrlPr>
                          <a:rPr lang="en-US" sz="1800" b="0" i="1" smtClean="0">
                            <a:latin typeface="Cambria Math"/>
                            <a:ea typeface="Cambria Math"/>
                            <a:cs typeface="Times New Roman" pitchFamily="18" charset="0"/>
                          </a:rPr>
                        </m:ctrlPr>
                      </m:fPr>
                      <m:num>
                        <m:sSub>
                          <m:sSubPr>
                            <m:ctrlPr>
                              <a:rPr lang="en-US" sz="1800" b="0" i="1" smtClean="0">
                                <a:latin typeface="Cambria Math"/>
                                <a:ea typeface="Cambria Math"/>
                                <a:cs typeface="Times New Roman" pitchFamily="18" charset="0"/>
                              </a:rPr>
                            </m:ctrlPr>
                          </m:sSubPr>
                          <m:e>
                            <m:r>
                              <a:rPr lang="en-US" sz="1800" b="0" i="1" smtClean="0">
                                <a:latin typeface="Cambria Math"/>
                                <a:ea typeface="Cambria Math"/>
                                <a:cs typeface="Times New Roman" pitchFamily="18" charset="0"/>
                              </a:rPr>
                              <m:t>𝑣</m:t>
                            </m:r>
                          </m:e>
                          <m:sub>
                            <m:r>
                              <a:rPr lang="en-US" sz="1800" b="0" i="1" smtClean="0">
                                <a:latin typeface="Cambria Math"/>
                                <a:ea typeface="Cambria Math"/>
                                <a:cs typeface="Times New Roman" pitchFamily="18" charset="0"/>
                              </a:rPr>
                              <m:t>𝑜</m:t>
                            </m:r>
                          </m:sub>
                        </m:sSub>
                      </m:num>
                      <m:den>
                        <m:sSub>
                          <m:sSubPr>
                            <m:ctrlPr>
                              <a:rPr lang="en-US" sz="1800" b="0" i="1" smtClean="0">
                                <a:latin typeface="Cambria Math"/>
                                <a:ea typeface="Cambria Math"/>
                                <a:cs typeface="Times New Roman" pitchFamily="18" charset="0"/>
                              </a:rPr>
                            </m:ctrlPr>
                          </m:sSubPr>
                          <m:e>
                            <m:r>
                              <a:rPr lang="en-US" sz="1800" b="0" i="1" smtClean="0">
                                <a:latin typeface="Cambria Math"/>
                                <a:ea typeface="Cambria Math"/>
                                <a:cs typeface="Times New Roman" pitchFamily="18" charset="0"/>
                              </a:rPr>
                              <m:t>𝑣</m:t>
                            </m:r>
                          </m:e>
                          <m:sub>
                            <m:r>
                              <a:rPr lang="en-US" sz="1800" b="0" i="1" smtClean="0">
                                <a:latin typeface="Cambria Math"/>
                                <a:ea typeface="Cambria Math"/>
                                <a:cs typeface="Times New Roman" pitchFamily="18" charset="0"/>
                              </a:rPr>
                              <m:t>𝑖𝑑</m:t>
                            </m:r>
                          </m:sub>
                        </m:sSub>
                      </m:den>
                    </m:f>
                  </m:oMath>
                </a14:m>
                <a:endParaRPr lang="en-US" sz="1800" smtClean="0">
                  <a:cs typeface="Times New Roman" pitchFamily="18" charset="0"/>
                </a:endParaRPr>
              </a:p>
              <a:p>
                <a:pPr indent="320675" eaLnBrk="1" hangingPunct="1">
                  <a:buFontTx/>
                  <a:buNone/>
                </a:pPr>
                <a:r>
                  <a:rPr lang="en-US" sz="1600" smtClean="0">
                    <a:cs typeface="Times New Roman" pitchFamily="18" charset="0"/>
                  </a:rPr>
                  <a:t>Trong đó: 	K</a:t>
                </a:r>
                <a:r>
                  <a:rPr lang="en-US" sz="1600" baseline="-25000" smtClean="0">
                    <a:cs typeface="Times New Roman" pitchFamily="18" charset="0"/>
                  </a:rPr>
                  <a:t>d</a:t>
                </a:r>
                <a:r>
                  <a:rPr lang="en-US" sz="1600">
                    <a:cs typeface="Times New Roman" pitchFamily="18" charset="0"/>
                  </a:rPr>
                  <a:t> </a:t>
                </a:r>
                <a:r>
                  <a:rPr lang="en-US" sz="1600" smtClean="0">
                    <a:latin typeface="Times New Roman"/>
                    <a:cs typeface="Times New Roman"/>
                  </a:rPr>
                  <a:t>→</a:t>
                </a:r>
                <a:r>
                  <a:rPr lang="en-US" sz="1600" smtClean="0">
                    <a:cs typeface="Times New Roman" pitchFamily="18" charset="0"/>
                  </a:rPr>
                  <a:t> Hệ số khuếch đại vòng hở có giá trị rất lớn</a:t>
                </a:r>
              </a:p>
              <a:p>
                <a:pPr indent="320675">
                  <a:buNone/>
                </a:pPr>
                <a:r>
                  <a:rPr lang="en-US" sz="1600">
                    <a:cs typeface="Times New Roman" pitchFamily="18" charset="0"/>
                  </a:rPr>
                  <a:t>	</a:t>
                </a:r>
                <a:r>
                  <a:rPr lang="en-US" sz="1600" smtClean="0">
                    <a:cs typeface="Times New Roman" pitchFamily="18" charset="0"/>
                  </a:rPr>
                  <a:t>	v</a:t>
                </a:r>
                <a:r>
                  <a:rPr lang="en-US" sz="1600" baseline="-25000" smtClean="0">
                    <a:cs typeface="Times New Roman" pitchFamily="18" charset="0"/>
                  </a:rPr>
                  <a:t>+</a:t>
                </a:r>
                <a:r>
                  <a:rPr lang="en-US" sz="1600">
                    <a:latin typeface="Times New Roman"/>
                    <a:cs typeface="Times New Roman"/>
                  </a:rPr>
                  <a:t> →</a:t>
                </a:r>
                <a:r>
                  <a:rPr lang="en-US" sz="1600" smtClean="0">
                    <a:cs typeface="Times New Roman" pitchFamily="18" charset="0"/>
                  </a:rPr>
                  <a:t> Điện áp đưa tới đầu vào không đảo</a:t>
                </a:r>
              </a:p>
              <a:p>
                <a:pPr indent="320675">
                  <a:buNone/>
                </a:pPr>
                <a:r>
                  <a:rPr lang="en-US" sz="1600" smtClean="0">
                    <a:cs typeface="Times New Roman" pitchFamily="18" charset="0"/>
                  </a:rPr>
                  <a:t>		v</a:t>
                </a:r>
                <a:r>
                  <a:rPr lang="en-US" sz="1600" baseline="-25000" smtClean="0">
                    <a:cs typeface="Times New Roman" pitchFamily="18" charset="0"/>
                  </a:rPr>
                  <a:t>-</a:t>
                </a:r>
                <a:r>
                  <a:rPr lang="en-US" sz="1600" smtClean="0">
                    <a:cs typeface="Times New Roman" pitchFamily="18" charset="0"/>
                  </a:rPr>
                  <a:t> </a:t>
                </a:r>
                <a:r>
                  <a:rPr lang="en-US" sz="1600">
                    <a:latin typeface="Times New Roman"/>
                    <a:cs typeface="Times New Roman"/>
                  </a:rPr>
                  <a:t>→</a:t>
                </a:r>
                <a:r>
                  <a:rPr lang="en-US" sz="1600" smtClean="0">
                    <a:cs typeface="Times New Roman" pitchFamily="18" charset="0"/>
                  </a:rPr>
                  <a:t> Điện áp đưa tới đầu vào đảo</a:t>
                </a:r>
              </a:p>
              <a:p>
                <a:pPr indent="320675">
                  <a:buNone/>
                </a:pPr>
                <a:r>
                  <a:rPr lang="en-US" sz="1600" smtClean="0">
                    <a:cs typeface="Times New Roman" pitchFamily="18" charset="0"/>
                  </a:rPr>
                  <a:t>		v</a:t>
                </a:r>
                <a:r>
                  <a:rPr lang="en-US" sz="1600" baseline="-25000" smtClean="0">
                    <a:cs typeface="Times New Roman" pitchFamily="18" charset="0"/>
                  </a:rPr>
                  <a:t>id </a:t>
                </a:r>
                <a:r>
                  <a:rPr lang="en-US" sz="1600">
                    <a:latin typeface="Times New Roman"/>
                    <a:cs typeface="Times New Roman"/>
                  </a:rPr>
                  <a:t>→</a:t>
                </a:r>
                <a:r>
                  <a:rPr lang="en-US" sz="1600" smtClean="0">
                    <a:cs typeface="Times New Roman" pitchFamily="18" charset="0"/>
                  </a:rPr>
                  <a:t> Độ chênh lệch giữa hai đầu vào </a:t>
                </a:r>
              </a:p>
              <a:p>
                <a:pPr>
                  <a:buFont typeface="Wingdings" pitchFamily="2" charset="2"/>
                  <a:buChar char="§"/>
                </a:pPr>
                <a:r>
                  <a:rPr lang="en-US" sz="1800" smtClean="0">
                    <a:cs typeface="Times New Roman" pitchFamily="18" charset="0"/>
                  </a:rPr>
                  <a:t>Nếu </a:t>
                </a:r>
                <a14:m>
                  <m:oMath xmlns:m="http://schemas.openxmlformats.org/officeDocument/2006/math">
                    <m:sSub>
                      <m:sSubPr>
                        <m:ctrlPr>
                          <a:rPr lang="en-US" sz="1800" i="1" smtClean="0">
                            <a:latin typeface="Cambria Math"/>
                            <a:cs typeface="Times New Roman" pitchFamily="18" charset="0"/>
                          </a:rPr>
                        </m:ctrlPr>
                      </m:sSubPr>
                      <m:e>
                        <m:r>
                          <a:rPr lang="en-US" sz="1800" b="0" i="1" smtClean="0">
                            <a:latin typeface="Cambria Math"/>
                            <a:cs typeface="Times New Roman" pitchFamily="18" charset="0"/>
                          </a:rPr>
                          <m:t>𝑣</m:t>
                        </m:r>
                      </m:e>
                      <m:sub>
                        <m:r>
                          <a:rPr lang="en-US" sz="1800" b="0" i="1" smtClean="0">
                            <a:latin typeface="Cambria Math"/>
                            <a:cs typeface="Times New Roman" pitchFamily="18" charset="0"/>
                          </a:rPr>
                          <m:t>+</m:t>
                        </m:r>
                      </m:sub>
                    </m:sSub>
                    <m:r>
                      <a:rPr lang="en-US" sz="1800" i="1" smtClean="0">
                        <a:latin typeface="Cambria Math"/>
                        <a:ea typeface="Cambria Math"/>
                        <a:cs typeface="Times New Roman" pitchFamily="18" charset="0"/>
                      </a:rPr>
                      <m:t>≠</m:t>
                    </m:r>
                    <m:r>
                      <a:rPr lang="en-US" sz="1800" b="0" i="1" smtClean="0">
                        <a:latin typeface="Cambria Math"/>
                        <a:ea typeface="Cambria Math"/>
                        <a:cs typeface="Times New Roman" pitchFamily="18" charset="0"/>
                      </a:rPr>
                      <m:t>0</m:t>
                    </m:r>
                  </m:oMath>
                </a14:m>
                <a:r>
                  <a:rPr lang="en-US" sz="1800" smtClean="0">
                    <a:cs typeface="Times New Roman" pitchFamily="18" charset="0"/>
                  </a:rPr>
                  <a:t> và </a:t>
                </a:r>
                <a14:m>
                  <m:oMath xmlns:m="http://schemas.openxmlformats.org/officeDocument/2006/math">
                    <m:sSub>
                      <m:sSubPr>
                        <m:ctrlPr>
                          <a:rPr lang="en-US" sz="1800" i="1" smtClean="0">
                            <a:latin typeface="Cambria Math"/>
                            <a:cs typeface="Times New Roman" pitchFamily="18" charset="0"/>
                          </a:rPr>
                        </m:ctrlPr>
                      </m:sSubPr>
                      <m:e>
                        <m:r>
                          <a:rPr lang="en-US" sz="1800" b="0" i="1" smtClean="0">
                            <a:latin typeface="Cambria Math"/>
                            <a:cs typeface="Times New Roman" pitchFamily="18" charset="0"/>
                          </a:rPr>
                          <m:t>𝑣</m:t>
                        </m:r>
                      </m:e>
                      <m:sub>
                        <m:r>
                          <a:rPr lang="en-US" sz="1800" b="0" i="1" smtClean="0">
                            <a:latin typeface="Cambria Math"/>
                            <a:cs typeface="Times New Roman" pitchFamily="18" charset="0"/>
                          </a:rPr>
                          <m:t>−</m:t>
                        </m:r>
                      </m:sub>
                    </m:sSub>
                    <m:r>
                      <a:rPr lang="en-US" sz="1800" b="0" i="1" smtClean="0">
                        <a:latin typeface="Cambria Math"/>
                        <a:cs typeface="Times New Roman" pitchFamily="18" charset="0"/>
                      </a:rPr>
                      <m:t>=0</m:t>
                    </m:r>
                  </m:oMath>
                </a14:m>
                <a:r>
                  <a:rPr lang="en-US" sz="1800" smtClean="0">
                    <a:cs typeface="Times New Roman" pitchFamily="18" charset="0"/>
                  </a:rPr>
                  <a:t> thì: </a:t>
                </a:r>
                <a14:m>
                  <m:oMath xmlns:m="http://schemas.openxmlformats.org/officeDocument/2006/math">
                    <m:sSub>
                      <m:sSubPr>
                        <m:ctrlPr>
                          <a:rPr lang="en-US" sz="1800" i="1">
                            <a:latin typeface="Cambria Math"/>
                            <a:cs typeface="Times New Roman" pitchFamily="18" charset="0"/>
                          </a:rPr>
                        </m:ctrlPr>
                      </m:sSubPr>
                      <m:e>
                        <m:r>
                          <a:rPr lang="en-US" sz="1800" i="1">
                            <a:latin typeface="Cambria Math"/>
                            <a:cs typeface="Times New Roman" pitchFamily="18" charset="0"/>
                          </a:rPr>
                          <m:t>𝑣</m:t>
                        </m:r>
                      </m:e>
                      <m:sub>
                        <m:r>
                          <a:rPr lang="en-US" sz="1800" i="1">
                            <a:latin typeface="Cambria Math"/>
                            <a:cs typeface="Times New Roman" pitchFamily="18" charset="0"/>
                          </a:rPr>
                          <m:t>𝑜</m:t>
                        </m:r>
                      </m:sub>
                    </m:sSub>
                    <m:r>
                      <a:rPr lang="en-US" sz="1800" i="1">
                        <a:latin typeface="Cambria Math"/>
                        <a:cs typeface="Times New Roman" pitchFamily="18" charset="0"/>
                      </a:rPr>
                      <m:t>=</m:t>
                    </m:r>
                    <m:sSub>
                      <m:sSubPr>
                        <m:ctrlPr>
                          <a:rPr lang="en-US" sz="1800" i="1">
                            <a:latin typeface="Cambria Math"/>
                            <a:cs typeface="Times New Roman" pitchFamily="18" charset="0"/>
                          </a:rPr>
                        </m:ctrlPr>
                      </m:sSubPr>
                      <m:e>
                        <m:r>
                          <a:rPr lang="en-US" sz="1800" i="1">
                            <a:latin typeface="Cambria Math"/>
                            <a:cs typeface="Times New Roman" pitchFamily="18" charset="0"/>
                          </a:rPr>
                          <m:t>𝐾</m:t>
                        </m:r>
                      </m:e>
                      <m:sub>
                        <m:r>
                          <a:rPr lang="en-US" sz="1800" i="1">
                            <a:latin typeface="Cambria Math"/>
                            <a:cs typeface="Times New Roman" pitchFamily="18" charset="0"/>
                          </a:rPr>
                          <m:t>𝑑</m:t>
                        </m:r>
                      </m:sub>
                    </m:sSub>
                    <m:sSub>
                      <m:sSubPr>
                        <m:ctrlPr>
                          <a:rPr lang="en-US" sz="1800" i="1">
                            <a:latin typeface="Cambria Math"/>
                            <a:cs typeface="Times New Roman" pitchFamily="18" charset="0"/>
                          </a:rPr>
                        </m:ctrlPr>
                      </m:sSubPr>
                      <m:e>
                        <m:r>
                          <a:rPr lang="en-US" sz="1800" i="1">
                            <a:latin typeface="Cambria Math"/>
                            <a:cs typeface="Times New Roman" pitchFamily="18" charset="0"/>
                          </a:rPr>
                          <m:t>𝑣</m:t>
                        </m:r>
                      </m:e>
                      <m:sub>
                        <m:r>
                          <a:rPr lang="en-US" sz="1800" i="1">
                            <a:latin typeface="Cambria Math"/>
                            <a:cs typeface="Times New Roman" pitchFamily="18" charset="0"/>
                          </a:rPr>
                          <m:t>+</m:t>
                        </m:r>
                      </m:sub>
                    </m:sSub>
                    <m:r>
                      <a:rPr lang="en-US" sz="1800" i="1" smtClean="0">
                        <a:latin typeface="Cambria Math"/>
                        <a:ea typeface="Cambria Math"/>
                        <a:cs typeface="Times New Roman" pitchFamily="18" charset="0"/>
                      </a:rPr>
                      <m:t>→</m:t>
                    </m:r>
                  </m:oMath>
                </a14:m>
                <a:r>
                  <a:rPr lang="en-US" sz="1800" smtClean="0">
                    <a:cs typeface="Times New Roman" pitchFamily="18" charset="0"/>
                  </a:rPr>
                  <a:t>tín hiệu ra đồng pha với tín hiệu vào</a:t>
                </a:r>
              </a:p>
              <a:p>
                <a:pPr>
                  <a:buFont typeface="Wingdings" pitchFamily="2" charset="2"/>
                  <a:buChar char="§"/>
                </a:pPr>
                <a:r>
                  <a:rPr lang="en-US" sz="1800">
                    <a:cs typeface="Times New Roman" pitchFamily="18" charset="0"/>
                  </a:rPr>
                  <a:t>Nếu </a:t>
                </a:r>
                <a14:m>
                  <m:oMath xmlns:m="http://schemas.openxmlformats.org/officeDocument/2006/math">
                    <m:sSub>
                      <m:sSubPr>
                        <m:ctrlPr>
                          <a:rPr lang="en-US" sz="1800" i="1">
                            <a:latin typeface="Cambria Math"/>
                            <a:cs typeface="Times New Roman" pitchFamily="18" charset="0"/>
                          </a:rPr>
                        </m:ctrlPr>
                      </m:sSubPr>
                      <m:e>
                        <m:r>
                          <a:rPr lang="en-US" sz="1800" i="1">
                            <a:latin typeface="Cambria Math"/>
                            <a:cs typeface="Times New Roman" pitchFamily="18" charset="0"/>
                          </a:rPr>
                          <m:t>𝑣</m:t>
                        </m:r>
                      </m:e>
                      <m:sub>
                        <m:r>
                          <a:rPr lang="en-US" sz="1800" i="1">
                            <a:latin typeface="Cambria Math"/>
                            <a:cs typeface="Times New Roman" pitchFamily="18" charset="0"/>
                          </a:rPr>
                          <m:t>+</m:t>
                        </m:r>
                      </m:sub>
                    </m:sSub>
                    <m:r>
                      <a:rPr lang="en-US" sz="1800" b="0" i="1" smtClean="0">
                        <a:latin typeface="Cambria Math"/>
                        <a:cs typeface="Times New Roman" pitchFamily="18" charset="0"/>
                      </a:rPr>
                      <m:t>=</m:t>
                    </m:r>
                    <m:r>
                      <a:rPr lang="en-US" sz="1800" i="1">
                        <a:latin typeface="Cambria Math"/>
                        <a:ea typeface="Cambria Math"/>
                        <a:cs typeface="Times New Roman" pitchFamily="18" charset="0"/>
                      </a:rPr>
                      <m:t>0</m:t>
                    </m:r>
                  </m:oMath>
                </a14:m>
                <a:r>
                  <a:rPr lang="en-US" sz="1800">
                    <a:cs typeface="Times New Roman" pitchFamily="18" charset="0"/>
                  </a:rPr>
                  <a:t> và </a:t>
                </a:r>
                <a14:m>
                  <m:oMath xmlns:m="http://schemas.openxmlformats.org/officeDocument/2006/math">
                    <m:sSub>
                      <m:sSubPr>
                        <m:ctrlPr>
                          <a:rPr lang="en-US" sz="1800" i="1">
                            <a:latin typeface="Cambria Math"/>
                            <a:cs typeface="Times New Roman" pitchFamily="18" charset="0"/>
                          </a:rPr>
                        </m:ctrlPr>
                      </m:sSubPr>
                      <m:e>
                        <m:r>
                          <a:rPr lang="en-US" sz="1800" i="1">
                            <a:latin typeface="Cambria Math"/>
                            <a:cs typeface="Times New Roman" pitchFamily="18" charset="0"/>
                          </a:rPr>
                          <m:t>𝑣</m:t>
                        </m:r>
                      </m:e>
                      <m:sub>
                        <m:r>
                          <a:rPr lang="en-US" sz="1800" i="1">
                            <a:latin typeface="Cambria Math"/>
                            <a:cs typeface="Times New Roman" pitchFamily="18" charset="0"/>
                          </a:rPr>
                          <m:t>−</m:t>
                        </m:r>
                      </m:sub>
                    </m:sSub>
                    <m:r>
                      <a:rPr lang="en-US" sz="1800" i="1" smtClean="0">
                        <a:latin typeface="Cambria Math"/>
                        <a:ea typeface="Cambria Math"/>
                        <a:cs typeface="Times New Roman" pitchFamily="18" charset="0"/>
                      </a:rPr>
                      <m:t>≠</m:t>
                    </m:r>
                    <m:r>
                      <a:rPr lang="en-US" sz="1800" i="1">
                        <a:latin typeface="Cambria Math"/>
                        <a:cs typeface="Times New Roman" pitchFamily="18" charset="0"/>
                      </a:rPr>
                      <m:t>0</m:t>
                    </m:r>
                  </m:oMath>
                </a14:m>
                <a:r>
                  <a:rPr lang="en-US" sz="1800">
                    <a:cs typeface="Times New Roman" pitchFamily="18" charset="0"/>
                  </a:rPr>
                  <a:t> thì: </a:t>
                </a:r>
                <a14:m>
                  <m:oMath xmlns:m="http://schemas.openxmlformats.org/officeDocument/2006/math">
                    <m:sSub>
                      <m:sSubPr>
                        <m:ctrlPr>
                          <a:rPr lang="en-US" sz="1800" i="1">
                            <a:latin typeface="Cambria Math"/>
                            <a:cs typeface="Times New Roman" pitchFamily="18" charset="0"/>
                          </a:rPr>
                        </m:ctrlPr>
                      </m:sSubPr>
                      <m:e>
                        <m:r>
                          <a:rPr lang="en-US" sz="1800" i="1">
                            <a:latin typeface="Cambria Math"/>
                            <a:cs typeface="Times New Roman" pitchFamily="18" charset="0"/>
                          </a:rPr>
                          <m:t>𝑣</m:t>
                        </m:r>
                      </m:e>
                      <m:sub>
                        <m:r>
                          <a:rPr lang="en-US" sz="1800" i="1">
                            <a:latin typeface="Cambria Math"/>
                            <a:cs typeface="Times New Roman" pitchFamily="18" charset="0"/>
                          </a:rPr>
                          <m:t>𝑜</m:t>
                        </m:r>
                      </m:sub>
                    </m:sSub>
                    <m:r>
                      <a:rPr lang="en-US" sz="1800" i="1">
                        <a:latin typeface="Cambria Math"/>
                        <a:cs typeface="Times New Roman" pitchFamily="18" charset="0"/>
                      </a:rPr>
                      <m:t>=</m:t>
                    </m:r>
                    <m:r>
                      <a:rPr lang="en-US" sz="1800" b="0" i="1" smtClean="0">
                        <a:latin typeface="Cambria Math"/>
                        <a:cs typeface="Times New Roman" pitchFamily="18" charset="0"/>
                      </a:rPr>
                      <m:t>−</m:t>
                    </m:r>
                    <m:sSub>
                      <m:sSubPr>
                        <m:ctrlPr>
                          <a:rPr lang="en-US" sz="1800" i="1">
                            <a:latin typeface="Cambria Math"/>
                            <a:cs typeface="Times New Roman" pitchFamily="18" charset="0"/>
                          </a:rPr>
                        </m:ctrlPr>
                      </m:sSubPr>
                      <m:e>
                        <m:r>
                          <a:rPr lang="en-US" sz="1800" i="1">
                            <a:latin typeface="Cambria Math"/>
                            <a:cs typeface="Times New Roman" pitchFamily="18" charset="0"/>
                          </a:rPr>
                          <m:t>𝐾</m:t>
                        </m:r>
                      </m:e>
                      <m:sub>
                        <m:r>
                          <a:rPr lang="en-US" sz="1800" i="1">
                            <a:latin typeface="Cambria Math"/>
                            <a:cs typeface="Times New Roman" pitchFamily="18" charset="0"/>
                          </a:rPr>
                          <m:t>𝑑</m:t>
                        </m:r>
                      </m:sub>
                    </m:sSub>
                    <m:sSub>
                      <m:sSubPr>
                        <m:ctrlPr>
                          <a:rPr lang="en-US" sz="1800" i="1">
                            <a:latin typeface="Cambria Math"/>
                            <a:cs typeface="Times New Roman" pitchFamily="18" charset="0"/>
                          </a:rPr>
                        </m:ctrlPr>
                      </m:sSubPr>
                      <m:e>
                        <m:r>
                          <a:rPr lang="en-US" sz="1800" i="1">
                            <a:latin typeface="Cambria Math"/>
                            <a:cs typeface="Times New Roman" pitchFamily="18" charset="0"/>
                          </a:rPr>
                          <m:t>𝑣</m:t>
                        </m:r>
                      </m:e>
                      <m:sub>
                        <m:r>
                          <a:rPr lang="en-US" sz="1800" b="0" i="1" smtClean="0">
                            <a:latin typeface="Cambria Math"/>
                            <a:cs typeface="Times New Roman" pitchFamily="18" charset="0"/>
                          </a:rPr>
                          <m:t>−</m:t>
                        </m:r>
                      </m:sub>
                    </m:sSub>
                    <m:r>
                      <a:rPr lang="en-US" sz="1800" i="1">
                        <a:latin typeface="Cambria Math"/>
                        <a:ea typeface="Cambria Math"/>
                        <a:cs typeface="Times New Roman" pitchFamily="18" charset="0"/>
                      </a:rPr>
                      <m:t>→</m:t>
                    </m:r>
                  </m:oMath>
                </a14:m>
                <a:r>
                  <a:rPr lang="en-US" sz="1800">
                    <a:cs typeface="Times New Roman" pitchFamily="18" charset="0"/>
                  </a:rPr>
                  <a:t>tín hiệu ra </a:t>
                </a:r>
                <a:r>
                  <a:rPr lang="en-US" sz="1800" smtClean="0">
                    <a:cs typeface="Times New Roman" pitchFamily="18" charset="0"/>
                  </a:rPr>
                  <a:t>ngược </a:t>
                </a:r>
                <a:r>
                  <a:rPr lang="en-US" sz="1800">
                    <a:cs typeface="Times New Roman" pitchFamily="18" charset="0"/>
                  </a:rPr>
                  <a:t>pha với tín hiệu vào</a:t>
                </a:r>
              </a:p>
              <a:p>
                <a:pPr eaLnBrk="1" hangingPunct="1">
                  <a:buClr>
                    <a:srgbClr val="C00000"/>
                  </a:buClr>
                  <a:buSzPct val="90000"/>
                  <a:buFont typeface="Wingdings" pitchFamily="2" charset="2"/>
                  <a:buChar char="Ø"/>
                </a:pPr>
                <a:r>
                  <a:rPr lang="en-US" sz="2400" smtClean="0">
                    <a:solidFill>
                      <a:srgbClr val="FF0000"/>
                    </a:solidFill>
                    <a:cs typeface="Times New Roman" pitchFamily="18" charset="0"/>
                  </a:rPr>
                  <a:t> </a:t>
                </a:r>
                <a:r>
                  <a:rPr lang="en-US" sz="2400" b="1" i="1" smtClean="0">
                    <a:solidFill>
                      <a:srgbClr val="FF0000"/>
                    </a:solidFill>
                    <a:cs typeface="Times New Roman" pitchFamily="18" charset="0"/>
                  </a:rPr>
                  <a:t>Sơ đồ tương đương</a:t>
                </a:r>
              </a:p>
            </p:txBody>
          </p:sp>
        </mc:Choice>
        <mc:Fallback xmlns="">
          <p:sp>
            <p:nvSpPr>
              <p:cNvPr id="1034" name="Content Placeholder 2"/>
              <p:cNvSpPr>
                <a:spLocks noGrp="1" noRot="1" noChangeAspect="1" noMove="1" noResize="1" noEditPoints="1" noAdjustHandles="1" noChangeArrowheads="1" noChangeShapeType="1" noTextEdit="1"/>
              </p:cNvSpPr>
              <p:nvPr>
                <p:ph idx="1"/>
              </p:nvPr>
            </p:nvSpPr>
            <p:spPr>
              <a:xfrm>
                <a:off x="1066800" y="1066800"/>
                <a:ext cx="8001000" cy="5973763"/>
              </a:xfrm>
              <a:blipFill rotWithShape="1">
                <a:blip r:embed="rId2"/>
                <a:stretch>
                  <a:fillRect t="-510" r="-381"/>
                </a:stretch>
              </a:blipFill>
            </p:spPr>
            <p:txBody>
              <a:bodyPr/>
              <a:lstStyle/>
              <a:p>
                <a:r>
                  <a:rPr lang="en-US">
                    <a:noFill/>
                  </a:rPr>
                  <a:t> </a:t>
                </a:r>
              </a:p>
            </p:txBody>
          </p:sp>
        </mc:Fallback>
      </mc:AlternateContent>
      <p:sp>
        <p:nvSpPr>
          <p:cNvPr id="1036" name="Rectangle 3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pic>
        <p:nvPicPr>
          <p:cNvPr id="1038" name="Picture 4" descr="jae20990_1103"/>
          <p:cNvPicPr>
            <a:picLocks noChangeAspect="1" noChangeArrowheads="1"/>
          </p:cNvPicPr>
          <p:nvPr/>
        </p:nvPicPr>
        <p:blipFill>
          <a:blip r:embed="rId3">
            <a:extLst>
              <a:ext uri="{28A0092B-C50C-407E-A947-70E740481C1C}">
                <a14:useLocalDpi xmlns:a14="http://schemas.microsoft.com/office/drawing/2010/main" val="0"/>
              </a:ext>
            </a:extLst>
          </a:blip>
          <a:srcRect t="4137"/>
          <a:stretch>
            <a:fillRect/>
          </a:stretch>
        </p:blipFill>
        <p:spPr bwMode="auto">
          <a:xfrm>
            <a:off x="2743200" y="4724400"/>
            <a:ext cx="3478212" cy="156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itle 1"/>
          <p:cNvSpPr>
            <a:spLocks noGrp="1"/>
          </p:cNvSpPr>
          <p:nvPr>
            <p:ph type="title"/>
          </p:nvPr>
        </p:nvSpPr>
        <p:spPr>
          <a:xfrm>
            <a:off x="1219200" y="304800"/>
            <a:ext cx="7924800" cy="808038"/>
          </a:xfrm>
        </p:spPr>
        <p:txBody>
          <a:bodyPr>
            <a:noAutofit/>
          </a:bodyPr>
          <a:lstStyle/>
          <a:p>
            <a:pPr algn="ctr" eaLnBrk="1" fontAlgn="auto" hangingPunct="1">
              <a:spcAft>
                <a:spcPts val="0"/>
              </a:spcAft>
              <a:defRPr/>
            </a:pPr>
            <a:r>
              <a:rPr lang="en-US" sz="3600" smtClean="0">
                <a:solidFill>
                  <a:srgbClr val="0000FF"/>
                </a:solidFill>
                <a:latin typeface="Constantia" pitchFamily="18" charset="0"/>
                <a:cs typeface="Times New Roman" pitchFamily="18" charset="0"/>
              </a:rPr>
              <a:t>4.2</a:t>
            </a:r>
            <a:r>
              <a:rPr lang="en-US" sz="3600" dirty="0" smtClean="0">
                <a:solidFill>
                  <a:srgbClr val="0000FF"/>
                </a:solidFill>
                <a:latin typeface="Constantia" pitchFamily="18" charset="0"/>
                <a:cs typeface="Times New Roman" pitchFamily="18" charset="0"/>
              </a:rPr>
              <a:t>.  </a:t>
            </a:r>
            <a:r>
              <a:rPr lang="en-US" sz="3600" dirty="0" err="1" smtClean="0">
                <a:solidFill>
                  <a:srgbClr val="0000FF"/>
                </a:solidFill>
                <a:latin typeface="Constantia" pitchFamily="18" charset="0"/>
                <a:cs typeface="Times New Roman" pitchFamily="18" charset="0"/>
              </a:rPr>
              <a:t>Các</a:t>
            </a:r>
            <a:r>
              <a:rPr lang="en-US" sz="3600" dirty="0" smtClean="0">
                <a:solidFill>
                  <a:srgbClr val="0000FF"/>
                </a:solidFill>
                <a:latin typeface="Constantia" pitchFamily="18" charset="0"/>
                <a:cs typeface="Times New Roman" pitchFamily="18" charset="0"/>
              </a:rPr>
              <a:t> </a:t>
            </a:r>
            <a:r>
              <a:rPr lang="en-US" sz="3600" dirty="0" err="1" smtClean="0">
                <a:solidFill>
                  <a:srgbClr val="0000FF"/>
                </a:solidFill>
                <a:latin typeface="Constantia" pitchFamily="18" charset="0"/>
                <a:cs typeface="Times New Roman" pitchFamily="18" charset="0"/>
              </a:rPr>
              <a:t>tham</a:t>
            </a:r>
            <a:r>
              <a:rPr lang="en-US" sz="3600" dirty="0" smtClean="0">
                <a:solidFill>
                  <a:srgbClr val="0000FF"/>
                </a:solidFill>
                <a:latin typeface="Constantia" pitchFamily="18" charset="0"/>
                <a:cs typeface="Times New Roman" pitchFamily="18" charset="0"/>
              </a:rPr>
              <a:t> </a:t>
            </a:r>
            <a:r>
              <a:rPr lang="en-US" sz="3600" dirty="0" err="1" smtClean="0">
                <a:solidFill>
                  <a:srgbClr val="0000FF"/>
                </a:solidFill>
                <a:latin typeface="Constantia" pitchFamily="18" charset="0"/>
                <a:cs typeface="Times New Roman" pitchFamily="18" charset="0"/>
              </a:rPr>
              <a:t>số</a:t>
            </a:r>
            <a:r>
              <a:rPr lang="en-US" sz="3600" dirty="0" smtClean="0">
                <a:solidFill>
                  <a:srgbClr val="0000FF"/>
                </a:solidFill>
                <a:latin typeface="Constantia" pitchFamily="18" charset="0"/>
                <a:cs typeface="Times New Roman" pitchFamily="18" charset="0"/>
              </a:rPr>
              <a:t> </a:t>
            </a:r>
            <a:r>
              <a:rPr lang="en-US" sz="3600" dirty="0" err="1" smtClean="0">
                <a:solidFill>
                  <a:srgbClr val="0000FF"/>
                </a:solidFill>
                <a:latin typeface="Constantia" pitchFamily="18" charset="0"/>
                <a:cs typeface="Times New Roman" pitchFamily="18" charset="0"/>
              </a:rPr>
              <a:t>của</a:t>
            </a:r>
            <a:r>
              <a:rPr lang="en-US" sz="3600" dirty="0" smtClean="0">
                <a:solidFill>
                  <a:srgbClr val="0000FF"/>
                </a:solidFill>
                <a:latin typeface="Constantia" pitchFamily="18" charset="0"/>
                <a:cs typeface="Times New Roman" pitchFamily="18" charset="0"/>
              </a:rPr>
              <a:t> </a:t>
            </a:r>
            <a:r>
              <a:rPr lang="en-US" sz="3600" err="1" smtClean="0">
                <a:solidFill>
                  <a:srgbClr val="0000FF"/>
                </a:solidFill>
                <a:latin typeface="Constantia" pitchFamily="18" charset="0"/>
                <a:cs typeface="Times New Roman" pitchFamily="18" charset="0"/>
              </a:rPr>
              <a:t>bộ</a:t>
            </a:r>
            <a:r>
              <a:rPr lang="en-US" sz="3600" smtClean="0">
                <a:solidFill>
                  <a:srgbClr val="0000FF"/>
                </a:solidFill>
                <a:latin typeface="Constantia" pitchFamily="18" charset="0"/>
                <a:cs typeface="Times New Roman" pitchFamily="18" charset="0"/>
              </a:rPr>
              <a:t> KĐTT (2)</a:t>
            </a:r>
            <a:endParaRPr lang="en-US" sz="3600" dirty="0">
              <a:solidFill>
                <a:srgbClr val="0000FF"/>
              </a:solidFill>
              <a:latin typeface="Constantia"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4" name="Object 1"/>
          <p:cNvGraphicFramePr>
            <a:graphicFrameLocks noChangeAspect="1"/>
          </p:cNvGraphicFramePr>
          <p:nvPr>
            <p:extLst>
              <p:ext uri="{D42A27DB-BD31-4B8C-83A1-F6EECF244321}">
                <p14:modId xmlns:p14="http://schemas.microsoft.com/office/powerpoint/2010/main" val="4138134950"/>
              </p:ext>
            </p:extLst>
          </p:nvPr>
        </p:nvGraphicFramePr>
        <p:xfrm>
          <a:off x="1828800" y="2209800"/>
          <a:ext cx="6126163" cy="2187575"/>
        </p:xfrm>
        <a:graphic>
          <a:graphicData uri="http://schemas.openxmlformats.org/presentationml/2006/ole">
            <mc:AlternateContent xmlns:mc="http://schemas.openxmlformats.org/markup-compatibility/2006">
              <mc:Choice xmlns:v="urn:schemas-microsoft-com:vml" Requires="v">
                <p:oleObj spid="_x0000_s19524" name="Visio" r:id="rId3" imgW="3352890" imgH="1188648" progId="Visio.Drawing.11">
                  <p:embed/>
                </p:oleObj>
              </mc:Choice>
              <mc:Fallback>
                <p:oleObj name="Visio" r:id="rId3" imgW="3352890" imgH="1188648" progId="Visio.Drawing.11">
                  <p:embed/>
                  <p:pic>
                    <p:nvPicPr>
                      <p:cNvPr id="0" name=""/>
                      <p:cNvPicPr>
                        <a:picLocks noChangeAspect="1" noChangeArrowheads="1"/>
                      </p:cNvPicPr>
                      <p:nvPr/>
                    </p:nvPicPr>
                    <p:blipFill>
                      <a:blip r:embed="rId4"/>
                      <a:srcRect/>
                      <a:stretch>
                        <a:fillRect/>
                      </a:stretch>
                    </p:blipFill>
                    <p:spPr bwMode="auto">
                      <a:xfrm>
                        <a:off x="1828800" y="2209800"/>
                        <a:ext cx="6126163" cy="2187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3083" name="Rectangle 4"/>
              <p:cNvSpPr>
                <a:spLocks noChangeArrowheads="1"/>
              </p:cNvSpPr>
              <p:nvPr/>
            </p:nvSpPr>
            <p:spPr bwMode="auto">
              <a:xfrm>
                <a:off x="1066800" y="1143000"/>
                <a:ext cx="7848600" cy="92333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p>
                <a:r>
                  <a:rPr lang="en-US" smtClean="0">
                    <a:latin typeface="Constantia" pitchFamily="18" charset="0"/>
                    <a:cs typeface="Times New Roman" pitchFamily="18" charset="0"/>
                  </a:rPr>
                  <a:t>Nếu Op_Amp được coi là lý tưởng:  Trở kháng vào </a:t>
                </a:r>
                <a14:m>
                  <m:oMath xmlns:m="http://schemas.openxmlformats.org/officeDocument/2006/math">
                    <m:sSub>
                      <m:sSubPr>
                        <m:ctrlPr>
                          <a:rPr lang="en-US" i="1" smtClean="0">
                            <a:latin typeface="Cambria Math"/>
                            <a:cs typeface="Times New Roman" pitchFamily="18" charset="0"/>
                          </a:rPr>
                        </m:ctrlPr>
                      </m:sSubPr>
                      <m:e>
                        <m:r>
                          <a:rPr lang="en-US" b="0" i="1" smtClean="0">
                            <a:latin typeface="Cambria Math"/>
                            <a:cs typeface="Times New Roman" pitchFamily="18" charset="0"/>
                          </a:rPr>
                          <m:t>𝑍</m:t>
                        </m:r>
                      </m:e>
                      <m:sub>
                        <m:r>
                          <a:rPr lang="en-US" b="0" i="1" smtClean="0">
                            <a:latin typeface="Cambria Math"/>
                            <a:cs typeface="Times New Roman" pitchFamily="18" charset="0"/>
                          </a:rPr>
                          <m:t>𝑣</m:t>
                        </m:r>
                      </m:sub>
                    </m:sSub>
                    <m:r>
                      <a:rPr lang="en-US" b="0" i="1" smtClean="0">
                        <a:latin typeface="Cambria Math"/>
                        <a:cs typeface="Times New Roman" pitchFamily="18" charset="0"/>
                      </a:rPr>
                      <m:t>=</m:t>
                    </m:r>
                    <m:r>
                      <a:rPr lang="en-US" b="0" i="1" smtClean="0">
                        <a:latin typeface="Cambria Math"/>
                        <a:ea typeface="Cambria Math"/>
                        <a:cs typeface="Times New Roman" pitchFamily="18" charset="0"/>
                      </a:rPr>
                      <m:t>∞</m:t>
                    </m:r>
                  </m:oMath>
                </a14:m>
                <a:endParaRPr lang="en-US">
                  <a:latin typeface="Constantia" pitchFamily="18" charset="0"/>
                  <a:cs typeface="Times New Roman" pitchFamily="18" charset="0"/>
                </a:endParaRPr>
              </a:p>
              <a:p>
                <a:r>
                  <a:rPr lang="en-US">
                    <a:latin typeface="Constantia" pitchFamily="18" charset="0"/>
                    <a:cs typeface="Times New Roman" pitchFamily="18" charset="0"/>
                  </a:rPr>
                  <a:t>                                                           </a:t>
                </a:r>
                <a:r>
                  <a:rPr lang="en-US" smtClean="0">
                    <a:latin typeface="Constantia" pitchFamily="18" charset="0"/>
                    <a:cs typeface="Times New Roman" pitchFamily="18" charset="0"/>
                  </a:rPr>
                  <a:t>	Trở </a:t>
                </a:r>
                <a:r>
                  <a:rPr lang="en-US">
                    <a:latin typeface="Constantia" pitchFamily="18" charset="0"/>
                    <a:cs typeface="Times New Roman" pitchFamily="18" charset="0"/>
                  </a:rPr>
                  <a:t>kháng </a:t>
                </a:r>
                <a:r>
                  <a:rPr lang="en-US" smtClean="0">
                    <a:latin typeface="Constantia" pitchFamily="18" charset="0"/>
                    <a:cs typeface="Times New Roman" pitchFamily="18" charset="0"/>
                  </a:rPr>
                  <a:t>ra  </a:t>
                </a:r>
                <a14:m>
                  <m:oMath xmlns:m="http://schemas.openxmlformats.org/officeDocument/2006/math">
                    <m:sSub>
                      <m:sSubPr>
                        <m:ctrlPr>
                          <a:rPr lang="en-US" i="1" smtClean="0">
                            <a:latin typeface="Cambria Math"/>
                            <a:cs typeface="Times New Roman" pitchFamily="18" charset="0"/>
                          </a:rPr>
                        </m:ctrlPr>
                      </m:sSubPr>
                      <m:e>
                        <m:r>
                          <a:rPr lang="en-US" b="0" i="1" smtClean="0">
                            <a:latin typeface="Cambria Math"/>
                            <a:cs typeface="Times New Roman" pitchFamily="18" charset="0"/>
                          </a:rPr>
                          <m:t>𝑍</m:t>
                        </m:r>
                      </m:e>
                      <m:sub>
                        <m:r>
                          <a:rPr lang="en-US" b="0" i="1" smtClean="0">
                            <a:latin typeface="Cambria Math"/>
                            <a:cs typeface="Times New Roman" pitchFamily="18" charset="0"/>
                          </a:rPr>
                          <m:t>𝑟</m:t>
                        </m:r>
                      </m:sub>
                    </m:sSub>
                    <m:r>
                      <a:rPr lang="en-US" b="0" i="1" smtClean="0">
                        <a:latin typeface="Cambria Math"/>
                        <a:cs typeface="Times New Roman" pitchFamily="18" charset="0"/>
                      </a:rPr>
                      <m:t>=0</m:t>
                    </m:r>
                  </m:oMath>
                </a14:m>
                <a:endParaRPr lang="en-US">
                  <a:latin typeface="Constantia" pitchFamily="18" charset="0"/>
                  <a:cs typeface="Times New Roman" pitchFamily="18" charset="0"/>
                </a:endParaRPr>
              </a:p>
              <a:p>
                <a:r>
                  <a:rPr lang="en-US">
                    <a:latin typeface="Constantia" pitchFamily="18" charset="0"/>
                    <a:cs typeface="Times New Roman" pitchFamily="18" charset="0"/>
                  </a:rPr>
                  <a:t>                                                           </a:t>
                </a:r>
                <a:r>
                  <a:rPr lang="en-US" smtClean="0">
                    <a:latin typeface="Constantia" pitchFamily="18" charset="0"/>
                    <a:cs typeface="Times New Roman" pitchFamily="18" charset="0"/>
                  </a:rPr>
                  <a:t>	Hệ </a:t>
                </a:r>
                <a:r>
                  <a:rPr lang="en-US">
                    <a:latin typeface="Constantia" pitchFamily="18" charset="0"/>
                    <a:cs typeface="Times New Roman" pitchFamily="18" charset="0"/>
                  </a:rPr>
                  <a:t>số khuếch đại vòng </a:t>
                </a:r>
                <a:r>
                  <a:rPr lang="en-US" smtClean="0">
                    <a:latin typeface="Constantia" pitchFamily="18" charset="0"/>
                    <a:cs typeface="Times New Roman" pitchFamily="18" charset="0"/>
                  </a:rPr>
                  <a:t>hở </a:t>
                </a:r>
                <a14:m>
                  <m:oMath xmlns:m="http://schemas.openxmlformats.org/officeDocument/2006/math">
                    <m:sSub>
                      <m:sSubPr>
                        <m:ctrlPr>
                          <a:rPr lang="en-US" i="1" smtClean="0">
                            <a:latin typeface="Cambria Math"/>
                            <a:cs typeface="Times New Roman" pitchFamily="18" charset="0"/>
                          </a:rPr>
                        </m:ctrlPr>
                      </m:sSubPr>
                      <m:e>
                        <m:r>
                          <a:rPr lang="en-US" b="0" i="1" smtClean="0">
                            <a:latin typeface="Cambria Math"/>
                            <a:cs typeface="Times New Roman" pitchFamily="18" charset="0"/>
                          </a:rPr>
                          <m:t>𝐾</m:t>
                        </m:r>
                      </m:e>
                      <m:sub>
                        <m:r>
                          <a:rPr lang="en-US" b="0" i="1" smtClean="0">
                            <a:latin typeface="Cambria Math"/>
                            <a:cs typeface="Times New Roman" pitchFamily="18" charset="0"/>
                          </a:rPr>
                          <m:t>𝑑</m:t>
                        </m:r>
                      </m:sub>
                    </m:sSub>
                    <m:r>
                      <a:rPr lang="en-US" b="0" i="1" smtClean="0">
                        <a:latin typeface="Cambria Math"/>
                        <a:cs typeface="Times New Roman" pitchFamily="18" charset="0"/>
                      </a:rPr>
                      <m:t>=</m:t>
                    </m:r>
                    <m:r>
                      <a:rPr lang="en-US" b="0" i="1" smtClean="0">
                        <a:latin typeface="Cambria Math"/>
                        <a:ea typeface="Cambria Math"/>
                        <a:cs typeface="Times New Roman" pitchFamily="18" charset="0"/>
                      </a:rPr>
                      <m:t>∞</m:t>
                    </m:r>
                  </m:oMath>
                </a14:m>
                <a:endParaRPr lang="en-US">
                  <a:latin typeface="Constantia" pitchFamily="18" charset="0"/>
                  <a:cs typeface="Times New Roman" pitchFamily="18" charset="0"/>
                </a:endParaRPr>
              </a:p>
            </p:txBody>
          </p:sp>
        </mc:Choice>
        <mc:Fallback xmlns="">
          <p:sp>
            <p:nvSpPr>
              <p:cNvPr id="3083" name="Rectangle 4"/>
              <p:cNvSpPr>
                <a:spLocks noRot="1" noChangeAspect="1" noMove="1" noResize="1" noEditPoints="1" noAdjustHandles="1" noChangeArrowheads="1" noChangeShapeType="1" noTextEdit="1"/>
              </p:cNvSpPr>
              <p:nvPr/>
            </p:nvSpPr>
            <p:spPr bwMode="auto">
              <a:xfrm>
                <a:off x="1066800" y="1143000"/>
                <a:ext cx="7848600" cy="923330"/>
              </a:xfrm>
              <a:prstGeom prst="rect">
                <a:avLst/>
              </a:prstGeom>
              <a:blipFill rotWithShape="1">
                <a:blip r:embed="rId6"/>
                <a:stretch>
                  <a:fillRect l="-621" t="-3311" b="-927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pSp>
        <p:nvGrpSpPr>
          <p:cNvPr id="2" name="Group 1"/>
          <p:cNvGrpSpPr/>
          <p:nvPr/>
        </p:nvGrpSpPr>
        <p:grpSpPr>
          <a:xfrm>
            <a:off x="3200400" y="4343400"/>
            <a:ext cx="3387725" cy="1066800"/>
            <a:chOff x="1603375" y="5334000"/>
            <a:chExt cx="3387725" cy="1066800"/>
          </a:xfrm>
        </p:grpSpPr>
        <p:graphicFrame>
          <p:nvGraphicFramePr>
            <p:cNvPr id="3078" name="Object 6"/>
            <p:cNvGraphicFramePr>
              <a:graphicFrameLocks noChangeAspect="1"/>
            </p:cNvGraphicFramePr>
            <p:nvPr>
              <p:extLst>
                <p:ext uri="{D42A27DB-BD31-4B8C-83A1-F6EECF244321}">
                  <p14:modId xmlns:p14="http://schemas.microsoft.com/office/powerpoint/2010/main" val="417573067"/>
                </p:ext>
              </p:extLst>
            </p:nvPr>
          </p:nvGraphicFramePr>
          <p:xfrm>
            <a:off x="1603375" y="5334000"/>
            <a:ext cx="887413" cy="627063"/>
          </p:xfrm>
          <a:graphic>
            <a:graphicData uri="http://schemas.openxmlformats.org/presentationml/2006/ole">
              <mc:AlternateContent xmlns:mc="http://schemas.openxmlformats.org/markup-compatibility/2006">
                <mc:Choice xmlns:v="urn:schemas-microsoft-com:vml" Requires="v">
                  <p:oleObj spid="_x0000_s19525" name="Equation" r:id="rId7" imgW="609480" imgH="431640" progId="Equation.3">
                    <p:embed/>
                  </p:oleObj>
                </mc:Choice>
                <mc:Fallback>
                  <p:oleObj name="Equation" r:id="rId7" imgW="609480" imgH="431640" progId="Equation.3">
                    <p:embed/>
                    <p:pic>
                      <p:nvPicPr>
                        <p:cNvPr id="0" name=""/>
                        <p:cNvPicPr>
                          <a:picLocks noChangeAspect="1" noChangeArrowheads="1"/>
                        </p:cNvPicPr>
                        <p:nvPr/>
                      </p:nvPicPr>
                      <p:blipFill>
                        <a:blip r:embed="rId8"/>
                        <a:srcRect/>
                        <a:stretch>
                          <a:fillRect/>
                        </a:stretch>
                      </p:blipFill>
                      <p:spPr bwMode="auto">
                        <a:xfrm>
                          <a:off x="1603375" y="5334000"/>
                          <a:ext cx="887413" cy="627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9" name="Object 7"/>
            <p:cNvGraphicFramePr>
              <a:graphicFrameLocks noChangeAspect="1"/>
            </p:cNvGraphicFramePr>
            <p:nvPr>
              <p:extLst>
                <p:ext uri="{D42A27DB-BD31-4B8C-83A1-F6EECF244321}">
                  <p14:modId xmlns:p14="http://schemas.microsoft.com/office/powerpoint/2010/main" val="596711437"/>
                </p:ext>
              </p:extLst>
            </p:nvPr>
          </p:nvGraphicFramePr>
          <p:xfrm>
            <a:off x="1679575" y="6000750"/>
            <a:ext cx="739775" cy="331788"/>
          </p:xfrm>
          <a:graphic>
            <a:graphicData uri="http://schemas.openxmlformats.org/presentationml/2006/ole">
              <mc:AlternateContent xmlns:mc="http://schemas.openxmlformats.org/markup-compatibility/2006">
                <mc:Choice xmlns:v="urn:schemas-microsoft-com:vml" Requires="v">
                  <p:oleObj spid="_x0000_s19526" name="Equation" r:id="rId9" imgW="507960" imgH="228600" progId="Equation.3">
                    <p:embed/>
                  </p:oleObj>
                </mc:Choice>
                <mc:Fallback>
                  <p:oleObj name="Equation" r:id="rId9" imgW="507960" imgH="228600" progId="Equation.3">
                    <p:embed/>
                    <p:pic>
                      <p:nvPicPr>
                        <p:cNvPr id="0" name=""/>
                        <p:cNvPicPr>
                          <a:picLocks noChangeAspect="1" noChangeArrowheads="1"/>
                        </p:cNvPicPr>
                        <p:nvPr/>
                      </p:nvPicPr>
                      <p:blipFill>
                        <a:blip r:embed="rId10"/>
                        <a:srcRect/>
                        <a:stretch>
                          <a:fillRect/>
                        </a:stretch>
                      </p:blipFill>
                      <p:spPr bwMode="auto">
                        <a:xfrm>
                          <a:off x="1679575" y="6000750"/>
                          <a:ext cx="739775" cy="331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80" name="Object 8"/>
            <p:cNvGraphicFramePr>
              <a:graphicFrameLocks noChangeAspect="1"/>
            </p:cNvGraphicFramePr>
            <p:nvPr>
              <p:extLst>
                <p:ext uri="{D42A27DB-BD31-4B8C-83A1-F6EECF244321}">
                  <p14:modId xmlns:p14="http://schemas.microsoft.com/office/powerpoint/2010/main" val="253779527"/>
                </p:ext>
              </p:extLst>
            </p:nvPr>
          </p:nvGraphicFramePr>
          <p:xfrm>
            <a:off x="2438400" y="5589588"/>
            <a:ext cx="204788" cy="811212"/>
          </p:xfrm>
          <a:graphic>
            <a:graphicData uri="http://schemas.openxmlformats.org/presentationml/2006/ole">
              <mc:AlternateContent xmlns:mc="http://schemas.openxmlformats.org/markup-compatibility/2006">
                <mc:Choice xmlns:v="urn:schemas-microsoft-com:vml" Requires="v">
                  <p:oleObj spid="_x0000_s19527" name="Equation" r:id="rId11" imgW="164880" imgH="215640" progId="Equation.3">
                    <p:embed/>
                  </p:oleObj>
                </mc:Choice>
                <mc:Fallback>
                  <p:oleObj name="Equation" r:id="rId11" imgW="164880" imgH="21564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38400" y="5589588"/>
                          <a:ext cx="204788" cy="811212"/>
                        </a:xfrm>
                        <a:prstGeom prst="rect">
                          <a:avLst/>
                        </a:prstGeom>
                        <a:noFill/>
                        <a:extLst/>
                      </p:spPr>
                    </p:pic>
                  </p:oleObj>
                </mc:Fallback>
              </mc:AlternateContent>
            </a:graphicData>
          </a:graphic>
        </p:graphicFrame>
        <p:sp>
          <p:nvSpPr>
            <p:cNvPr id="12" name="Right Arrow 11"/>
            <p:cNvSpPr/>
            <p:nvPr/>
          </p:nvSpPr>
          <p:spPr>
            <a:xfrm>
              <a:off x="2819400" y="5913756"/>
              <a:ext cx="381000" cy="15240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aphicFrame>
          <p:nvGraphicFramePr>
            <p:cNvPr id="3081" name="Object 9"/>
            <p:cNvGraphicFramePr>
              <a:graphicFrameLocks noChangeAspect="1"/>
            </p:cNvGraphicFramePr>
            <p:nvPr>
              <p:extLst>
                <p:ext uri="{D42A27DB-BD31-4B8C-83A1-F6EECF244321}">
                  <p14:modId xmlns:p14="http://schemas.microsoft.com/office/powerpoint/2010/main" val="3824547606"/>
                </p:ext>
              </p:extLst>
            </p:nvPr>
          </p:nvGraphicFramePr>
          <p:xfrm>
            <a:off x="3276600" y="5824062"/>
            <a:ext cx="628650" cy="331788"/>
          </p:xfrm>
          <a:graphic>
            <a:graphicData uri="http://schemas.openxmlformats.org/presentationml/2006/ole">
              <mc:AlternateContent xmlns:mc="http://schemas.openxmlformats.org/markup-compatibility/2006">
                <mc:Choice xmlns:v="urn:schemas-microsoft-com:vml" Requires="v">
                  <p:oleObj spid="_x0000_s19528" name="Equation" r:id="rId13" imgW="431640" imgH="228600" progId="Equation.3">
                    <p:embed/>
                  </p:oleObj>
                </mc:Choice>
                <mc:Fallback>
                  <p:oleObj name="Equation" r:id="rId13" imgW="431640" imgH="2286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76600" y="5824062"/>
                          <a:ext cx="628650" cy="331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82" name="Object 10"/>
            <p:cNvGraphicFramePr>
              <a:graphicFrameLocks noChangeAspect="1"/>
            </p:cNvGraphicFramePr>
            <p:nvPr>
              <p:extLst>
                <p:ext uri="{D42A27DB-BD31-4B8C-83A1-F6EECF244321}">
                  <p14:modId xmlns:p14="http://schemas.microsoft.com/office/powerpoint/2010/main" val="900281143"/>
                </p:ext>
              </p:extLst>
            </p:nvPr>
          </p:nvGraphicFramePr>
          <p:xfrm>
            <a:off x="4324350" y="5832793"/>
            <a:ext cx="666750" cy="314325"/>
          </p:xfrm>
          <a:graphic>
            <a:graphicData uri="http://schemas.openxmlformats.org/presentationml/2006/ole">
              <mc:AlternateContent xmlns:mc="http://schemas.openxmlformats.org/markup-compatibility/2006">
                <mc:Choice xmlns:v="urn:schemas-microsoft-com:vml" Requires="v">
                  <p:oleObj spid="_x0000_s19529" name="Equation" r:id="rId15" imgW="457200" imgH="215640" progId="Equation.3">
                    <p:embed/>
                  </p:oleObj>
                </mc:Choice>
                <mc:Fallback>
                  <p:oleObj name="Equation" r:id="rId15" imgW="457200" imgH="21564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324350" y="5832793"/>
                          <a:ext cx="666750" cy="314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Left-Right Arrow 14"/>
            <p:cNvSpPr/>
            <p:nvPr/>
          </p:nvSpPr>
          <p:spPr>
            <a:xfrm>
              <a:off x="3962400" y="5951856"/>
              <a:ext cx="304800" cy="76200"/>
            </a:xfrm>
            <a:prstGeom prst="lef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18" name="Title 1"/>
          <p:cNvSpPr>
            <a:spLocks noGrp="1"/>
          </p:cNvSpPr>
          <p:nvPr>
            <p:ph type="title"/>
          </p:nvPr>
        </p:nvSpPr>
        <p:spPr>
          <a:xfrm>
            <a:off x="1196340" y="228600"/>
            <a:ext cx="7924800" cy="808038"/>
          </a:xfrm>
        </p:spPr>
        <p:txBody>
          <a:bodyPr>
            <a:noAutofit/>
          </a:bodyPr>
          <a:lstStyle/>
          <a:p>
            <a:pPr algn="ctr" eaLnBrk="1" fontAlgn="auto" hangingPunct="1">
              <a:spcAft>
                <a:spcPts val="0"/>
              </a:spcAft>
              <a:defRPr/>
            </a:pPr>
            <a:r>
              <a:rPr lang="en-US" sz="3600" smtClean="0">
                <a:solidFill>
                  <a:srgbClr val="0000FF"/>
                </a:solidFill>
                <a:latin typeface="Constantia" pitchFamily="18" charset="0"/>
                <a:cs typeface="Times New Roman" pitchFamily="18" charset="0"/>
              </a:rPr>
              <a:t>4.2</a:t>
            </a:r>
            <a:r>
              <a:rPr lang="en-US" sz="3600" dirty="0" smtClean="0">
                <a:solidFill>
                  <a:srgbClr val="0000FF"/>
                </a:solidFill>
                <a:latin typeface="Constantia" pitchFamily="18" charset="0"/>
                <a:cs typeface="Times New Roman" pitchFamily="18" charset="0"/>
              </a:rPr>
              <a:t>.  </a:t>
            </a:r>
            <a:r>
              <a:rPr lang="en-US" sz="3600" dirty="0" err="1" smtClean="0">
                <a:solidFill>
                  <a:srgbClr val="0000FF"/>
                </a:solidFill>
                <a:latin typeface="Constantia" pitchFamily="18" charset="0"/>
                <a:cs typeface="Times New Roman" pitchFamily="18" charset="0"/>
              </a:rPr>
              <a:t>Các</a:t>
            </a:r>
            <a:r>
              <a:rPr lang="en-US" sz="3600" dirty="0" smtClean="0">
                <a:solidFill>
                  <a:srgbClr val="0000FF"/>
                </a:solidFill>
                <a:latin typeface="Constantia" pitchFamily="18" charset="0"/>
                <a:cs typeface="Times New Roman" pitchFamily="18" charset="0"/>
              </a:rPr>
              <a:t> </a:t>
            </a:r>
            <a:r>
              <a:rPr lang="en-US" sz="3600" dirty="0" err="1" smtClean="0">
                <a:solidFill>
                  <a:srgbClr val="0000FF"/>
                </a:solidFill>
                <a:latin typeface="Constantia" pitchFamily="18" charset="0"/>
                <a:cs typeface="Times New Roman" pitchFamily="18" charset="0"/>
              </a:rPr>
              <a:t>tham</a:t>
            </a:r>
            <a:r>
              <a:rPr lang="en-US" sz="3600" dirty="0" smtClean="0">
                <a:solidFill>
                  <a:srgbClr val="0000FF"/>
                </a:solidFill>
                <a:latin typeface="Constantia" pitchFamily="18" charset="0"/>
                <a:cs typeface="Times New Roman" pitchFamily="18" charset="0"/>
              </a:rPr>
              <a:t> </a:t>
            </a:r>
            <a:r>
              <a:rPr lang="en-US" sz="3600" dirty="0" err="1" smtClean="0">
                <a:solidFill>
                  <a:srgbClr val="0000FF"/>
                </a:solidFill>
                <a:latin typeface="Constantia" pitchFamily="18" charset="0"/>
                <a:cs typeface="Times New Roman" pitchFamily="18" charset="0"/>
              </a:rPr>
              <a:t>số</a:t>
            </a:r>
            <a:r>
              <a:rPr lang="en-US" sz="3600" dirty="0" smtClean="0">
                <a:solidFill>
                  <a:srgbClr val="0000FF"/>
                </a:solidFill>
                <a:latin typeface="Constantia" pitchFamily="18" charset="0"/>
                <a:cs typeface="Times New Roman" pitchFamily="18" charset="0"/>
              </a:rPr>
              <a:t> </a:t>
            </a:r>
            <a:r>
              <a:rPr lang="en-US" sz="3600" dirty="0" err="1" smtClean="0">
                <a:solidFill>
                  <a:srgbClr val="0000FF"/>
                </a:solidFill>
                <a:latin typeface="Constantia" pitchFamily="18" charset="0"/>
                <a:cs typeface="Times New Roman" pitchFamily="18" charset="0"/>
              </a:rPr>
              <a:t>của</a:t>
            </a:r>
            <a:r>
              <a:rPr lang="en-US" sz="3600" dirty="0" smtClean="0">
                <a:solidFill>
                  <a:srgbClr val="0000FF"/>
                </a:solidFill>
                <a:latin typeface="Constantia" pitchFamily="18" charset="0"/>
                <a:cs typeface="Times New Roman" pitchFamily="18" charset="0"/>
              </a:rPr>
              <a:t> </a:t>
            </a:r>
            <a:r>
              <a:rPr lang="en-US" sz="3600" err="1" smtClean="0">
                <a:solidFill>
                  <a:srgbClr val="0000FF"/>
                </a:solidFill>
                <a:latin typeface="Constantia" pitchFamily="18" charset="0"/>
                <a:cs typeface="Times New Roman" pitchFamily="18" charset="0"/>
              </a:rPr>
              <a:t>bộ</a:t>
            </a:r>
            <a:r>
              <a:rPr lang="en-US" sz="3600" smtClean="0">
                <a:solidFill>
                  <a:srgbClr val="0000FF"/>
                </a:solidFill>
                <a:latin typeface="Constantia" pitchFamily="18" charset="0"/>
                <a:cs typeface="Times New Roman" pitchFamily="18" charset="0"/>
              </a:rPr>
              <a:t> KĐTT (4)</a:t>
            </a:r>
            <a:endParaRPr lang="en-US" sz="3600" dirty="0">
              <a:solidFill>
                <a:srgbClr val="0000FF"/>
              </a:solidFill>
              <a:latin typeface="Constantia" pitchFamily="18" charset="0"/>
            </a:endParaRPr>
          </a:p>
        </p:txBody>
      </p:sp>
    </p:spTree>
    <p:extLst>
      <p:ext uri="{BB962C8B-B14F-4D97-AF65-F5344CB8AC3E}">
        <p14:creationId xmlns:p14="http://schemas.microsoft.com/office/powerpoint/2010/main" val="8019370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2050" name="Object 2"/>
          <p:cNvGraphicFramePr>
            <a:graphicFrameLocks noChangeAspect="1"/>
          </p:cNvGraphicFramePr>
          <p:nvPr>
            <p:extLst>
              <p:ext uri="{D42A27DB-BD31-4B8C-83A1-F6EECF244321}">
                <p14:modId xmlns:p14="http://schemas.microsoft.com/office/powerpoint/2010/main" val="3808683560"/>
              </p:ext>
            </p:extLst>
          </p:nvPr>
        </p:nvGraphicFramePr>
        <p:xfrm>
          <a:off x="1663700" y="2438400"/>
          <a:ext cx="6883400" cy="3886200"/>
        </p:xfrm>
        <a:graphic>
          <a:graphicData uri="http://schemas.openxmlformats.org/presentationml/2006/ole">
            <mc:AlternateContent xmlns:mc="http://schemas.openxmlformats.org/markup-compatibility/2006">
              <mc:Choice xmlns:v="urn:schemas-microsoft-com:vml" Requires="v">
                <p:oleObj spid="_x0000_s2123" name="Visio" r:id="rId3" imgW="6438889" imgH="3063312" progId="Visio.Drawing.11">
                  <p:embed/>
                </p:oleObj>
              </mc:Choice>
              <mc:Fallback>
                <p:oleObj name="Visio" r:id="rId3" imgW="6438889" imgH="3063312" progId="Visio.Drawing.11">
                  <p:embed/>
                  <p:pic>
                    <p:nvPicPr>
                      <p:cNvPr id="0" name="Object 2"/>
                      <p:cNvPicPr>
                        <a:picLocks noChangeAspect="1" noChangeArrowheads="1"/>
                      </p:cNvPicPr>
                      <p:nvPr/>
                    </p:nvPicPr>
                    <p:blipFill>
                      <a:blip r:embed="rId4"/>
                      <a:srcRect/>
                      <a:stretch>
                        <a:fillRect/>
                      </a:stretch>
                    </p:blipFill>
                    <p:spPr bwMode="auto">
                      <a:xfrm>
                        <a:off x="1663700" y="2438400"/>
                        <a:ext cx="6883400" cy="3886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2056" name="Rectangle 5"/>
              <p:cNvSpPr>
                <a:spLocks noChangeArrowheads="1"/>
              </p:cNvSpPr>
              <p:nvPr/>
            </p:nvSpPr>
            <p:spPr bwMode="auto">
              <a:xfrm>
                <a:off x="1219200" y="1066800"/>
                <a:ext cx="7772400" cy="182819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p>
                <a:pPr>
                  <a:lnSpc>
                    <a:spcPct val="120000"/>
                  </a:lnSpc>
                  <a:buFont typeface="Wingdings" pitchFamily="2" charset="2"/>
                  <a:buChar char="Ø"/>
                </a:pPr>
                <a:r>
                  <a:rPr lang="en-US" smtClean="0">
                    <a:latin typeface="Times New Roman" pitchFamily="18" charset="0"/>
                    <a:cs typeface="Times New Roman" pitchFamily="18" charset="0"/>
                  </a:rPr>
                  <a:t> </a:t>
                </a:r>
                <a:r>
                  <a:rPr lang="en-US" sz="2000" b="1" i="1">
                    <a:solidFill>
                      <a:srgbClr val="FF0000"/>
                    </a:solidFill>
                    <a:latin typeface="Constantia" pitchFamily="18" charset="0"/>
                    <a:cs typeface="Times New Roman" pitchFamily="18" charset="0"/>
                  </a:rPr>
                  <a:t>Đặc tuyến truyền đạt của Op_Amp</a:t>
                </a:r>
              </a:p>
              <a:p>
                <a:pPr>
                  <a:lnSpc>
                    <a:spcPct val="120000"/>
                  </a:lnSpc>
                  <a:buFont typeface="Wingdings" pitchFamily="2" charset="2"/>
                  <a:buChar char="§"/>
                </a:pPr>
                <a:r>
                  <a:rPr lang="en-US" smtClean="0">
                    <a:latin typeface="Constantia" pitchFamily="18" charset="0"/>
                    <a:cs typeface="Times New Roman" pitchFamily="18" charset="0"/>
                  </a:rPr>
                  <a:t> </a:t>
                </a:r>
                <a:r>
                  <a:rPr lang="en-US">
                    <a:latin typeface="Constantia" pitchFamily="18" charset="0"/>
                    <a:cs typeface="Times New Roman" pitchFamily="18" charset="0"/>
                  </a:rPr>
                  <a:t>Miền tuyến tính: Điện áp ra biến đổi một cách tuyến tính theo điện áp vào</a:t>
                </a:r>
              </a:p>
              <a:p>
                <a:pPr>
                  <a:lnSpc>
                    <a:spcPct val="120000"/>
                  </a:lnSpc>
                  <a:buFont typeface="Wingdings" pitchFamily="2" charset="2"/>
                  <a:buChar char="§"/>
                </a:pPr>
                <a:r>
                  <a:rPr lang="en-US">
                    <a:latin typeface="Constantia" pitchFamily="18" charset="0"/>
                    <a:cs typeface="Times New Roman" pitchFamily="18" charset="0"/>
                  </a:rPr>
                  <a:t> Miền bão hòa</a:t>
                </a:r>
                <a:r>
                  <a:rPr lang="en-US" smtClean="0">
                    <a:latin typeface="Constantia" pitchFamily="18" charset="0"/>
                    <a:cs typeface="Times New Roman" pitchFamily="18" charset="0"/>
                  </a:rPr>
                  <a:t>:	- </a:t>
                </a:r>
                <a:r>
                  <a:rPr lang="en-US">
                    <a:latin typeface="Constantia" pitchFamily="18" charset="0"/>
                    <a:cs typeface="Times New Roman" pitchFamily="18" charset="0"/>
                  </a:rPr>
                  <a:t>Bão hòa dương: </a:t>
                </a:r>
                <a14:m>
                  <m:oMath xmlns:m="http://schemas.openxmlformats.org/officeDocument/2006/math">
                    <m:sSub>
                      <m:sSubPr>
                        <m:ctrlPr>
                          <a:rPr lang="en-US" i="1" smtClean="0">
                            <a:latin typeface="Cambria Math"/>
                            <a:cs typeface="Times New Roman" pitchFamily="18" charset="0"/>
                          </a:rPr>
                        </m:ctrlPr>
                      </m:sSubPr>
                      <m:e>
                        <m:r>
                          <a:rPr lang="en-US" b="0" i="1" smtClean="0">
                            <a:latin typeface="Cambria Math"/>
                            <a:cs typeface="Times New Roman" pitchFamily="18" charset="0"/>
                          </a:rPr>
                          <m:t>𝑣</m:t>
                        </m:r>
                      </m:e>
                      <m:sub>
                        <m:r>
                          <a:rPr lang="en-US" b="0" i="1" smtClean="0">
                            <a:latin typeface="Cambria Math"/>
                            <a:cs typeface="Times New Roman" pitchFamily="18" charset="0"/>
                          </a:rPr>
                          <m:t>+</m:t>
                        </m:r>
                      </m:sub>
                    </m:sSub>
                    <m:r>
                      <a:rPr lang="en-US" b="0" i="1" smtClean="0">
                        <a:latin typeface="Cambria Math"/>
                        <a:cs typeface="Times New Roman" pitchFamily="18" charset="0"/>
                      </a:rPr>
                      <m:t>&gt;</m:t>
                    </m:r>
                    <m:sSub>
                      <m:sSubPr>
                        <m:ctrlPr>
                          <a:rPr lang="en-US" b="0" i="1" smtClean="0">
                            <a:latin typeface="Cambria Math"/>
                            <a:cs typeface="Times New Roman" pitchFamily="18" charset="0"/>
                          </a:rPr>
                        </m:ctrlPr>
                      </m:sSubPr>
                      <m:e>
                        <m:r>
                          <a:rPr lang="en-US" b="0" i="1" smtClean="0">
                            <a:latin typeface="Cambria Math"/>
                            <a:cs typeface="Times New Roman" pitchFamily="18" charset="0"/>
                          </a:rPr>
                          <m:t>𝑣</m:t>
                        </m:r>
                      </m:e>
                      <m:sub>
                        <m:r>
                          <a:rPr lang="en-US" b="0" i="1" smtClean="0">
                            <a:latin typeface="Cambria Math"/>
                            <a:cs typeface="Times New Roman" pitchFamily="18" charset="0"/>
                          </a:rPr>
                          <m:t>−</m:t>
                        </m:r>
                      </m:sub>
                    </m:sSub>
                    <m:r>
                      <a:rPr lang="en-US" b="0" i="1" smtClean="0">
                        <a:latin typeface="Cambria Math"/>
                        <a:ea typeface="Cambria Math"/>
                        <a:cs typeface="Times New Roman" pitchFamily="18" charset="0"/>
                      </a:rPr>
                      <m:t>→</m:t>
                    </m:r>
                    <m:sSub>
                      <m:sSubPr>
                        <m:ctrlPr>
                          <a:rPr lang="en-US" b="0" i="1" smtClean="0">
                            <a:latin typeface="Cambria Math"/>
                            <a:ea typeface="Cambria Math"/>
                            <a:cs typeface="Times New Roman" pitchFamily="18" charset="0"/>
                          </a:rPr>
                        </m:ctrlPr>
                      </m:sSubPr>
                      <m:e>
                        <m:r>
                          <a:rPr lang="en-US" b="0" i="1" smtClean="0">
                            <a:latin typeface="Cambria Math"/>
                            <a:ea typeface="Cambria Math"/>
                            <a:cs typeface="Times New Roman" pitchFamily="18" charset="0"/>
                          </a:rPr>
                          <m:t>𝑣</m:t>
                        </m:r>
                      </m:e>
                      <m:sub>
                        <m:r>
                          <a:rPr lang="en-US" b="0" i="1" smtClean="0">
                            <a:latin typeface="Cambria Math"/>
                            <a:ea typeface="Cambria Math"/>
                            <a:cs typeface="Times New Roman" pitchFamily="18" charset="0"/>
                          </a:rPr>
                          <m:t>𝑜</m:t>
                        </m:r>
                      </m:sub>
                    </m:sSub>
                    <m:r>
                      <a:rPr lang="en-US" b="0" i="1" smtClean="0">
                        <a:latin typeface="Cambria Math"/>
                        <a:ea typeface="Cambria Math"/>
                        <a:cs typeface="Times New Roman" pitchFamily="18" charset="0"/>
                      </a:rPr>
                      <m:t>≈+</m:t>
                    </m:r>
                    <m:sSub>
                      <m:sSubPr>
                        <m:ctrlPr>
                          <a:rPr lang="en-US" b="0" i="1" smtClean="0">
                            <a:latin typeface="Cambria Math"/>
                            <a:ea typeface="Cambria Math"/>
                            <a:cs typeface="Times New Roman" pitchFamily="18" charset="0"/>
                          </a:rPr>
                        </m:ctrlPr>
                      </m:sSubPr>
                      <m:e>
                        <m:r>
                          <a:rPr lang="en-US" b="0" i="1" smtClean="0">
                            <a:latin typeface="Cambria Math"/>
                            <a:ea typeface="Cambria Math"/>
                            <a:cs typeface="Times New Roman" pitchFamily="18" charset="0"/>
                          </a:rPr>
                          <m:t>𝑉</m:t>
                        </m:r>
                      </m:e>
                      <m:sub>
                        <m:r>
                          <a:rPr lang="en-US" b="0" i="1" smtClean="0">
                            <a:latin typeface="Cambria Math"/>
                            <a:ea typeface="Cambria Math"/>
                            <a:cs typeface="Times New Roman" pitchFamily="18" charset="0"/>
                          </a:rPr>
                          <m:t>𝐶𝐶</m:t>
                        </m:r>
                      </m:sub>
                    </m:sSub>
                  </m:oMath>
                </a14:m>
                <a:r>
                  <a:rPr lang="en-US" smtClean="0">
                    <a:latin typeface="Constantia" pitchFamily="18" charset="0"/>
                    <a:cs typeface="Times New Roman" pitchFamily="18" charset="0"/>
                  </a:rPr>
                  <a:t>                    </a:t>
                </a:r>
                <a:endParaRPr lang="en-US">
                  <a:latin typeface="Constantia" pitchFamily="18" charset="0"/>
                  <a:cs typeface="Times New Roman" pitchFamily="18" charset="0"/>
                </a:endParaRPr>
              </a:p>
              <a:p>
                <a:pPr>
                  <a:lnSpc>
                    <a:spcPct val="120000"/>
                  </a:lnSpc>
                </a:pPr>
                <a:r>
                  <a:rPr lang="en-US">
                    <a:latin typeface="Constantia" pitchFamily="18" charset="0"/>
                    <a:cs typeface="Times New Roman" pitchFamily="18" charset="0"/>
                  </a:rPr>
                  <a:t>                             </a:t>
                </a:r>
                <a:r>
                  <a:rPr lang="en-US" smtClean="0">
                    <a:latin typeface="Constantia" pitchFamily="18" charset="0"/>
                    <a:cs typeface="Times New Roman" pitchFamily="18" charset="0"/>
                  </a:rPr>
                  <a:t>	- </a:t>
                </a:r>
                <a:r>
                  <a:rPr lang="en-US">
                    <a:latin typeface="Constantia" pitchFamily="18" charset="0"/>
                    <a:cs typeface="Times New Roman" pitchFamily="18" charset="0"/>
                  </a:rPr>
                  <a:t>Bão hòa âm: </a:t>
                </a:r>
                <a14:m>
                  <m:oMath xmlns:m="http://schemas.openxmlformats.org/officeDocument/2006/math">
                    <m:sSub>
                      <m:sSubPr>
                        <m:ctrlPr>
                          <a:rPr lang="en-US" i="1">
                            <a:latin typeface="Cambria Math"/>
                            <a:cs typeface="Times New Roman" pitchFamily="18" charset="0"/>
                          </a:rPr>
                        </m:ctrlPr>
                      </m:sSubPr>
                      <m:e>
                        <m:r>
                          <a:rPr lang="en-US" i="1">
                            <a:latin typeface="Cambria Math"/>
                            <a:cs typeface="Times New Roman" pitchFamily="18" charset="0"/>
                          </a:rPr>
                          <m:t>𝑣</m:t>
                        </m:r>
                      </m:e>
                      <m:sub>
                        <m:r>
                          <a:rPr lang="en-US" b="0" i="1" smtClean="0">
                            <a:latin typeface="Cambria Math"/>
                            <a:cs typeface="Times New Roman" pitchFamily="18" charset="0"/>
                          </a:rPr>
                          <m:t>+</m:t>
                        </m:r>
                      </m:sub>
                    </m:sSub>
                    <m:r>
                      <a:rPr lang="en-US" b="0" i="1" smtClean="0">
                        <a:latin typeface="Cambria Math"/>
                        <a:cs typeface="Times New Roman" pitchFamily="18" charset="0"/>
                      </a:rPr>
                      <m:t>&lt;</m:t>
                    </m:r>
                    <m:sSub>
                      <m:sSubPr>
                        <m:ctrlPr>
                          <a:rPr lang="en-US" i="1">
                            <a:latin typeface="Cambria Math"/>
                            <a:cs typeface="Times New Roman" pitchFamily="18" charset="0"/>
                          </a:rPr>
                        </m:ctrlPr>
                      </m:sSubPr>
                      <m:e>
                        <m:r>
                          <a:rPr lang="en-US" i="1">
                            <a:latin typeface="Cambria Math"/>
                            <a:cs typeface="Times New Roman" pitchFamily="18" charset="0"/>
                          </a:rPr>
                          <m:t>𝑣</m:t>
                        </m:r>
                      </m:e>
                      <m:sub>
                        <m:r>
                          <a:rPr lang="en-US" i="1">
                            <a:latin typeface="Cambria Math"/>
                            <a:cs typeface="Times New Roman" pitchFamily="18" charset="0"/>
                          </a:rPr>
                          <m:t>−</m:t>
                        </m:r>
                      </m:sub>
                    </m:sSub>
                    <m:r>
                      <a:rPr lang="en-US" i="1">
                        <a:latin typeface="Cambria Math"/>
                        <a:ea typeface="Cambria Math"/>
                        <a:cs typeface="Times New Roman" pitchFamily="18" charset="0"/>
                      </a:rPr>
                      <m:t>→</m:t>
                    </m:r>
                    <m:sSub>
                      <m:sSubPr>
                        <m:ctrlPr>
                          <a:rPr lang="en-US" i="1">
                            <a:latin typeface="Cambria Math"/>
                            <a:ea typeface="Cambria Math"/>
                            <a:cs typeface="Times New Roman" pitchFamily="18" charset="0"/>
                          </a:rPr>
                        </m:ctrlPr>
                      </m:sSubPr>
                      <m:e>
                        <m:r>
                          <a:rPr lang="en-US" i="1">
                            <a:latin typeface="Cambria Math"/>
                            <a:ea typeface="Cambria Math"/>
                            <a:cs typeface="Times New Roman" pitchFamily="18" charset="0"/>
                          </a:rPr>
                          <m:t>𝑣</m:t>
                        </m:r>
                      </m:e>
                      <m:sub>
                        <m:r>
                          <a:rPr lang="en-US" i="1">
                            <a:latin typeface="Cambria Math"/>
                            <a:ea typeface="Cambria Math"/>
                            <a:cs typeface="Times New Roman" pitchFamily="18" charset="0"/>
                          </a:rPr>
                          <m:t>𝑜</m:t>
                        </m:r>
                      </m:sub>
                    </m:sSub>
                    <m:r>
                      <a:rPr lang="en-US" i="1">
                        <a:latin typeface="Cambria Math"/>
                        <a:ea typeface="Cambria Math"/>
                        <a:cs typeface="Times New Roman" pitchFamily="18" charset="0"/>
                      </a:rPr>
                      <m:t>≈</m:t>
                    </m:r>
                    <m:r>
                      <a:rPr lang="en-US" b="0" i="1" smtClean="0">
                        <a:latin typeface="Cambria Math"/>
                        <a:ea typeface="Cambria Math"/>
                        <a:cs typeface="Times New Roman" pitchFamily="18" charset="0"/>
                      </a:rPr>
                      <m:t>−</m:t>
                    </m:r>
                    <m:sSub>
                      <m:sSubPr>
                        <m:ctrlPr>
                          <a:rPr lang="en-US" i="1">
                            <a:latin typeface="Cambria Math"/>
                            <a:ea typeface="Cambria Math"/>
                            <a:cs typeface="Times New Roman" pitchFamily="18" charset="0"/>
                          </a:rPr>
                        </m:ctrlPr>
                      </m:sSubPr>
                      <m:e>
                        <m:r>
                          <a:rPr lang="en-US" i="1">
                            <a:latin typeface="Cambria Math"/>
                            <a:ea typeface="Cambria Math"/>
                            <a:cs typeface="Times New Roman" pitchFamily="18" charset="0"/>
                          </a:rPr>
                          <m:t>𝑉</m:t>
                        </m:r>
                      </m:e>
                      <m:sub>
                        <m:r>
                          <a:rPr lang="en-US" i="1">
                            <a:latin typeface="Cambria Math"/>
                            <a:ea typeface="Cambria Math"/>
                            <a:cs typeface="Times New Roman" pitchFamily="18" charset="0"/>
                          </a:rPr>
                          <m:t>𝐶𝐶</m:t>
                        </m:r>
                      </m:sub>
                    </m:sSub>
                  </m:oMath>
                </a14:m>
                <a:endParaRPr lang="en-US">
                  <a:latin typeface="Constantia" pitchFamily="18" charset="0"/>
                  <a:cs typeface="Times New Roman" pitchFamily="18" charset="0"/>
                </a:endParaRPr>
              </a:p>
              <a:p>
                <a:pPr>
                  <a:lnSpc>
                    <a:spcPct val="120000"/>
                  </a:lnSpc>
                  <a:buFont typeface="Wingdings" pitchFamily="2" charset="2"/>
                  <a:buChar char="§"/>
                </a:pPr>
                <a:endParaRPr lang="en-US" sz="2000">
                  <a:latin typeface="Constantia" pitchFamily="18" charset="0"/>
                  <a:cs typeface="Times New Roman" pitchFamily="18" charset="0"/>
                </a:endParaRPr>
              </a:p>
            </p:txBody>
          </p:sp>
        </mc:Choice>
        <mc:Fallback xmlns="">
          <p:sp>
            <p:nvSpPr>
              <p:cNvPr id="2056" name="Rectangle 5"/>
              <p:cNvSpPr>
                <a:spLocks noRot="1" noChangeAspect="1" noMove="1" noResize="1" noEditPoints="1" noAdjustHandles="1" noChangeArrowheads="1" noChangeShapeType="1" noTextEdit="1"/>
              </p:cNvSpPr>
              <p:nvPr/>
            </p:nvSpPr>
            <p:spPr bwMode="auto">
              <a:xfrm>
                <a:off x="1219200" y="1066800"/>
                <a:ext cx="7772400" cy="1828193"/>
              </a:xfrm>
              <a:prstGeom prst="rect">
                <a:avLst/>
              </a:prstGeom>
              <a:blipFill rotWithShape="1">
                <a:blip r:embed="rId6"/>
                <a:stretch>
                  <a:fillRect l="-47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3" name="Title 1"/>
          <p:cNvSpPr>
            <a:spLocks noGrp="1"/>
          </p:cNvSpPr>
          <p:nvPr>
            <p:ph type="title"/>
          </p:nvPr>
        </p:nvSpPr>
        <p:spPr>
          <a:xfrm>
            <a:off x="1219200" y="304800"/>
            <a:ext cx="7924800" cy="808038"/>
          </a:xfrm>
        </p:spPr>
        <p:txBody>
          <a:bodyPr>
            <a:noAutofit/>
          </a:bodyPr>
          <a:lstStyle/>
          <a:p>
            <a:pPr algn="ctr" eaLnBrk="1" fontAlgn="auto" hangingPunct="1">
              <a:spcAft>
                <a:spcPts val="0"/>
              </a:spcAft>
              <a:defRPr/>
            </a:pPr>
            <a:r>
              <a:rPr lang="en-US" sz="3600" smtClean="0">
                <a:solidFill>
                  <a:srgbClr val="0000FF"/>
                </a:solidFill>
                <a:latin typeface="Constantia" pitchFamily="18" charset="0"/>
                <a:cs typeface="Times New Roman" pitchFamily="18" charset="0"/>
              </a:rPr>
              <a:t>4.2</a:t>
            </a:r>
            <a:r>
              <a:rPr lang="en-US" sz="3600" dirty="0" smtClean="0">
                <a:solidFill>
                  <a:srgbClr val="0000FF"/>
                </a:solidFill>
                <a:latin typeface="Constantia" pitchFamily="18" charset="0"/>
                <a:cs typeface="Times New Roman" pitchFamily="18" charset="0"/>
              </a:rPr>
              <a:t>.  </a:t>
            </a:r>
            <a:r>
              <a:rPr lang="en-US" sz="3600" dirty="0" err="1" smtClean="0">
                <a:solidFill>
                  <a:srgbClr val="0000FF"/>
                </a:solidFill>
                <a:latin typeface="Constantia" pitchFamily="18" charset="0"/>
                <a:cs typeface="Times New Roman" pitchFamily="18" charset="0"/>
              </a:rPr>
              <a:t>Các</a:t>
            </a:r>
            <a:r>
              <a:rPr lang="en-US" sz="3600" dirty="0" smtClean="0">
                <a:solidFill>
                  <a:srgbClr val="0000FF"/>
                </a:solidFill>
                <a:latin typeface="Constantia" pitchFamily="18" charset="0"/>
                <a:cs typeface="Times New Roman" pitchFamily="18" charset="0"/>
              </a:rPr>
              <a:t> </a:t>
            </a:r>
            <a:r>
              <a:rPr lang="en-US" sz="3600" dirty="0" err="1" smtClean="0">
                <a:solidFill>
                  <a:srgbClr val="0000FF"/>
                </a:solidFill>
                <a:latin typeface="Constantia" pitchFamily="18" charset="0"/>
                <a:cs typeface="Times New Roman" pitchFamily="18" charset="0"/>
              </a:rPr>
              <a:t>tham</a:t>
            </a:r>
            <a:r>
              <a:rPr lang="en-US" sz="3600" dirty="0" smtClean="0">
                <a:solidFill>
                  <a:srgbClr val="0000FF"/>
                </a:solidFill>
                <a:latin typeface="Constantia" pitchFamily="18" charset="0"/>
                <a:cs typeface="Times New Roman" pitchFamily="18" charset="0"/>
              </a:rPr>
              <a:t> </a:t>
            </a:r>
            <a:r>
              <a:rPr lang="en-US" sz="3600" dirty="0" err="1" smtClean="0">
                <a:solidFill>
                  <a:srgbClr val="0000FF"/>
                </a:solidFill>
                <a:latin typeface="Constantia" pitchFamily="18" charset="0"/>
                <a:cs typeface="Times New Roman" pitchFamily="18" charset="0"/>
              </a:rPr>
              <a:t>số</a:t>
            </a:r>
            <a:r>
              <a:rPr lang="en-US" sz="3600" dirty="0" smtClean="0">
                <a:solidFill>
                  <a:srgbClr val="0000FF"/>
                </a:solidFill>
                <a:latin typeface="Constantia" pitchFamily="18" charset="0"/>
                <a:cs typeface="Times New Roman" pitchFamily="18" charset="0"/>
              </a:rPr>
              <a:t> </a:t>
            </a:r>
            <a:r>
              <a:rPr lang="en-US" sz="3600" dirty="0" err="1" smtClean="0">
                <a:solidFill>
                  <a:srgbClr val="0000FF"/>
                </a:solidFill>
                <a:latin typeface="Constantia" pitchFamily="18" charset="0"/>
                <a:cs typeface="Times New Roman" pitchFamily="18" charset="0"/>
              </a:rPr>
              <a:t>của</a:t>
            </a:r>
            <a:r>
              <a:rPr lang="en-US" sz="3600" dirty="0" smtClean="0">
                <a:solidFill>
                  <a:srgbClr val="0000FF"/>
                </a:solidFill>
                <a:latin typeface="Constantia" pitchFamily="18" charset="0"/>
                <a:cs typeface="Times New Roman" pitchFamily="18" charset="0"/>
              </a:rPr>
              <a:t> </a:t>
            </a:r>
            <a:r>
              <a:rPr lang="en-US" sz="3600" err="1" smtClean="0">
                <a:solidFill>
                  <a:srgbClr val="0000FF"/>
                </a:solidFill>
                <a:latin typeface="Constantia" pitchFamily="18" charset="0"/>
                <a:cs typeface="Times New Roman" pitchFamily="18" charset="0"/>
              </a:rPr>
              <a:t>bộ</a:t>
            </a:r>
            <a:r>
              <a:rPr lang="en-US" sz="3600" smtClean="0">
                <a:solidFill>
                  <a:srgbClr val="0000FF"/>
                </a:solidFill>
                <a:latin typeface="Constantia" pitchFamily="18" charset="0"/>
                <a:cs typeface="Times New Roman" pitchFamily="18" charset="0"/>
              </a:rPr>
              <a:t> KĐTT (3)</a:t>
            </a:r>
            <a:endParaRPr lang="en-US" sz="3600" dirty="0">
              <a:solidFill>
                <a:srgbClr val="0000FF"/>
              </a:solidFill>
              <a:latin typeface="Constantia"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Content Placeholder 3"/>
              <p:cNvGraphicFramePr>
                <a:graphicFrameLocks noGrp="1"/>
              </p:cNvGraphicFramePr>
              <p:nvPr>
                <p:ph idx="1"/>
                <p:extLst>
                  <p:ext uri="{D42A27DB-BD31-4B8C-83A1-F6EECF244321}">
                    <p14:modId xmlns:p14="http://schemas.microsoft.com/office/powerpoint/2010/main" val="4097725879"/>
                  </p:ext>
                </p:extLst>
              </p:nvPr>
            </p:nvGraphicFramePr>
            <p:xfrm>
              <a:off x="1066800" y="1371600"/>
              <a:ext cx="7848600" cy="4397377"/>
            </p:xfrm>
            <a:graphic>
              <a:graphicData uri="http://schemas.openxmlformats.org/drawingml/2006/table">
                <a:tbl>
                  <a:tblPr/>
                  <a:tblGrid>
                    <a:gridCol w="3048000"/>
                    <a:gridCol w="1968631"/>
                    <a:gridCol w="2831969"/>
                  </a:tblGrid>
                  <a:tr h="792366">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Thông số                                                                                                                            </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Bộ</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KĐTT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lý</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tưởng</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Constantia" pitchFamily="18" charset="0"/>
                              <a:cs typeface="Times New Roman" pitchFamily="18" charset="0"/>
                            </a:rPr>
                            <a:t>Bộ KĐTT thực tế</a:t>
                          </a:r>
                          <a:endParaRPr kumimoji="0" lang="en-US" sz="1800" b="0" i="0" u="none" strike="noStrike" cap="none" normalizeH="0" baseline="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r>
                  <a:tr h="792366">
                    <a:tc>
                      <a:txBody>
                        <a:bodyPr/>
                        <a:lstStyle/>
                        <a:p>
                          <a:pPr marL="0" marR="0" lvl="0" indent="0" algn="just"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Trở</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kháng</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vào</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r>
                                  <a:rPr kumimoji="0" lang="en-US" sz="1800" b="0" i="1" u="none" strike="noStrike" cap="none" normalizeH="0" baseline="0" dirty="0" smtClean="0">
                                    <a:ln>
                                      <a:noFill/>
                                    </a:ln>
                                    <a:solidFill>
                                      <a:schemeClr val="tx1"/>
                                    </a:solidFill>
                                    <a:effectLst/>
                                    <a:latin typeface="Cambria Math"/>
                                    <a:ea typeface="Cambria Math"/>
                                    <a:cs typeface="Times New Roman" pitchFamily="18" charset="0"/>
                                  </a:rPr>
                                  <m:t>∞</m:t>
                                </m:r>
                              </m:oMath>
                            </m:oMathPara>
                          </a14:m>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Z</a:t>
                          </a:r>
                          <a:r>
                            <a:rPr kumimoji="0" lang="en-US" sz="1800" b="0" i="0" u="none" strike="noStrike" cap="none" normalizeH="0" baseline="-25000" dirty="0" err="1" smtClean="0">
                              <a:ln>
                                <a:noFill/>
                              </a:ln>
                              <a:solidFill>
                                <a:schemeClr val="tx1"/>
                              </a:solidFill>
                              <a:effectLst/>
                              <a:latin typeface="Constantia" pitchFamily="18" charset="0"/>
                              <a:cs typeface="Times New Roman" pitchFamily="18" charset="0"/>
                            </a:rPr>
                            <a:t>v</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khoảng</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10</a:t>
                          </a:r>
                          <a:r>
                            <a:rPr kumimoji="0" lang="en-US" sz="1800" b="0" i="0" u="none" strike="noStrike" cap="none" normalizeH="0" baseline="30000" dirty="0" smtClean="0">
                              <a:ln>
                                <a:noFill/>
                              </a:ln>
                              <a:solidFill>
                                <a:schemeClr val="tx1"/>
                              </a:solidFill>
                              <a:effectLst/>
                              <a:latin typeface="Constantia" pitchFamily="18" charset="0"/>
                              <a:cs typeface="Times New Roman" pitchFamily="18" charset="0"/>
                            </a:rPr>
                            <a:t>6</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với</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BJT)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và</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10</a:t>
                          </a:r>
                          <a:r>
                            <a:rPr kumimoji="0" lang="en-US" sz="1800" b="0" i="0" u="none" strike="noStrike" cap="none" normalizeH="0" baseline="30000" dirty="0" smtClean="0">
                              <a:ln>
                                <a:noFill/>
                              </a:ln>
                              <a:solidFill>
                                <a:schemeClr val="tx1"/>
                              </a:solidFill>
                              <a:effectLst/>
                              <a:latin typeface="Constantia" pitchFamily="18" charset="0"/>
                              <a:cs typeface="Times New Roman" pitchFamily="18" charset="0"/>
                            </a:rPr>
                            <a:t>9</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 10</a:t>
                          </a:r>
                          <a:r>
                            <a:rPr kumimoji="0" lang="en-US" sz="1800" b="0" i="0" u="none" strike="noStrike" cap="none" normalizeH="0" baseline="30000" dirty="0" smtClean="0">
                              <a:ln>
                                <a:noFill/>
                              </a:ln>
                              <a:solidFill>
                                <a:schemeClr val="tx1"/>
                              </a:solidFill>
                              <a:effectLst/>
                              <a:latin typeface="Constantia" pitchFamily="18" charset="0"/>
                              <a:cs typeface="Times New Roman" pitchFamily="18" charset="0"/>
                            </a:rPr>
                            <a:t>12</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với</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FET)</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r>
                  <a:tr h="435547">
                    <a:tc>
                      <a:txBody>
                        <a:bodyPr/>
                        <a:lstStyle/>
                        <a:p>
                          <a:pPr marL="0" marR="0" lvl="0" indent="0" algn="just"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Hệ</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số</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khuếch</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đại</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vòng</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hở</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K</a:t>
                          </a:r>
                          <a:r>
                            <a:rPr kumimoji="0" lang="en-US" sz="1800" b="0" i="0" u="none" strike="noStrike" cap="none" normalizeH="0" baseline="-25000" dirty="0" smtClean="0">
                              <a:ln>
                                <a:noFill/>
                              </a:ln>
                              <a:solidFill>
                                <a:schemeClr val="tx1"/>
                              </a:solidFill>
                              <a:effectLst/>
                              <a:latin typeface="Constantia" pitchFamily="18" charset="0"/>
                              <a:cs typeface="Times New Roman" pitchFamily="18" charset="0"/>
                            </a:rPr>
                            <a:t>0</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K</a:t>
                          </a:r>
                          <a:r>
                            <a:rPr kumimoji="0" lang="en-US" sz="1800" b="0" i="0" u="none" strike="noStrike" cap="none" normalizeH="0" baseline="-25000" dirty="0" smtClean="0">
                              <a:ln>
                                <a:noFill/>
                              </a:ln>
                              <a:solidFill>
                                <a:schemeClr val="tx1"/>
                              </a:solidFill>
                              <a:effectLst/>
                              <a:latin typeface="Constantia" pitchFamily="18" charset="0"/>
                              <a:cs typeface="Times New Roman" pitchFamily="18" charset="0"/>
                            </a:rPr>
                            <a:t>0</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từ</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10</a:t>
                          </a:r>
                          <a:r>
                            <a:rPr kumimoji="0" lang="en-US" sz="1800" b="0" i="0" u="none" strike="noStrike" cap="none" normalizeH="0" baseline="30000" dirty="0" smtClean="0">
                              <a:ln>
                                <a:noFill/>
                              </a:ln>
                              <a:solidFill>
                                <a:schemeClr val="tx1"/>
                              </a:solidFill>
                              <a:effectLst/>
                              <a:latin typeface="Constantia" pitchFamily="18" charset="0"/>
                              <a:cs typeface="Times New Roman" pitchFamily="18" charset="0"/>
                            </a:rPr>
                            <a:t>5</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- 10</a:t>
                          </a:r>
                          <a:r>
                            <a:rPr kumimoji="0" lang="en-US" sz="1800" b="0" i="0" u="none" strike="noStrike" cap="none" normalizeH="0" baseline="30000" dirty="0" smtClean="0">
                              <a:ln>
                                <a:noFill/>
                              </a:ln>
                              <a:solidFill>
                                <a:schemeClr val="tx1"/>
                              </a:solidFill>
                              <a:effectLst/>
                              <a:latin typeface="Constantia" pitchFamily="18" charset="0"/>
                              <a:cs typeface="Times New Roman" pitchFamily="18" charset="0"/>
                            </a:rPr>
                            <a:t>9</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r>
                  <a:tr h="792366">
                    <a:tc>
                      <a:txBody>
                        <a:bodyPr/>
                        <a:lstStyle/>
                        <a:p>
                          <a:pPr marL="0" marR="0" lvl="0" indent="0" algn="just"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Đáp</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ứng</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tần</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số</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như</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nhau</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ở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mọi</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tần</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số</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suy</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giảm</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khi</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tần</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số</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tăng</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lên</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từ</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1 – 10MHz)</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r>
                  <a:tr h="396183">
                    <a:tc>
                      <a:txBody>
                        <a:bodyPr/>
                        <a:lstStyle/>
                        <a:p>
                          <a:pPr marL="0" marR="0" lvl="0" indent="0" algn="just"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Trở</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kháng</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ra</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Z</a:t>
                          </a:r>
                          <a:r>
                            <a:rPr kumimoji="0" lang="en-US" sz="1800" b="0" i="0" u="none" strike="noStrike" cap="none" normalizeH="0" baseline="-25000" dirty="0" err="1" smtClean="0">
                              <a:ln>
                                <a:noFill/>
                              </a:ln>
                              <a:solidFill>
                                <a:schemeClr val="tx1"/>
                              </a:solidFill>
                              <a:effectLst/>
                              <a:latin typeface="Constantia" pitchFamily="18" charset="0"/>
                              <a:cs typeface="Times New Roman" pitchFamily="18" charset="0"/>
                            </a:rPr>
                            <a:t>r</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 0</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Z</a:t>
                          </a:r>
                          <a:r>
                            <a:rPr kumimoji="0" lang="en-US" sz="1800" b="0" i="0" u="none" strike="noStrike" cap="none" normalizeH="0" baseline="-25000" dirty="0" err="1" smtClean="0">
                              <a:ln>
                                <a:noFill/>
                              </a:ln>
                              <a:solidFill>
                                <a:schemeClr val="tx1"/>
                              </a:solidFill>
                              <a:effectLst/>
                              <a:latin typeface="Constantia" pitchFamily="18" charset="0"/>
                              <a:cs typeface="Times New Roman" pitchFamily="18" charset="0"/>
                            </a:rPr>
                            <a:t>r</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từ</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100</a:t>
                          </a:r>
                          <a:r>
                            <a:rPr kumimoji="0" lang="el-GR" sz="1800" b="0" i="0" u="none" strike="noStrike" cap="none" normalizeH="0" baseline="0" dirty="0" smtClean="0">
                              <a:ln>
                                <a:noFill/>
                              </a:ln>
                              <a:solidFill>
                                <a:schemeClr val="tx1"/>
                              </a:solidFill>
                              <a:effectLst/>
                              <a:latin typeface="Constantia" pitchFamily="18" charset="0"/>
                              <a:cs typeface="Times New Roman" pitchFamily="18" charset="0"/>
                            </a:rPr>
                            <a:t>Ω</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 1k</a:t>
                          </a:r>
                          <a:r>
                            <a:rPr kumimoji="0" lang="el-GR" sz="1800" b="0" i="0" u="none" strike="noStrike" cap="none" normalizeH="0" baseline="0" dirty="0" smtClean="0">
                              <a:ln>
                                <a:noFill/>
                              </a:ln>
                              <a:solidFill>
                                <a:schemeClr val="tx1"/>
                              </a:solidFill>
                              <a:effectLst/>
                              <a:latin typeface="Constantia" pitchFamily="18" charset="0"/>
                              <a:cs typeface="Times New Roman" pitchFamily="18" charset="0"/>
                            </a:rPr>
                            <a:t>Ω</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r>
                  <a:tr h="396183">
                    <a:tc>
                      <a:txBody>
                        <a:bodyPr/>
                        <a:lstStyle/>
                        <a:p>
                          <a:pPr marL="0" marR="0" lvl="0" indent="0" algn="just"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err="1" smtClean="0">
                              <a:ln>
                                <a:noFill/>
                              </a:ln>
                              <a:solidFill>
                                <a:schemeClr val="tx1"/>
                              </a:solidFill>
                              <a:effectLst/>
                              <a:latin typeface="Constantia" pitchFamily="18" charset="0"/>
                              <a:cs typeface="Times New Roman" pitchFamily="18" charset="0"/>
                            </a:rPr>
                            <a:t>Dòng</a:t>
                          </a:r>
                          <a:r>
                            <a:rPr kumimoji="0" lang="en-US" sz="1800" b="1" i="0" u="none" strike="noStrike" cap="none" normalizeH="0" baseline="0" smtClean="0">
                              <a:ln>
                                <a:noFill/>
                              </a:ln>
                              <a:solidFill>
                                <a:schemeClr val="tx1"/>
                              </a:solidFill>
                              <a:effectLst/>
                              <a:latin typeface="Constantia" pitchFamily="18" charset="0"/>
                              <a:cs typeface="Times New Roman" pitchFamily="18" charset="0"/>
                            </a:rPr>
                            <a:t> vào</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I</a:t>
                          </a:r>
                          <a:r>
                            <a:rPr kumimoji="0" lang="en-US" sz="1800" b="0" i="0" u="none" strike="noStrike" cap="none" normalizeH="0" baseline="-25000" dirty="0" smtClean="0">
                              <a:ln>
                                <a:noFill/>
                              </a:ln>
                              <a:solidFill>
                                <a:schemeClr val="tx1"/>
                              </a:solidFill>
                              <a:effectLst/>
                              <a:latin typeface="Constantia" pitchFamily="18" charset="0"/>
                              <a:cs typeface="Times New Roman" pitchFamily="18" charset="0"/>
                            </a:rPr>
                            <a:t>v</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 0</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Cỡ</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nA</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pA</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r>
                  <a:tr h="396183">
                    <a:tc>
                      <a:txBody>
                        <a:bodyPr/>
                        <a:lstStyle/>
                        <a:p>
                          <a:pPr marL="0" marR="0" lvl="0" indent="0" algn="just"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Điện</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áp</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lệch</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0</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U</a:t>
                          </a:r>
                          <a:r>
                            <a:rPr kumimoji="0" lang="en-US" sz="1800" b="0" i="0" u="none" strike="noStrike" cap="none" normalizeH="0" baseline="-25000" dirty="0" smtClean="0">
                              <a:ln>
                                <a:noFill/>
                              </a:ln>
                              <a:solidFill>
                                <a:schemeClr val="tx1"/>
                              </a:solidFill>
                              <a:effectLst/>
                              <a:latin typeface="Constantia" pitchFamily="18" charset="0"/>
                              <a:cs typeface="Times New Roman" pitchFamily="18" charset="0"/>
                            </a:rPr>
                            <a:t>0</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 0</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0</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r>
                  <a:tr h="396183">
                    <a:tc>
                      <a:txBody>
                        <a:bodyPr/>
                        <a:lstStyle/>
                        <a:p>
                          <a:pPr marL="0" marR="0" lvl="0" indent="0" algn="just"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Constantia" pitchFamily="18" charset="0"/>
                              <a:cs typeface="Times New Roman" pitchFamily="18" charset="0"/>
                            </a:rPr>
                            <a:t>Nhiễu</a:t>
                          </a:r>
                          <a:endParaRPr kumimoji="0" lang="en-US" sz="1800" b="0" i="0" u="none" strike="noStrike" cap="none" normalizeH="0" baseline="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Không</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có</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Có</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r>
                </a:tbl>
              </a:graphicData>
            </a:graphic>
          </p:graphicFrame>
        </mc:Choice>
        <mc:Fallback xmlns="">
          <p:graphicFrame>
            <p:nvGraphicFramePr>
              <p:cNvPr id="4" name="Content Placeholder 3"/>
              <p:cNvGraphicFramePr>
                <a:graphicFrameLocks noGrp="1"/>
              </p:cNvGraphicFramePr>
              <p:nvPr>
                <p:ph idx="1"/>
                <p:extLst>
                  <p:ext uri="{D42A27DB-BD31-4B8C-83A1-F6EECF244321}">
                    <p14:modId xmlns:p14="http://schemas.microsoft.com/office/powerpoint/2010/main" val="4097725879"/>
                  </p:ext>
                </p:extLst>
              </p:nvPr>
            </p:nvGraphicFramePr>
            <p:xfrm>
              <a:off x="1066800" y="1371600"/>
              <a:ext cx="7848600" cy="4397377"/>
            </p:xfrm>
            <a:graphic>
              <a:graphicData uri="http://schemas.openxmlformats.org/drawingml/2006/table">
                <a:tbl>
                  <a:tblPr/>
                  <a:tblGrid>
                    <a:gridCol w="3048000"/>
                    <a:gridCol w="1968631"/>
                    <a:gridCol w="2831969"/>
                  </a:tblGrid>
                  <a:tr h="792366">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Thông số                                                                                                                            </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Bộ</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KĐTT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lý</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tưởng</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Constantia" pitchFamily="18" charset="0"/>
                              <a:cs typeface="Times New Roman" pitchFamily="18" charset="0"/>
                            </a:rPr>
                            <a:t>Bộ KĐTT thực tế</a:t>
                          </a:r>
                          <a:endParaRPr kumimoji="0" lang="en-US" sz="1800" b="0" i="0" u="none" strike="noStrike" cap="none" normalizeH="0" baseline="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r>
                  <a:tr h="792366">
                    <a:tc>
                      <a:txBody>
                        <a:bodyPr/>
                        <a:lstStyle/>
                        <a:p>
                          <a:pPr marL="0" marR="0" lvl="0" indent="0" algn="just"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Trở</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kháng</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vào</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endParaRPr lang="en-US"/>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blipFill rotWithShape="1">
                          <a:blip r:embed="rId3"/>
                          <a:stretch>
                            <a:fillRect l="-158514" t="-102308" r="-175542" b="-364615"/>
                          </a:stretch>
                        </a:blip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Z</a:t>
                          </a:r>
                          <a:r>
                            <a:rPr kumimoji="0" lang="en-US" sz="1800" b="0" i="0" u="none" strike="noStrike" cap="none" normalizeH="0" baseline="-25000" dirty="0" err="1" smtClean="0">
                              <a:ln>
                                <a:noFill/>
                              </a:ln>
                              <a:solidFill>
                                <a:schemeClr val="tx1"/>
                              </a:solidFill>
                              <a:effectLst/>
                              <a:latin typeface="Constantia" pitchFamily="18" charset="0"/>
                              <a:cs typeface="Times New Roman" pitchFamily="18" charset="0"/>
                            </a:rPr>
                            <a:t>v</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khoảng</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10</a:t>
                          </a:r>
                          <a:r>
                            <a:rPr kumimoji="0" lang="en-US" sz="1800" b="0" i="0" u="none" strike="noStrike" cap="none" normalizeH="0" baseline="30000" dirty="0" smtClean="0">
                              <a:ln>
                                <a:noFill/>
                              </a:ln>
                              <a:solidFill>
                                <a:schemeClr val="tx1"/>
                              </a:solidFill>
                              <a:effectLst/>
                              <a:latin typeface="Constantia" pitchFamily="18" charset="0"/>
                              <a:cs typeface="Times New Roman" pitchFamily="18" charset="0"/>
                            </a:rPr>
                            <a:t>6</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với</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BJT)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và</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10</a:t>
                          </a:r>
                          <a:r>
                            <a:rPr kumimoji="0" lang="en-US" sz="1800" b="0" i="0" u="none" strike="noStrike" cap="none" normalizeH="0" baseline="30000" dirty="0" smtClean="0">
                              <a:ln>
                                <a:noFill/>
                              </a:ln>
                              <a:solidFill>
                                <a:schemeClr val="tx1"/>
                              </a:solidFill>
                              <a:effectLst/>
                              <a:latin typeface="Constantia" pitchFamily="18" charset="0"/>
                              <a:cs typeface="Times New Roman" pitchFamily="18" charset="0"/>
                            </a:rPr>
                            <a:t>9</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 10</a:t>
                          </a:r>
                          <a:r>
                            <a:rPr kumimoji="0" lang="en-US" sz="1800" b="0" i="0" u="none" strike="noStrike" cap="none" normalizeH="0" baseline="30000" dirty="0" smtClean="0">
                              <a:ln>
                                <a:noFill/>
                              </a:ln>
                              <a:solidFill>
                                <a:schemeClr val="tx1"/>
                              </a:solidFill>
                              <a:effectLst/>
                              <a:latin typeface="Constantia" pitchFamily="18" charset="0"/>
                              <a:cs typeface="Times New Roman" pitchFamily="18" charset="0"/>
                            </a:rPr>
                            <a:t>12</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với</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FET)</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r>
                  <a:tr h="435547">
                    <a:tc>
                      <a:txBody>
                        <a:bodyPr/>
                        <a:lstStyle/>
                        <a:p>
                          <a:pPr marL="0" marR="0" lvl="0" indent="0" algn="just"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Hệ</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số</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khuếch</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đại</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vòng</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hở</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K</a:t>
                          </a:r>
                          <a:r>
                            <a:rPr kumimoji="0" lang="en-US" sz="1800" b="0" i="0" u="none" strike="noStrike" cap="none" normalizeH="0" baseline="-25000" dirty="0" smtClean="0">
                              <a:ln>
                                <a:noFill/>
                              </a:ln>
                              <a:solidFill>
                                <a:schemeClr val="tx1"/>
                              </a:solidFill>
                              <a:effectLst/>
                              <a:latin typeface="Constantia" pitchFamily="18" charset="0"/>
                              <a:cs typeface="Times New Roman" pitchFamily="18" charset="0"/>
                            </a:rPr>
                            <a:t>0</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K</a:t>
                          </a:r>
                          <a:r>
                            <a:rPr kumimoji="0" lang="en-US" sz="1800" b="0" i="0" u="none" strike="noStrike" cap="none" normalizeH="0" baseline="-25000" dirty="0" smtClean="0">
                              <a:ln>
                                <a:noFill/>
                              </a:ln>
                              <a:solidFill>
                                <a:schemeClr val="tx1"/>
                              </a:solidFill>
                              <a:effectLst/>
                              <a:latin typeface="Constantia" pitchFamily="18" charset="0"/>
                              <a:cs typeface="Times New Roman" pitchFamily="18" charset="0"/>
                            </a:rPr>
                            <a:t>0</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từ</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10</a:t>
                          </a:r>
                          <a:r>
                            <a:rPr kumimoji="0" lang="en-US" sz="1800" b="0" i="0" u="none" strike="noStrike" cap="none" normalizeH="0" baseline="30000" dirty="0" smtClean="0">
                              <a:ln>
                                <a:noFill/>
                              </a:ln>
                              <a:solidFill>
                                <a:schemeClr val="tx1"/>
                              </a:solidFill>
                              <a:effectLst/>
                              <a:latin typeface="Constantia" pitchFamily="18" charset="0"/>
                              <a:cs typeface="Times New Roman" pitchFamily="18" charset="0"/>
                            </a:rPr>
                            <a:t>5</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- 10</a:t>
                          </a:r>
                          <a:r>
                            <a:rPr kumimoji="0" lang="en-US" sz="1800" b="0" i="0" u="none" strike="noStrike" cap="none" normalizeH="0" baseline="30000" dirty="0" smtClean="0">
                              <a:ln>
                                <a:noFill/>
                              </a:ln>
                              <a:solidFill>
                                <a:schemeClr val="tx1"/>
                              </a:solidFill>
                              <a:effectLst/>
                              <a:latin typeface="Constantia" pitchFamily="18" charset="0"/>
                              <a:cs typeface="Times New Roman" pitchFamily="18" charset="0"/>
                            </a:rPr>
                            <a:t>9</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r>
                  <a:tr h="792366">
                    <a:tc>
                      <a:txBody>
                        <a:bodyPr/>
                        <a:lstStyle/>
                        <a:p>
                          <a:pPr marL="0" marR="0" lvl="0" indent="0" algn="just"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Đáp</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ứng</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tần</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số</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như</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nhau</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ở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mọi</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tần</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số</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suy</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giảm</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khi</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tần</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số</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tăng</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lên</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từ</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1 – 10MHz)</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r>
                  <a:tr h="396183">
                    <a:tc>
                      <a:txBody>
                        <a:bodyPr/>
                        <a:lstStyle/>
                        <a:p>
                          <a:pPr marL="0" marR="0" lvl="0" indent="0" algn="just"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Trở</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kháng</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ra</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Z</a:t>
                          </a:r>
                          <a:r>
                            <a:rPr kumimoji="0" lang="en-US" sz="1800" b="0" i="0" u="none" strike="noStrike" cap="none" normalizeH="0" baseline="-25000" dirty="0" err="1" smtClean="0">
                              <a:ln>
                                <a:noFill/>
                              </a:ln>
                              <a:solidFill>
                                <a:schemeClr val="tx1"/>
                              </a:solidFill>
                              <a:effectLst/>
                              <a:latin typeface="Constantia" pitchFamily="18" charset="0"/>
                              <a:cs typeface="Times New Roman" pitchFamily="18" charset="0"/>
                            </a:rPr>
                            <a:t>r</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 0</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Z</a:t>
                          </a:r>
                          <a:r>
                            <a:rPr kumimoji="0" lang="en-US" sz="1800" b="0" i="0" u="none" strike="noStrike" cap="none" normalizeH="0" baseline="-25000" dirty="0" err="1" smtClean="0">
                              <a:ln>
                                <a:noFill/>
                              </a:ln>
                              <a:solidFill>
                                <a:schemeClr val="tx1"/>
                              </a:solidFill>
                              <a:effectLst/>
                              <a:latin typeface="Constantia" pitchFamily="18" charset="0"/>
                              <a:cs typeface="Times New Roman" pitchFamily="18" charset="0"/>
                            </a:rPr>
                            <a:t>r</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từ</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100</a:t>
                          </a:r>
                          <a:r>
                            <a:rPr kumimoji="0" lang="el-GR" sz="1800" b="0" i="0" u="none" strike="noStrike" cap="none" normalizeH="0" baseline="0" dirty="0" smtClean="0">
                              <a:ln>
                                <a:noFill/>
                              </a:ln>
                              <a:solidFill>
                                <a:schemeClr val="tx1"/>
                              </a:solidFill>
                              <a:effectLst/>
                              <a:latin typeface="Constantia" pitchFamily="18" charset="0"/>
                              <a:cs typeface="Times New Roman" pitchFamily="18" charset="0"/>
                            </a:rPr>
                            <a:t>Ω</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 1k</a:t>
                          </a:r>
                          <a:r>
                            <a:rPr kumimoji="0" lang="el-GR" sz="1800" b="0" i="0" u="none" strike="noStrike" cap="none" normalizeH="0" baseline="0" dirty="0" smtClean="0">
                              <a:ln>
                                <a:noFill/>
                              </a:ln>
                              <a:solidFill>
                                <a:schemeClr val="tx1"/>
                              </a:solidFill>
                              <a:effectLst/>
                              <a:latin typeface="Constantia" pitchFamily="18" charset="0"/>
                              <a:cs typeface="Times New Roman" pitchFamily="18" charset="0"/>
                            </a:rPr>
                            <a:t>Ω</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r>
                  <a:tr h="396183">
                    <a:tc>
                      <a:txBody>
                        <a:bodyPr/>
                        <a:lstStyle/>
                        <a:p>
                          <a:pPr marL="0" marR="0" lvl="0" indent="0" algn="just"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err="1" smtClean="0">
                              <a:ln>
                                <a:noFill/>
                              </a:ln>
                              <a:solidFill>
                                <a:schemeClr val="tx1"/>
                              </a:solidFill>
                              <a:effectLst/>
                              <a:latin typeface="Constantia" pitchFamily="18" charset="0"/>
                              <a:cs typeface="Times New Roman" pitchFamily="18" charset="0"/>
                            </a:rPr>
                            <a:t>Dòng</a:t>
                          </a:r>
                          <a:r>
                            <a:rPr kumimoji="0" lang="en-US" sz="1800" b="1" i="0" u="none" strike="noStrike" cap="none" normalizeH="0" baseline="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smtClean="0">
                              <a:ln>
                                <a:noFill/>
                              </a:ln>
                              <a:solidFill>
                                <a:schemeClr val="tx1"/>
                              </a:solidFill>
                              <a:effectLst/>
                              <a:latin typeface="Constantia" pitchFamily="18" charset="0"/>
                              <a:cs typeface="Times New Roman" pitchFamily="18" charset="0"/>
                            </a:rPr>
                            <a:t>vào</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I</a:t>
                          </a:r>
                          <a:r>
                            <a:rPr kumimoji="0" lang="en-US" sz="1800" b="0" i="0" u="none" strike="noStrike" cap="none" normalizeH="0" baseline="-25000" dirty="0" smtClean="0">
                              <a:ln>
                                <a:noFill/>
                              </a:ln>
                              <a:solidFill>
                                <a:schemeClr val="tx1"/>
                              </a:solidFill>
                              <a:effectLst/>
                              <a:latin typeface="Constantia" pitchFamily="18" charset="0"/>
                              <a:cs typeface="Times New Roman" pitchFamily="18" charset="0"/>
                            </a:rPr>
                            <a:t>v</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 0</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Cỡ</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nA</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pA</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r>
                  <a:tr h="396183">
                    <a:tc>
                      <a:txBody>
                        <a:bodyPr/>
                        <a:lstStyle/>
                        <a:p>
                          <a:pPr marL="0" marR="0" lvl="0" indent="0" algn="just"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Điện</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áp</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lệch</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0</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U</a:t>
                          </a:r>
                          <a:r>
                            <a:rPr kumimoji="0" lang="en-US" sz="1800" b="0" i="0" u="none" strike="noStrike" cap="none" normalizeH="0" baseline="-25000" dirty="0" smtClean="0">
                              <a:ln>
                                <a:noFill/>
                              </a:ln>
                              <a:solidFill>
                                <a:schemeClr val="tx1"/>
                              </a:solidFill>
                              <a:effectLst/>
                              <a:latin typeface="Constantia" pitchFamily="18" charset="0"/>
                              <a:cs typeface="Times New Roman" pitchFamily="18" charset="0"/>
                            </a:rPr>
                            <a:t>0</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 0</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0</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r>
                  <a:tr h="396183">
                    <a:tc>
                      <a:txBody>
                        <a:bodyPr/>
                        <a:lstStyle/>
                        <a:p>
                          <a:pPr marL="0" marR="0" lvl="0" indent="0" algn="just"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Constantia" pitchFamily="18" charset="0"/>
                              <a:cs typeface="Times New Roman" pitchFamily="18" charset="0"/>
                            </a:rPr>
                            <a:t>Nhiễu</a:t>
                          </a:r>
                          <a:endParaRPr kumimoji="0" lang="en-US" sz="1800" b="0" i="0" u="none" strike="noStrike" cap="none" normalizeH="0" baseline="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Không</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có</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Có</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r>
                </a:tbl>
              </a:graphicData>
            </a:graphic>
          </p:graphicFrame>
        </mc:Fallback>
      </mc:AlternateContent>
      <p:graphicFrame>
        <p:nvGraphicFramePr>
          <p:cNvPr id="4098" name="Object 3"/>
          <p:cNvGraphicFramePr>
            <a:graphicFrameLocks noChangeAspect="1"/>
          </p:cNvGraphicFramePr>
          <p:nvPr/>
        </p:nvGraphicFramePr>
        <p:xfrm>
          <a:off x="0" y="0"/>
          <a:ext cx="276225" cy="123825"/>
        </p:xfrm>
        <a:graphic>
          <a:graphicData uri="http://schemas.openxmlformats.org/presentationml/2006/ole">
            <mc:AlternateContent xmlns:mc="http://schemas.openxmlformats.org/markup-compatibility/2006">
              <mc:Choice xmlns:v="urn:schemas-microsoft-com:vml" Requires="v">
                <p:oleObj spid="_x0000_s4203" name="Equation" r:id="rId4" imgW="279158" imgH="126890" progId="Equation.3">
                  <p:embed/>
                </p:oleObj>
              </mc:Choice>
              <mc:Fallback>
                <p:oleObj name="Equation" r:id="rId4" imgW="279158" imgH="12689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276225" cy="123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9" name="Object 2"/>
          <p:cNvGraphicFramePr>
            <a:graphicFrameLocks noChangeAspect="1"/>
          </p:cNvGraphicFramePr>
          <p:nvPr/>
        </p:nvGraphicFramePr>
        <p:xfrm>
          <a:off x="0" y="0"/>
          <a:ext cx="276225" cy="123825"/>
        </p:xfrm>
        <a:graphic>
          <a:graphicData uri="http://schemas.openxmlformats.org/presentationml/2006/ole">
            <mc:AlternateContent xmlns:mc="http://schemas.openxmlformats.org/markup-compatibility/2006">
              <mc:Choice xmlns:v="urn:schemas-microsoft-com:vml" Requires="v">
                <p:oleObj spid="_x0000_s4204" name="Equation" r:id="rId6" imgW="279158" imgH="126890" progId="Equation.3">
                  <p:embed/>
                </p:oleObj>
              </mc:Choice>
              <mc:Fallback>
                <p:oleObj name="Equation" r:id="rId6" imgW="279158" imgH="12689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276225" cy="123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0" name="Object 1"/>
          <p:cNvGraphicFramePr>
            <a:graphicFrameLocks noChangeAspect="1"/>
          </p:cNvGraphicFramePr>
          <p:nvPr/>
        </p:nvGraphicFramePr>
        <p:xfrm>
          <a:off x="0" y="0"/>
          <a:ext cx="161925" cy="161925"/>
        </p:xfrm>
        <a:graphic>
          <a:graphicData uri="http://schemas.openxmlformats.org/presentationml/2006/ole">
            <mc:AlternateContent xmlns:mc="http://schemas.openxmlformats.org/markup-compatibility/2006">
              <mc:Choice xmlns:v="urn:schemas-microsoft-com:vml" Requires="v">
                <p:oleObj spid="_x0000_s4205" name="Equation" r:id="rId7" imgW="164885" imgH="164885" progId="Equation.3">
                  <p:embed/>
                </p:oleObj>
              </mc:Choice>
              <mc:Fallback>
                <p:oleObj name="Equation" r:id="rId7" imgW="164885" imgH="164885" progId="Equation.3">
                  <p:embed/>
                  <p:pic>
                    <p:nvPicPr>
                      <p:cNvPr id="0" name="Object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61925" cy="161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itle 1"/>
          <p:cNvSpPr>
            <a:spLocks noGrp="1"/>
          </p:cNvSpPr>
          <p:nvPr>
            <p:ph type="title"/>
          </p:nvPr>
        </p:nvSpPr>
        <p:spPr>
          <a:xfrm>
            <a:off x="1219200" y="304800"/>
            <a:ext cx="7924800" cy="808038"/>
          </a:xfrm>
        </p:spPr>
        <p:txBody>
          <a:bodyPr>
            <a:noAutofit/>
          </a:bodyPr>
          <a:lstStyle/>
          <a:p>
            <a:pPr algn="ctr" eaLnBrk="1" fontAlgn="auto" hangingPunct="1">
              <a:spcAft>
                <a:spcPts val="0"/>
              </a:spcAft>
              <a:defRPr/>
            </a:pPr>
            <a:r>
              <a:rPr lang="en-US" sz="3600" smtClean="0">
                <a:solidFill>
                  <a:srgbClr val="0000FF"/>
                </a:solidFill>
                <a:latin typeface="Constantia" pitchFamily="18" charset="0"/>
                <a:cs typeface="Times New Roman" pitchFamily="18" charset="0"/>
              </a:rPr>
              <a:t>4.2</a:t>
            </a:r>
            <a:r>
              <a:rPr lang="en-US" sz="3600" dirty="0" smtClean="0">
                <a:solidFill>
                  <a:srgbClr val="0000FF"/>
                </a:solidFill>
                <a:latin typeface="Constantia" pitchFamily="18" charset="0"/>
                <a:cs typeface="Times New Roman" pitchFamily="18" charset="0"/>
              </a:rPr>
              <a:t>.  </a:t>
            </a:r>
            <a:r>
              <a:rPr lang="en-US" sz="3600" dirty="0" err="1" smtClean="0">
                <a:solidFill>
                  <a:srgbClr val="0000FF"/>
                </a:solidFill>
                <a:latin typeface="Constantia" pitchFamily="18" charset="0"/>
                <a:cs typeface="Times New Roman" pitchFamily="18" charset="0"/>
              </a:rPr>
              <a:t>Các</a:t>
            </a:r>
            <a:r>
              <a:rPr lang="en-US" sz="3600" dirty="0" smtClean="0">
                <a:solidFill>
                  <a:srgbClr val="0000FF"/>
                </a:solidFill>
                <a:latin typeface="Constantia" pitchFamily="18" charset="0"/>
                <a:cs typeface="Times New Roman" pitchFamily="18" charset="0"/>
              </a:rPr>
              <a:t> </a:t>
            </a:r>
            <a:r>
              <a:rPr lang="en-US" sz="3600" dirty="0" err="1" smtClean="0">
                <a:solidFill>
                  <a:srgbClr val="0000FF"/>
                </a:solidFill>
                <a:latin typeface="Constantia" pitchFamily="18" charset="0"/>
                <a:cs typeface="Times New Roman" pitchFamily="18" charset="0"/>
              </a:rPr>
              <a:t>tham</a:t>
            </a:r>
            <a:r>
              <a:rPr lang="en-US" sz="3600" dirty="0" smtClean="0">
                <a:solidFill>
                  <a:srgbClr val="0000FF"/>
                </a:solidFill>
                <a:latin typeface="Constantia" pitchFamily="18" charset="0"/>
                <a:cs typeface="Times New Roman" pitchFamily="18" charset="0"/>
              </a:rPr>
              <a:t> </a:t>
            </a:r>
            <a:r>
              <a:rPr lang="en-US" sz="3600" dirty="0" err="1" smtClean="0">
                <a:solidFill>
                  <a:srgbClr val="0000FF"/>
                </a:solidFill>
                <a:latin typeface="Constantia" pitchFamily="18" charset="0"/>
                <a:cs typeface="Times New Roman" pitchFamily="18" charset="0"/>
              </a:rPr>
              <a:t>số</a:t>
            </a:r>
            <a:r>
              <a:rPr lang="en-US" sz="3600" dirty="0" smtClean="0">
                <a:solidFill>
                  <a:srgbClr val="0000FF"/>
                </a:solidFill>
                <a:latin typeface="Constantia" pitchFamily="18" charset="0"/>
                <a:cs typeface="Times New Roman" pitchFamily="18" charset="0"/>
              </a:rPr>
              <a:t> </a:t>
            </a:r>
            <a:r>
              <a:rPr lang="en-US" sz="3600" dirty="0" err="1" smtClean="0">
                <a:solidFill>
                  <a:srgbClr val="0000FF"/>
                </a:solidFill>
                <a:latin typeface="Constantia" pitchFamily="18" charset="0"/>
                <a:cs typeface="Times New Roman" pitchFamily="18" charset="0"/>
              </a:rPr>
              <a:t>của</a:t>
            </a:r>
            <a:r>
              <a:rPr lang="en-US" sz="3600" dirty="0" smtClean="0">
                <a:solidFill>
                  <a:srgbClr val="0000FF"/>
                </a:solidFill>
                <a:latin typeface="Constantia" pitchFamily="18" charset="0"/>
                <a:cs typeface="Times New Roman" pitchFamily="18" charset="0"/>
              </a:rPr>
              <a:t> </a:t>
            </a:r>
            <a:r>
              <a:rPr lang="en-US" sz="3600" err="1" smtClean="0">
                <a:solidFill>
                  <a:srgbClr val="0000FF"/>
                </a:solidFill>
                <a:latin typeface="Constantia" pitchFamily="18" charset="0"/>
                <a:cs typeface="Times New Roman" pitchFamily="18" charset="0"/>
              </a:rPr>
              <a:t>bộ</a:t>
            </a:r>
            <a:r>
              <a:rPr lang="en-US" sz="3600" smtClean="0">
                <a:solidFill>
                  <a:srgbClr val="0000FF"/>
                </a:solidFill>
                <a:latin typeface="Constantia" pitchFamily="18" charset="0"/>
                <a:cs typeface="Times New Roman" pitchFamily="18" charset="0"/>
              </a:rPr>
              <a:t> KĐTT (4)</a:t>
            </a:r>
            <a:endParaRPr lang="en-US" sz="3600" dirty="0">
              <a:solidFill>
                <a:srgbClr val="0000FF"/>
              </a:solidFill>
              <a:latin typeface="Constantia"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eaLnBrk="1" fontAlgn="auto" hangingPunct="1">
              <a:spcAft>
                <a:spcPts val="0"/>
              </a:spcAft>
              <a:defRPr/>
            </a:pPr>
            <a:r>
              <a:rPr lang="en-US" sz="3600" smtClean="0">
                <a:solidFill>
                  <a:srgbClr val="0000FF"/>
                </a:solidFill>
                <a:latin typeface="Constantia" pitchFamily="18" charset="0"/>
                <a:cs typeface="Times New Roman" pitchFamily="18" charset="0"/>
              </a:rPr>
              <a:t>4.</a:t>
            </a:r>
            <a:r>
              <a:rPr lang="en-US" sz="3600" dirty="0" smtClean="0">
                <a:solidFill>
                  <a:srgbClr val="0000FF"/>
                </a:solidFill>
                <a:latin typeface="Constantia" pitchFamily="18" charset="0"/>
                <a:cs typeface="Times New Roman" pitchFamily="18" charset="0"/>
              </a:rPr>
              <a:t> 3. </a:t>
            </a:r>
            <a:r>
              <a:rPr lang="en-US" sz="3600" dirty="0" err="1" smtClean="0">
                <a:solidFill>
                  <a:srgbClr val="0000FF"/>
                </a:solidFill>
                <a:latin typeface="Constantia" pitchFamily="18" charset="0"/>
                <a:cs typeface="Times New Roman" pitchFamily="18" charset="0"/>
              </a:rPr>
              <a:t>Các</a:t>
            </a:r>
            <a:r>
              <a:rPr lang="en-US" sz="3600" dirty="0" smtClean="0">
                <a:solidFill>
                  <a:srgbClr val="0000FF"/>
                </a:solidFill>
                <a:latin typeface="Constantia" pitchFamily="18" charset="0"/>
                <a:cs typeface="Times New Roman" pitchFamily="18" charset="0"/>
              </a:rPr>
              <a:t> </a:t>
            </a:r>
            <a:r>
              <a:rPr lang="en-US" sz="3600" dirty="0" err="1" smtClean="0">
                <a:solidFill>
                  <a:srgbClr val="0000FF"/>
                </a:solidFill>
                <a:latin typeface="Constantia" pitchFamily="18" charset="0"/>
                <a:cs typeface="Times New Roman" pitchFamily="18" charset="0"/>
              </a:rPr>
              <a:t>mạch</a:t>
            </a:r>
            <a:r>
              <a:rPr lang="en-US" sz="3600" dirty="0" smtClean="0">
                <a:solidFill>
                  <a:srgbClr val="0000FF"/>
                </a:solidFill>
                <a:latin typeface="Constantia" pitchFamily="18" charset="0"/>
                <a:cs typeface="Times New Roman" pitchFamily="18" charset="0"/>
              </a:rPr>
              <a:t> </a:t>
            </a:r>
            <a:r>
              <a:rPr lang="en-US" sz="3600" dirty="0" err="1" smtClean="0">
                <a:solidFill>
                  <a:srgbClr val="0000FF"/>
                </a:solidFill>
                <a:latin typeface="Constantia" pitchFamily="18" charset="0"/>
                <a:cs typeface="Times New Roman" pitchFamily="18" charset="0"/>
              </a:rPr>
              <a:t>cơ</a:t>
            </a:r>
            <a:r>
              <a:rPr lang="en-US" sz="3600" dirty="0" smtClean="0">
                <a:solidFill>
                  <a:srgbClr val="0000FF"/>
                </a:solidFill>
                <a:latin typeface="Constantia" pitchFamily="18" charset="0"/>
                <a:cs typeface="Times New Roman" pitchFamily="18" charset="0"/>
              </a:rPr>
              <a:t> </a:t>
            </a:r>
            <a:r>
              <a:rPr lang="en-US" sz="3600" dirty="0" err="1" smtClean="0">
                <a:solidFill>
                  <a:srgbClr val="0000FF"/>
                </a:solidFill>
                <a:latin typeface="Constantia" pitchFamily="18" charset="0"/>
                <a:cs typeface="Times New Roman" pitchFamily="18" charset="0"/>
              </a:rPr>
              <a:t>bản</a:t>
            </a:r>
            <a:r>
              <a:rPr lang="en-US" sz="3600" dirty="0" smtClean="0">
                <a:solidFill>
                  <a:srgbClr val="0000FF"/>
                </a:solidFill>
                <a:latin typeface="Constantia" pitchFamily="18" charset="0"/>
                <a:cs typeface="Times New Roman" pitchFamily="18" charset="0"/>
              </a:rPr>
              <a:t> </a:t>
            </a:r>
            <a:r>
              <a:rPr lang="en-US" sz="3600" dirty="0" err="1" smtClean="0">
                <a:solidFill>
                  <a:srgbClr val="0000FF"/>
                </a:solidFill>
                <a:latin typeface="Constantia" pitchFamily="18" charset="0"/>
                <a:cs typeface="Times New Roman" pitchFamily="18" charset="0"/>
              </a:rPr>
              <a:t>sử</a:t>
            </a:r>
            <a:r>
              <a:rPr lang="en-US" sz="3600" dirty="0" smtClean="0">
                <a:solidFill>
                  <a:srgbClr val="0000FF"/>
                </a:solidFill>
                <a:latin typeface="Constantia" pitchFamily="18" charset="0"/>
                <a:cs typeface="Times New Roman" pitchFamily="18" charset="0"/>
              </a:rPr>
              <a:t> </a:t>
            </a:r>
            <a:r>
              <a:rPr lang="en-US" sz="3600" dirty="0" err="1" smtClean="0">
                <a:solidFill>
                  <a:srgbClr val="0000FF"/>
                </a:solidFill>
                <a:latin typeface="Constantia" pitchFamily="18" charset="0"/>
                <a:cs typeface="Times New Roman" pitchFamily="18" charset="0"/>
              </a:rPr>
              <a:t>dụng</a:t>
            </a:r>
            <a:r>
              <a:rPr lang="en-US" sz="3600" dirty="0" smtClean="0">
                <a:solidFill>
                  <a:srgbClr val="0000FF"/>
                </a:solidFill>
                <a:latin typeface="Constantia" pitchFamily="18" charset="0"/>
                <a:cs typeface="Times New Roman" pitchFamily="18" charset="0"/>
              </a:rPr>
              <a:t> KĐTT</a:t>
            </a:r>
            <a:endParaRPr lang="en-US" sz="3600" dirty="0">
              <a:solidFill>
                <a:srgbClr val="0000FF"/>
              </a:solidFill>
              <a:latin typeface="Constantia" pitchFamily="18" charset="0"/>
            </a:endParaRPr>
          </a:p>
        </p:txBody>
      </p:sp>
      <p:sp>
        <p:nvSpPr>
          <p:cNvPr id="31747" name="Content Placeholder 2"/>
          <p:cNvSpPr>
            <a:spLocks noGrp="1"/>
          </p:cNvSpPr>
          <p:nvPr>
            <p:ph idx="1"/>
          </p:nvPr>
        </p:nvSpPr>
        <p:spPr/>
        <p:txBody>
          <a:bodyPr/>
          <a:lstStyle/>
          <a:p>
            <a:pPr eaLnBrk="1" hangingPunct="1"/>
            <a:r>
              <a:rPr lang="en-US" smtClean="0">
                <a:latin typeface="Times New Roman" pitchFamily="18" charset="0"/>
                <a:cs typeface="Times New Roman" pitchFamily="18" charset="0"/>
              </a:rPr>
              <a:t>Mạch khuếch đại đảo</a:t>
            </a:r>
          </a:p>
          <a:p>
            <a:pPr eaLnBrk="1" hangingPunct="1"/>
            <a:r>
              <a:rPr lang="en-US" smtClean="0">
                <a:latin typeface="Times New Roman" pitchFamily="18" charset="0"/>
                <a:cs typeface="Times New Roman" pitchFamily="18" charset="0"/>
              </a:rPr>
              <a:t>Mạch khuếch đại không đảo</a:t>
            </a:r>
          </a:p>
          <a:p>
            <a:pPr eaLnBrk="1" hangingPunct="1"/>
            <a:r>
              <a:rPr lang="en-US" smtClean="0">
                <a:latin typeface="Times New Roman" pitchFamily="18" charset="0"/>
                <a:cs typeface="Times New Roman" pitchFamily="18" charset="0"/>
              </a:rPr>
              <a:t>Mạch cộng đảo</a:t>
            </a:r>
          </a:p>
          <a:p>
            <a:pPr eaLnBrk="1" hangingPunct="1"/>
            <a:r>
              <a:rPr lang="en-US" smtClean="0">
                <a:latin typeface="Times New Roman" pitchFamily="18" charset="0"/>
                <a:cs typeface="Times New Roman" pitchFamily="18" charset="0"/>
              </a:rPr>
              <a:t>Mạch cộng không đảo</a:t>
            </a:r>
          </a:p>
          <a:p>
            <a:pPr eaLnBrk="1" hangingPunct="1"/>
            <a:r>
              <a:rPr lang="en-US" smtClean="0">
                <a:latin typeface="Times New Roman" pitchFamily="18" charset="0"/>
                <a:cs typeface="Times New Roman" pitchFamily="18" charset="0"/>
              </a:rPr>
              <a:t>Mạch khuếch đại hiệu</a:t>
            </a:r>
          </a:p>
          <a:p>
            <a:pPr eaLnBrk="1" hangingPunct="1"/>
            <a:r>
              <a:rPr lang="en-US" smtClean="0">
                <a:latin typeface="Times New Roman" pitchFamily="18" charset="0"/>
                <a:cs typeface="Times New Roman" pitchFamily="18" charset="0"/>
              </a:rPr>
              <a:t>Mạch tích phân/vi phân</a:t>
            </a:r>
          </a:p>
          <a:p>
            <a:pPr eaLnBrk="1" hangingPunct="1"/>
            <a:r>
              <a:rPr lang="en-US" smtClean="0">
                <a:latin typeface="Times New Roman" pitchFamily="18" charset="0"/>
                <a:cs typeface="Times New Roman" pitchFamily="18" charset="0"/>
              </a:rPr>
              <a:t>Mạch loga/đối loga</a:t>
            </a:r>
          </a:p>
          <a:p>
            <a:pPr eaLnBrk="1" hangingPunct="1"/>
            <a:r>
              <a:rPr lang="en-US" smtClean="0">
                <a:latin typeface="Times New Roman" pitchFamily="18" charset="0"/>
                <a:cs typeface="Times New Roman" pitchFamily="18" charset="0"/>
              </a:rPr>
              <a:t>Mạch nhân/chia tương tự</a:t>
            </a:r>
          </a:p>
          <a:p>
            <a:pPr eaLnBrk="1" hangingPunct="1"/>
            <a:endParaRPr lang="en-US" smtClean="0">
              <a:latin typeface="Times New Roman" pitchFamily="18" charset="0"/>
              <a:cs typeface="Times New Roman" pitchFamily="18" charset="0"/>
            </a:endParaRPr>
          </a:p>
          <a:p>
            <a:pPr eaLnBrk="1" hangingPunct="1"/>
            <a:endParaRPr lang="en-US" smtClean="0">
              <a:latin typeface="Times New Roman" pitchFamily="18" charset="0"/>
              <a:cs typeface="Times New Roman" pitchFamily="18" charset="0"/>
            </a:endParaRPr>
          </a:p>
          <a:p>
            <a:pPr eaLnBrk="1" hangingPunct="1"/>
            <a:endParaRPr lang="en-US"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5875" y="95250"/>
            <a:ext cx="7497763" cy="838200"/>
          </a:xfrm>
        </p:spPr>
        <p:txBody>
          <a:bodyPr/>
          <a:lstStyle/>
          <a:p>
            <a:pPr algn="ctr" eaLnBrk="1" fontAlgn="auto" hangingPunct="1">
              <a:spcAft>
                <a:spcPts val="0"/>
              </a:spcAft>
              <a:defRPr/>
            </a:pPr>
            <a:r>
              <a:rPr lang="en-US" dirty="0" err="1" smtClean="0">
                <a:solidFill>
                  <a:schemeClr val="tx2">
                    <a:satMod val="130000"/>
                  </a:schemeClr>
                </a:solidFill>
                <a:latin typeface="Times New Roman" pitchFamily="18" charset="0"/>
                <a:cs typeface="Times New Roman" pitchFamily="18" charset="0"/>
              </a:rPr>
              <a:t>Mạch</a:t>
            </a:r>
            <a:r>
              <a:rPr lang="en-US" dirty="0" smtClean="0">
                <a:solidFill>
                  <a:schemeClr val="tx2">
                    <a:satMod val="130000"/>
                  </a:schemeClr>
                </a:solidFill>
                <a:latin typeface="Times New Roman" pitchFamily="18" charset="0"/>
                <a:cs typeface="Times New Roman" pitchFamily="18" charset="0"/>
              </a:rPr>
              <a:t> </a:t>
            </a:r>
            <a:r>
              <a:rPr lang="en-US" dirty="0" err="1" smtClean="0">
                <a:solidFill>
                  <a:schemeClr val="tx2">
                    <a:satMod val="130000"/>
                  </a:schemeClr>
                </a:solidFill>
                <a:latin typeface="Times New Roman" pitchFamily="18" charset="0"/>
                <a:cs typeface="Times New Roman" pitchFamily="18" charset="0"/>
              </a:rPr>
              <a:t>khuếch</a:t>
            </a:r>
            <a:r>
              <a:rPr lang="en-US" dirty="0" smtClean="0">
                <a:solidFill>
                  <a:schemeClr val="tx2">
                    <a:satMod val="130000"/>
                  </a:schemeClr>
                </a:solidFill>
                <a:latin typeface="Times New Roman" pitchFamily="18" charset="0"/>
                <a:cs typeface="Times New Roman" pitchFamily="18" charset="0"/>
              </a:rPr>
              <a:t> </a:t>
            </a:r>
            <a:r>
              <a:rPr lang="en-US" dirty="0" err="1" smtClean="0">
                <a:solidFill>
                  <a:schemeClr val="tx2">
                    <a:satMod val="130000"/>
                  </a:schemeClr>
                </a:solidFill>
                <a:latin typeface="Times New Roman" pitchFamily="18" charset="0"/>
                <a:cs typeface="Times New Roman" pitchFamily="18" charset="0"/>
              </a:rPr>
              <a:t>đại</a:t>
            </a:r>
            <a:r>
              <a:rPr lang="en-US" dirty="0" smtClean="0">
                <a:solidFill>
                  <a:schemeClr val="tx2">
                    <a:satMod val="130000"/>
                  </a:schemeClr>
                </a:solidFill>
                <a:latin typeface="Times New Roman" pitchFamily="18" charset="0"/>
                <a:cs typeface="Times New Roman" pitchFamily="18" charset="0"/>
              </a:rPr>
              <a:t> </a:t>
            </a:r>
            <a:r>
              <a:rPr lang="en-US" dirty="0" err="1" smtClean="0">
                <a:solidFill>
                  <a:schemeClr val="tx2">
                    <a:satMod val="130000"/>
                  </a:schemeClr>
                </a:solidFill>
                <a:latin typeface="Times New Roman" pitchFamily="18" charset="0"/>
                <a:cs typeface="Times New Roman" pitchFamily="18" charset="0"/>
              </a:rPr>
              <a:t>đảo</a:t>
            </a:r>
            <a:endParaRPr lang="en-US" dirty="0">
              <a:solidFill>
                <a:schemeClr val="tx2">
                  <a:satMod val="130000"/>
                </a:schemeClr>
              </a:solidFill>
            </a:endParaRPr>
          </a:p>
        </p:txBody>
      </p:sp>
      <p:sp>
        <p:nvSpPr>
          <p:cNvPr id="5125" name="Content Placeholder 10"/>
          <p:cNvSpPr>
            <a:spLocks noGrp="1"/>
          </p:cNvSpPr>
          <p:nvPr>
            <p:ph sz="half" idx="1"/>
          </p:nvPr>
        </p:nvSpPr>
        <p:spPr>
          <a:xfrm>
            <a:off x="990600" y="2895600"/>
            <a:ext cx="7696200" cy="3749675"/>
          </a:xfrm>
        </p:spPr>
        <p:txBody>
          <a:bodyPr/>
          <a:lstStyle/>
          <a:p>
            <a:pPr eaLnBrk="1" hangingPunct="1">
              <a:lnSpc>
                <a:spcPct val="120000"/>
              </a:lnSpc>
            </a:pPr>
            <a:r>
              <a:rPr lang="vi-VN" altLang="ja-JP" sz="1900" smtClean="0">
                <a:latin typeface="Times New Roman" pitchFamily="18" charset="0"/>
                <a:cs typeface="Times New Roman" pitchFamily="18" charset="0"/>
              </a:rPr>
              <a:t>Tín hiệu vào được đưa vào cửa đảo</a:t>
            </a:r>
            <a:endParaRPr lang="ja-JP" altLang="en-US" sz="1900" smtClean="0">
              <a:latin typeface="Times New Roman" pitchFamily="18" charset="0"/>
              <a:cs typeface="Times New Roman" pitchFamily="18" charset="0"/>
            </a:endParaRPr>
          </a:p>
          <a:p>
            <a:pPr eaLnBrk="1" hangingPunct="1">
              <a:lnSpc>
                <a:spcPct val="120000"/>
              </a:lnSpc>
            </a:pPr>
            <a:r>
              <a:rPr lang="en-US" altLang="ja-JP" sz="1900" smtClean="0">
                <a:latin typeface="Times New Roman" pitchFamily="18" charset="0"/>
                <a:cs typeface="Times New Roman" pitchFamily="18" charset="0"/>
              </a:rPr>
              <a:t>Do OA có</a:t>
            </a:r>
            <a:r>
              <a:rPr lang="ja-JP" altLang="en-US" sz="1900" smtClean="0">
                <a:latin typeface="Times New Roman" pitchFamily="18" charset="0"/>
                <a:cs typeface="Times New Roman" pitchFamily="18" charset="0"/>
              </a:rPr>
              <a:t> </a:t>
            </a:r>
            <a:r>
              <a:rPr lang="en-US" altLang="ja-JP" sz="1900" smtClean="0">
                <a:latin typeface="Times New Roman" pitchFamily="18" charset="0"/>
                <a:cs typeface="Times New Roman" pitchFamily="18" charset="0"/>
              </a:rPr>
              <a:t>Z</a:t>
            </a:r>
            <a:r>
              <a:rPr lang="en-US" altLang="ja-JP" sz="1900" baseline="-25000" smtClean="0">
                <a:latin typeface="Times New Roman" pitchFamily="18" charset="0"/>
                <a:cs typeface="Times New Roman" pitchFamily="18" charset="0"/>
              </a:rPr>
              <a:t>v</a:t>
            </a:r>
            <a:r>
              <a:rPr lang="ja-JP" altLang="en-US" sz="1900" smtClean="0">
                <a:latin typeface="Times New Roman" pitchFamily="18" charset="0"/>
                <a:cs typeface="Times New Roman" pitchFamily="18" charset="0"/>
              </a:rPr>
              <a:t> </a:t>
            </a:r>
            <a:r>
              <a:rPr lang="ja-JP" altLang="en-US" sz="1900" smtClean="0">
                <a:latin typeface="Times New Roman" pitchFamily="18" charset="0"/>
                <a:cs typeface="Times New Roman" pitchFamily="18" charset="0"/>
                <a:sym typeface="Wingdings" pitchFamily="2" charset="2"/>
              </a:rPr>
              <a:t> </a:t>
            </a:r>
            <a:r>
              <a:rPr lang="ja-JP" altLang="en-US" sz="1900" smtClean="0">
                <a:latin typeface="Times New Roman" pitchFamily="18" charset="0"/>
                <a:cs typeface="Times New Roman" pitchFamily="18" charset="0"/>
                <a:sym typeface="Symbol" pitchFamily="18" charset="2"/>
              </a:rPr>
              <a:t>  </a:t>
            </a:r>
            <a:r>
              <a:rPr lang="en-US" altLang="ja-JP" sz="1900" smtClean="0">
                <a:latin typeface="Times New Roman" pitchFamily="18" charset="0"/>
                <a:cs typeface="Times New Roman" pitchFamily="18" charset="0"/>
                <a:sym typeface="Symbol" pitchFamily="18" charset="2"/>
              </a:rPr>
              <a:t>nên dòng vào các cửa </a:t>
            </a:r>
            <a:r>
              <a:rPr lang="ja-JP" altLang="en-US" sz="1900" smtClean="0">
                <a:latin typeface="Times New Roman" pitchFamily="18" charset="0"/>
                <a:cs typeface="Times New Roman" pitchFamily="18" charset="0"/>
                <a:sym typeface="Symbol" pitchFamily="18" charset="2"/>
              </a:rPr>
              <a:t> </a:t>
            </a:r>
            <a:r>
              <a:rPr lang="en-US" altLang="ja-JP" sz="1900" smtClean="0">
                <a:latin typeface="Times New Roman" pitchFamily="18" charset="0"/>
                <a:cs typeface="Times New Roman" pitchFamily="18" charset="0"/>
                <a:sym typeface="Symbol" pitchFamily="18" charset="2"/>
              </a:rPr>
              <a:t>0 ( i</a:t>
            </a:r>
            <a:r>
              <a:rPr lang="en-US" altLang="ja-JP" sz="1900" baseline="-25000" smtClean="0">
                <a:latin typeface="Times New Roman" pitchFamily="18" charset="0"/>
                <a:cs typeface="Times New Roman" pitchFamily="18" charset="0"/>
                <a:sym typeface="Symbol" pitchFamily="18" charset="2"/>
              </a:rPr>
              <a:t>p</a:t>
            </a:r>
            <a:r>
              <a:rPr lang="ja-JP" altLang="en-US" sz="1900" smtClean="0">
                <a:latin typeface="Times New Roman" pitchFamily="18" charset="0"/>
                <a:cs typeface="Times New Roman" pitchFamily="18" charset="0"/>
                <a:sym typeface="Symbol" pitchFamily="18" charset="2"/>
              </a:rPr>
              <a:t> </a:t>
            </a:r>
            <a:r>
              <a:rPr lang="ja-JP" altLang="en-US" sz="1900" i="1" smtClean="0">
                <a:latin typeface="Times New Roman" pitchFamily="18" charset="0"/>
                <a:cs typeface="Times New Roman" pitchFamily="18" charset="0"/>
                <a:sym typeface="Symbol" pitchFamily="18" charset="2"/>
              </a:rPr>
              <a:t> </a:t>
            </a:r>
            <a:r>
              <a:rPr lang="en-US" altLang="ja-JP" sz="1900" i="1" smtClean="0">
                <a:latin typeface="Times New Roman" pitchFamily="18" charset="0"/>
                <a:cs typeface="Times New Roman" pitchFamily="18" charset="0"/>
                <a:sym typeface="Symbol" pitchFamily="18" charset="2"/>
              </a:rPr>
              <a:t>i</a:t>
            </a:r>
            <a:r>
              <a:rPr lang="en-US" altLang="ja-JP" sz="1900" i="1" baseline="-25000" smtClean="0">
                <a:latin typeface="Times New Roman" pitchFamily="18" charset="0"/>
                <a:cs typeface="Times New Roman" pitchFamily="18" charset="0"/>
                <a:sym typeface="Symbol" pitchFamily="18" charset="2"/>
              </a:rPr>
              <a:t>n</a:t>
            </a:r>
            <a:r>
              <a:rPr lang="ja-JP" altLang="en-US" sz="1900" i="1" smtClean="0">
                <a:latin typeface="Times New Roman" pitchFamily="18" charset="0"/>
                <a:cs typeface="Times New Roman" pitchFamily="18" charset="0"/>
                <a:sym typeface="Symbol" pitchFamily="18" charset="2"/>
              </a:rPr>
              <a:t>  </a:t>
            </a:r>
            <a:r>
              <a:rPr lang="en-US" altLang="ja-JP" sz="1900" i="1" smtClean="0">
                <a:latin typeface="Times New Roman" pitchFamily="18" charset="0"/>
                <a:cs typeface="Times New Roman" pitchFamily="18" charset="0"/>
                <a:sym typeface="Symbol" pitchFamily="18" charset="2"/>
              </a:rPr>
              <a:t>0)</a:t>
            </a:r>
            <a:endParaRPr lang="ja-JP" altLang="en-US" sz="1900" i="1" smtClean="0">
              <a:latin typeface="Times New Roman" pitchFamily="18" charset="0"/>
              <a:cs typeface="Times New Roman" pitchFamily="18" charset="0"/>
              <a:sym typeface="Symbol" pitchFamily="18" charset="2"/>
            </a:endParaRPr>
          </a:p>
          <a:p>
            <a:pPr eaLnBrk="1" hangingPunct="1">
              <a:lnSpc>
                <a:spcPct val="120000"/>
              </a:lnSpc>
            </a:pPr>
            <a:r>
              <a:rPr lang="en-US" altLang="ja-JP" sz="1900" smtClean="0">
                <a:latin typeface="Times New Roman" pitchFamily="18" charset="0"/>
                <a:cs typeface="Times New Roman" pitchFamily="18" charset="0"/>
              </a:rPr>
              <a:t>Có: K</a:t>
            </a:r>
            <a:r>
              <a:rPr lang="en-US" altLang="ja-JP" sz="1900" baseline="-25000" smtClean="0">
                <a:latin typeface="Times New Roman" pitchFamily="18" charset="0"/>
                <a:cs typeface="Times New Roman" pitchFamily="18" charset="0"/>
              </a:rPr>
              <a:t>u</a:t>
            </a:r>
            <a:r>
              <a:rPr lang="ja-JP" altLang="en-US" sz="1900" smtClean="0">
                <a:latin typeface="Times New Roman" pitchFamily="18" charset="0"/>
                <a:cs typeface="Times New Roman" pitchFamily="18" charset="0"/>
              </a:rPr>
              <a:t> </a:t>
            </a:r>
            <a:r>
              <a:rPr lang="en-US" altLang="ja-JP" sz="1900" smtClean="0">
                <a:latin typeface="Times New Roman" pitchFamily="18" charset="0"/>
                <a:cs typeface="Times New Roman" pitchFamily="18" charset="0"/>
              </a:rPr>
              <a:t>= u</a:t>
            </a:r>
            <a:r>
              <a:rPr lang="en-US" altLang="ja-JP" sz="1900" baseline="-25000" smtClean="0">
                <a:latin typeface="Times New Roman" pitchFamily="18" charset="0"/>
                <a:cs typeface="Times New Roman" pitchFamily="18" charset="0"/>
              </a:rPr>
              <a:t>r</a:t>
            </a:r>
            <a:r>
              <a:rPr lang="ja-JP" altLang="en-US" sz="1900" smtClean="0">
                <a:latin typeface="Times New Roman" pitchFamily="18" charset="0"/>
                <a:cs typeface="Times New Roman" pitchFamily="18" charset="0"/>
              </a:rPr>
              <a:t> </a:t>
            </a:r>
            <a:r>
              <a:rPr lang="en-US" altLang="ja-JP" sz="1900" smtClean="0">
                <a:latin typeface="Times New Roman" pitchFamily="18" charset="0"/>
                <a:cs typeface="Times New Roman" pitchFamily="18" charset="0"/>
              </a:rPr>
              <a:t>/u</a:t>
            </a:r>
            <a:r>
              <a:rPr lang="en-US" altLang="ja-JP" sz="1900" baseline="-25000" smtClean="0">
                <a:latin typeface="Times New Roman" pitchFamily="18" charset="0"/>
                <a:cs typeface="Times New Roman" pitchFamily="18" charset="0"/>
              </a:rPr>
              <a:t>v</a:t>
            </a:r>
            <a:r>
              <a:rPr lang="ja-JP" altLang="en-US" sz="1900" smtClean="0">
                <a:latin typeface="Times New Roman" pitchFamily="18" charset="0"/>
                <a:cs typeface="Times New Roman" pitchFamily="18" charset="0"/>
              </a:rPr>
              <a:t> </a:t>
            </a:r>
            <a:r>
              <a:rPr lang="en-US" altLang="ja-JP" sz="1900" smtClean="0">
                <a:latin typeface="Times New Roman" pitchFamily="18" charset="0"/>
                <a:cs typeface="Times New Roman" pitchFamily="18" charset="0"/>
              </a:rPr>
              <a:t>= u</a:t>
            </a:r>
            <a:r>
              <a:rPr lang="en-US" altLang="ja-JP" sz="1900" baseline="-25000" smtClean="0">
                <a:latin typeface="Times New Roman" pitchFamily="18" charset="0"/>
                <a:cs typeface="Times New Roman" pitchFamily="18" charset="0"/>
              </a:rPr>
              <a:t>r</a:t>
            </a:r>
            <a:r>
              <a:rPr lang="en-US" altLang="ja-JP" sz="1900" smtClean="0">
                <a:latin typeface="Times New Roman" pitchFamily="18" charset="0"/>
                <a:cs typeface="Times New Roman" pitchFamily="18" charset="0"/>
              </a:rPr>
              <a:t>/ (u</a:t>
            </a:r>
            <a:r>
              <a:rPr lang="en-US" altLang="ja-JP" sz="1900" baseline="-25000" smtClean="0">
                <a:latin typeface="Times New Roman" pitchFamily="18" charset="0"/>
                <a:cs typeface="Times New Roman" pitchFamily="18" charset="0"/>
              </a:rPr>
              <a:t>p</a:t>
            </a:r>
            <a:r>
              <a:rPr lang="ja-JP" altLang="en-US" sz="1900" smtClean="0">
                <a:latin typeface="Times New Roman" pitchFamily="18" charset="0"/>
                <a:cs typeface="Times New Roman" pitchFamily="18" charset="0"/>
              </a:rPr>
              <a:t> </a:t>
            </a:r>
            <a:r>
              <a:rPr lang="en-US" altLang="ja-JP" sz="1900" smtClean="0">
                <a:latin typeface="Times New Roman" pitchFamily="18" charset="0"/>
                <a:cs typeface="Times New Roman" pitchFamily="18" charset="0"/>
              </a:rPr>
              <a:t>–</a:t>
            </a:r>
            <a:r>
              <a:rPr lang="ja-JP" altLang="en-US" sz="1900" smtClean="0">
                <a:latin typeface="Times New Roman" pitchFamily="18" charset="0"/>
                <a:cs typeface="Times New Roman" pitchFamily="18" charset="0"/>
              </a:rPr>
              <a:t> </a:t>
            </a:r>
            <a:r>
              <a:rPr lang="en-US" altLang="ja-JP" sz="1900" smtClean="0">
                <a:latin typeface="Times New Roman" pitchFamily="18" charset="0"/>
                <a:cs typeface="Times New Roman" pitchFamily="18" charset="0"/>
              </a:rPr>
              <a:t>u</a:t>
            </a:r>
            <a:r>
              <a:rPr lang="en-US" altLang="ja-JP" sz="1900" baseline="-25000" smtClean="0">
                <a:latin typeface="Times New Roman" pitchFamily="18" charset="0"/>
                <a:cs typeface="Times New Roman" pitchFamily="18" charset="0"/>
              </a:rPr>
              <a:t>n</a:t>
            </a:r>
            <a:r>
              <a:rPr lang="en-US" altLang="ja-JP" sz="1900" smtClean="0">
                <a:latin typeface="Times New Roman" pitchFamily="18" charset="0"/>
                <a:cs typeface="Times New Roman" pitchFamily="18" charset="0"/>
              </a:rPr>
              <a:t>)</a:t>
            </a:r>
            <a:endParaRPr lang="ja-JP" altLang="en-US" sz="1900" smtClean="0">
              <a:latin typeface="Times New Roman" pitchFamily="18" charset="0"/>
              <a:cs typeface="Times New Roman" pitchFamily="18" charset="0"/>
            </a:endParaRPr>
          </a:p>
          <a:p>
            <a:pPr eaLnBrk="1" hangingPunct="1">
              <a:lnSpc>
                <a:spcPct val="120000"/>
              </a:lnSpc>
            </a:pPr>
            <a:r>
              <a:rPr lang="en-US" altLang="ja-JP" sz="1900" smtClean="0">
                <a:latin typeface="Times New Roman" pitchFamily="18" charset="0"/>
                <a:cs typeface="Times New Roman" pitchFamily="18" charset="0"/>
              </a:rPr>
              <a:t>Mà</a:t>
            </a:r>
            <a:r>
              <a:rPr lang="ja-JP" altLang="en-US" sz="1900" smtClean="0">
                <a:latin typeface="Times New Roman" pitchFamily="18" charset="0"/>
                <a:cs typeface="Times New Roman" pitchFamily="18" charset="0"/>
              </a:rPr>
              <a:t> </a:t>
            </a:r>
            <a:r>
              <a:rPr lang="en-US" altLang="ja-JP" sz="1900" smtClean="0">
                <a:latin typeface="Times New Roman" pitchFamily="18" charset="0"/>
                <a:cs typeface="Times New Roman" pitchFamily="18" charset="0"/>
              </a:rPr>
              <a:t>U</a:t>
            </a:r>
            <a:r>
              <a:rPr lang="en-US" altLang="ja-JP" sz="1900" baseline="-25000" smtClean="0">
                <a:latin typeface="Times New Roman" pitchFamily="18" charset="0"/>
                <a:cs typeface="Times New Roman" pitchFamily="18" charset="0"/>
              </a:rPr>
              <a:t>P </a:t>
            </a:r>
            <a:r>
              <a:rPr lang="ja-JP" altLang="en-US" sz="1900" smtClean="0">
                <a:latin typeface="Times New Roman" pitchFamily="18" charset="0"/>
                <a:cs typeface="Times New Roman" pitchFamily="18" charset="0"/>
              </a:rPr>
              <a:t> </a:t>
            </a:r>
            <a:r>
              <a:rPr lang="en-US" altLang="ja-JP" sz="1900" smtClean="0">
                <a:latin typeface="Times New Roman" pitchFamily="18" charset="0"/>
                <a:cs typeface="Times New Roman" pitchFamily="18" charset="0"/>
              </a:rPr>
              <a:t>= 0 </a:t>
            </a:r>
            <a:r>
              <a:rPr lang="ja-JP" altLang="en-US" sz="1900" smtClean="0">
                <a:latin typeface="Times New Roman" pitchFamily="18" charset="0"/>
                <a:cs typeface="Times New Roman" pitchFamily="18" charset="0"/>
                <a:sym typeface="Wingdings" pitchFamily="2" charset="2"/>
              </a:rPr>
              <a:t> </a:t>
            </a:r>
            <a:r>
              <a:rPr lang="en-US" altLang="ja-JP" sz="1900" smtClean="0">
                <a:latin typeface="Times New Roman" pitchFamily="18" charset="0"/>
                <a:cs typeface="Times New Roman" pitchFamily="18" charset="0"/>
                <a:sym typeface="Wingdings" pitchFamily="2" charset="2"/>
              </a:rPr>
              <a:t>u</a:t>
            </a:r>
            <a:r>
              <a:rPr lang="en-US" altLang="ja-JP" sz="1900" baseline="-25000" smtClean="0">
                <a:latin typeface="Times New Roman" pitchFamily="18" charset="0"/>
                <a:cs typeface="Times New Roman" pitchFamily="18" charset="0"/>
                <a:sym typeface="Wingdings" pitchFamily="2" charset="2"/>
              </a:rPr>
              <a:t>n</a:t>
            </a:r>
            <a:r>
              <a:rPr lang="ja-JP" altLang="en-US" sz="1900" smtClean="0">
                <a:latin typeface="Times New Roman" pitchFamily="18" charset="0"/>
                <a:cs typeface="Times New Roman" pitchFamily="18" charset="0"/>
                <a:sym typeface="Wingdings" pitchFamily="2" charset="2"/>
              </a:rPr>
              <a:t> </a:t>
            </a:r>
            <a:r>
              <a:rPr lang="en-US" altLang="ja-JP" sz="1900" smtClean="0">
                <a:latin typeface="Times New Roman" pitchFamily="18" charset="0"/>
                <a:cs typeface="Times New Roman" pitchFamily="18" charset="0"/>
                <a:sym typeface="Wingdings" pitchFamily="2" charset="2"/>
              </a:rPr>
              <a:t>= - u</a:t>
            </a:r>
            <a:r>
              <a:rPr lang="en-US" altLang="ja-JP" sz="1900" baseline="-25000" smtClean="0">
                <a:latin typeface="Times New Roman" pitchFamily="18" charset="0"/>
                <a:cs typeface="Times New Roman" pitchFamily="18" charset="0"/>
                <a:sym typeface="Wingdings" pitchFamily="2" charset="2"/>
              </a:rPr>
              <a:t>r</a:t>
            </a:r>
            <a:r>
              <a:rPr lang="ja-JP" altLang="en-US" sz="1900" smtClean="0">
                <a:latin typeface="Times New Roman" pitchFamily="18" charset="0"/>
                <a:cs typeface="Times New Roman" pitchFamily="18" charset="0"/>
                <a:sym typeface="Wingdings" pitchFamily="2" charset="2"/>
              </a:rPr>
              <a:t> </a:t>
            </a:r>
            <a:r>
              <a:rPr lang="en-US" altLang="ja-JP" sz="1900" smtClean="0">
                <a:latin typeface="Times New Roman" pitchFamily="18" charset="0"/>
                <a:cs typeface="Times New Roman" pitchFamily="18" charset="0"/>
                <a:sym typeface="Wingdings" pitchFamily="2" charset="2"/>
              </a:rPr>
              <a:t>/K</a:t>
            </a:r>
            <a:r>
              <a:rPr lang="en-US" altLang="ja-JP" sz="1900" baseline="-25000">
                <a:latin typeface="Times New Roman" pitchFamily="18" charset="0"/>
                <a:cs typeface="Times New Roman" pitchFamily="18" charset="0"/>
                <a:sym typeface="Wingdings" pitchFamily="2" charset="2"/>
              </a:rPr>
              <a:t>u</a:t>
            </a:r>
            <a:endParaRPr lang="ja-JP" altLang="en-US" sz="1900" baseline="-25000" smtClean="0">
              <a:latin typeface="Times New Roman" pitchFamily="18" charset="0"/>
              <a:cs typeface="Times New Roman" pitchFamily="18" charset="0"/>
              <a:sym typeface="Wingdings" pitchFamily="2" charset="2"/>
            </a:endParaRPr>
          </a:p>
          <a:p>
            <a:pPr eaLnBrk="1" hangingPunct="1">
              <a:lnSpc>
                <a:spcPct val="120000"/>
              </a:lnSpc>
            </a:pPr>
            <a:r>
              <a:rPr lang="en-US" altLang="ja-JP" sz="1900" smtClean="0">
                <a:latin typeface="Times New Roman" pitchFamily="18" charset="0"/>
                <a:cs typeface="Times New Roman" pitchFamily="18" charset="0"/>
              </a:rPr>
              <a:t>Mà</a:t>
            </a:r>
            <a:r>
              <a:rPr lang="ja-JP" altLang="en-US" sz="1900" smtClean="0">
                <a:latin typeface="Times New Roman" pitchFamily="18" charset="0"/>
                <a:cs typeface="Times New Roman" pitchFamily="18" charset="0"/>
              </a:rPr>
              <a:t> </a:t>
            </a:r>
            <a:r>
              <a:rPr lang="en-US" altLang="ja-JP" sz="1900" smtClean="0">
                <a:latin typeface="Times New Roman" pitchFamily="18" charset="0"/>
                <a:cs typeface="Times New Roman" pitchFamily="18" charset="0"/>
              </a:rPr>
              <a:t>K</a:t>
            </a:r>
            <a:r>
              <a:rPr lang="en-US" altLang="ja-JP" sz="1900" baseline="-25000" smtClean="0">
                <a:latin typeface="Times New Roman" pitchFamily="18" charset="0"/>
                <a:cs typeface="Times New Roman" pitchFamily="18" charset="0"/>
              </a:rPr>
              <a:t>u</a:t>
            </a:r>
            <a:r>
              <a:rPr lang="ja-JP" altLang="en-US" sz="1900" smtClean="0">
                <a:latin typeface="Times New Roman" pitchFamily="18" charset="0"/>
                <a:cs typeface="Times New Roman" pitchFamily="18" charset="0"/>
              </a:rPr>
              <a:t> </a:t>
            </a:r>
            <a:r>
              <a:rPr lang="ja-JP" altLang="en-US" sz="1900" smtClean="0">
                <a:latin typeface="Times New Roman" pitchFamily="18" charset="0"/>
                <a:cs typeface="Times New Roman" pitchFamily="18" charset="0"/>
                <a:sym typeface="Wingdings" pitchFamily="2" charset="2"/>
              </a:rPr>
              <a:t> </a:t>
            </a:r>
            <a:r>
              <a:rPr lang="ja-JP" altLang="en-US" sz="1900" smtClean="0">
                <a:latin typeface="Times New Roman" pitchFamily="18" charset="0"/>
                <a:cs typeface="Times New Roman" pitchFamily="18" charset="0"/>
                <a:sym typeface="Symbol" pitchFamily="18" charset="2"/>
              </a:rPr>
              <a:t> </a:t>
            </a:r>
            <a:r>
              <a:rPr lang="en-US" altLang="ja-JP" sz="1900" smtClean="0">
                <a:latin typeface="Times New Roman" pitchFamily="18" charset="0"/>
                <a:cs typeface="Times New Roman" pitchFamily="18" charset="0"/>
                <a:sym typeface="Symbol" pitchFamily="18" charset="2"/>
              </a:rPr>
              <a:t>=&gt;  u</a:t>
            </a:r>
            <a:r>
              <a:rPr lang="en-US" altLang="ja-JP" sz="1900" baseline="-25000" smtClean="0">
                <a:latin typeface="Times New Roman" pitchFamily="18" charset="0"/>
                <a:cs typeface="Times New Roman" pitchFamily="18" charset="0"/>
                <a:sym typeface="Symbol" pitchFamily="18" charset="2"/>
              </a:rPr>
              <a:t>n</a:t>
            </a:r>
            <a:r>
              <a:rPr lang="ja-JP" altLang="en-US" sz="1900" smtClean="0">
                <a:latin typeface="Times New Roman" pitchFamily="18" charset="0"/>
                <a:cs typeface="Times New Roman" pitchFamily="18" charset="0"/>
                <a:sym typeface="Symbol" pitchFamily="18" charset="2"/>
              </a:rPr>
              <a:t>  </a:t>
            </a:r>
            <a:r>
              <a:rPr lang="en-US" altLang="ja-JP" sz="1900" smtClean="0">
                <a:latin typeface="Times New Roman" pitchFamily="18" charset="0"/>
                <a:cs typeface="Times New Roman" pitchFamily="18" charset="0"/>
                <a:sym typeface="Symbol" pitchFamily="18" charset="2"/>
              </a:rPr>
              <a:t>0</a:t>
            </a:r>
            <a:endParaRPr lang="ja-JP" altLang="en-US" sz="1900" smtClean="0">
              <a:latin typeface="Times New Roman" pitchFamily="18" charset="0"/>
              <a:cs typeface="Times New Roman" pitchFamily="18" charset="0"/>
              <a:sym typeface="Symbol" pitchFamily="18" charset="2"/>
            </a:endParaRPr>
          </a:p>
          <a:p>
            <a:pPr eaLnBrk="1" hangingPunct="1">
              <a:lnSpc>
                <a:spcPct val="120000"/>
              </a:lnSpc>
            </a:pPr>
            <a:r>
              <a:rPr lang="en-US" altLang="ja-JP" sz="1900" smtClean="0">
                <a:latin typeface="Times New Roman" pitchFamily="18" charset="0"/>
                <a:cs typeface="Times New Roman" pitchFamily="18" charset="0"/>
              </a:rPr>
              <a:t>Với KĐTT lý</a:t>
            </a:r>
            <a:r>
              <a:rPr lang="ja-JP" altLang="en-US" sz="1900" smtClean="0">
                <a:latin typeface="Times New Roman" pitchFamily="18" charset="0"/>
                <a:cs typeface="Times New Roman" pitchFamily="18" charset="0"/>
              </a:rPr>
              <a:t> </a:t>
            </a:r>
            <a:r>
              <a:rPr lang="vi-VN" altLang="ja-JP" sz="1900" smtClean="0">
                <a:latin typeface="Times New Roman" pitchFamily="18" charset="0"/>
                <a:cs typeface="Times New Roman" pitchFamily="18" charset="0"/>
              </a:rPr>
              <a:t>tưởng coi </a:t>
            </a:r>
            <a:r>
              <a:rPr lang="en-US" altLang="ja-JP" sz="1900">
                <a:latin typeface="Times New Roman" pitchFamily="18" charset="0"/>
                <a:cs typeface="Times New Roman" pitchFamily="18" charset="0"/>
              </a:rPr>
              <a:t>v</a:t>
            </a:r>
            <a:r>
              <a:rPr lang="vi-VN" altLang="ja-JP" sz="1900" baseline="-25000" smtClean="0">
                <a:latin typeface="Times New Roman" pitchFamily="18" charset="0"/>
                <a:cs typeface="Times New Roman" pitchFamily="18" charset="0"/>
              </a:rPr>
              <a:t>P</a:t>
            </a:r>
            <a:r>
              <a:rPr lang="ja-JP" altLang="en-US" sz="1900" smtClean="0">
                <a:latin typeface="Times New Roman" pitchFamily="18" charset="0"/>
                <a:cs typeface="Times New Roman" pitchFamily="18" charset="0"/>
              </a:rPr>
              <a:t> </a:t>
            </a:r>
            <a:r>
              <a:rPr lang="en-US" altLang="ja-JP" sz="1900" smtClean="0">
                <a:latin typeface="Times New Roman" pitchFamily="18" charset="0"/>
                <a:cs typeface="Times New Roman" pitchFamily="18" charset="0"/>
              </a:rPr>
              <a:t>= v</a:t>
            </a:r>
            <a:r>
              <a:rPr lang="en-US" altLang="ja-JP" sz="1900" baseline="-25000" smtClean="0">
                <a:latin typeface="Times New Roman" pitchFamily="18" charset="0"/>
                <a:cs typeface="Times New Roman" pitchFamily="18" charset="0"/>
              </a:rPr>
              <a:t>n</a:t>
            </a:r>
            <a:endParaRPr lang="ja-JP" altLang="en-US" sz="1900" baseline="-25000" smtClean="0">
              <a:latin typeface="Times New Roman" pitchFamily="18" charset="0"/>
              <a:cs typeface="Times New Roman" pitchFamily="18" charset="0"/>
            </a:endParaRPr>
          </a:p>
          <a:p>
            <a:pPr eaLnBrk="1" hangingPunct="1">
              <a:lnSpc>
                <a:spcPct val="120000"/>
              </a:lnSpc>
            </a:pPr>
            <a:r>
              <a:rPr lang="vi-VN" altLang="ja-JP" sz="1900" smtClean="0">
                <a:latin typeface="Times New Roman" pitchFamily="18" charset="0"/>
                <a:cs typeface="Times New Roman" pitchFamily="18" charset="0"/>
              </a:rPr>
              <a:t>Phương trình dòng điện tại nút N</a:t>
            </a:r>
          </a:p>
          <a:p>
            <a:pPr eaLnBrk="1" hangingPunct="1">
              <a:buFont typeface="Wingdings 2" pitchFamily="18" charset="2"/>
              <a:buNone/>
            </a:pPr>
            <a:endParaRPr lang="en-US" sz="1900" smtClean="0">
              <a:latin typeface="Times New Roman" pitchFamily="18" charset="0"/>
              <a:ea typeface="HGｺﾞｼｯｸE"/>
              <a:cs typeface="Times New Roman" pitchFamily="18" charset="0"/>
            </a:endParaRPr>
          </a:p>
        </p:txBody>
      </p:sp>
      <p:sp>
        <p:nvSpPr>
          <p:cNvPr id="5126"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5122" name="Object 3"/>
          <p:cNvGraphicFramePr>
            <a:graphicFrameLocks noChangeAspect="1"/>
          </p:cNvGraphicFramePr>
          <p:nvPr/>
        </p:nvGraphicFramePr>
        <p:xfrm>
          <a:off x="2635250" y="5859463"/>
          <a:ext cx="4805363" cy="657225"/>
        </p:xfrm>
        <a:graphic>
          <a:graphicData uri="http://schemas.openxmlformats.org/presentationml/2006/ole">
            <mc:AlternateContent xmlns:mc="http://schemas.openxmlformats.org/markup-compatibility/2006">
              <mc:Choice xmlns:v="urn:schemas-microsoft-com:vml" Requires="v">
                <p:oleObj spid="_x0000_s5175" name="Equation" r:id="rId3" imgW="3530520" imgH="482400" progId="Equation.3">
                  <p:embed/>
                </p:oleObj>
              </mc:Choice>
              <mc:Fallback>
                <p:oleObj name="Equation" r:id="rId3" imgW="3530520" imgH="4824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5250" y="5859463"/>
                        <a:ext cx="4805363" cy="657225"/>
                      </a:xfrm>
                      <a:prstGeom prst="rect">
                        <a:avLst/>
                      </a:prstGeom>
                      <a:noFill/>
                      <a:ln w="19050">
                        <a:solidFill>
                          <a:srgbClr val="FF0066"/>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7"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pSp>
        <p:nvGrpSpPr>
          <p:cNvPr id="5128" name="Group 17"/>
          <p:cNvGrpSpPr>
            <a:grpSpLocks/>
          </p:cNvGrpSpPr>
          <p:nvPr/>
        </p:nvGrpSpPr>
        <p:grpSpPr bwMode="auto">
          <a:xfrm>
            <a:off x="1628775" y="762000"/>
            <a:ext cx="5830888" cy="2133600"/>
            <a:chOff x="1628775" y="762000"/>
            <a:chExt cx="5830888" cy="2133600"/>
          </a:xfrm>
        </p:grpSpPr>
        <p:graphicFrame>
          <p:nvGraphicFramePr>
            <p:cNvPr id="5123" name="Object 1"/>
            <p:cNvGraphicFramePr>
              <a:graphicFrameLocks noChangeAspect="1"/>
            </p:cNvGraphicFramePr>
            <p:nvPr>
              <p:extLst>
                <p:ext uri="{D42A27DB-BD31-4B8C-83A1-F6EECF244321}">
                  <p14:modId xmlns:p14="http://schemas.microsoft.com/office/powerpoint/2010/main" val="3817641732"/>
                </p:ext>
              </p:extLst>
            </p:nvPr>
          </p:nvGraphicFramePr>
          <p:xfrm>
            <a:off x="2057400" y="762000"/>
            <a:ext cx="5402263" cy="2133600"/>
          </p:xfrm>
          <a:graphic>
            <a:graphicData uri="http://schemas.openxmlformats.org/presentationml/2006/ole">
              <mc:AlternateContent xmlns:mc="http://schemas.openxmlformats.org/markup-compatibility/2006">
                <mc:Choice xmlns:v="urn:schemas-microsoft-com:vml" Requires="v">
                  <p:oleObj spid="_x0000_s5176" name="Visio" r:id="rId5" imgW="4244315" imgH="1371600" progId="Visio.Drawing.11">
                    <p:embed/>
                  </p:oleObj>
                </mc:Choice>
                <mc:Fallback>
                  <p:oleObj name="Visio" r:id="rId5" imgW="4244315" imgH="1371600" progId="Visio.Drawing.11">
                    <p:embed/>
                    <p:pic>
                      <p:nvPicPr>
                        <p:cNvPr id="0" name="Object 1"/>
                        <p:cNvPicPr>
                          <a:picLocks noChangeAspect="1" noChangeArrowheads="1"/>
                        </p:cNvPicPr>
                        <p:nvPr/>
                      </p:nvPicPr>
                      <p:blipFill>
                        <a:blip r:embed="rId6"/>
                        <a:srcRect/>
                        <a:stretch>
                          <a:fillRect/>
                        </a:stretch>
                      </p:blipFill>
                      <p:spPr bwMode="auto">
                        <a:xfrm>
                          <a:off x="2057400" y="762000"/>
                          <a:ext cx="5402263" cy="213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9" name="TextBox 27"/>
            <p:cNvSpPr txBox="1">
              <a:spLocks noChangeArrowheads="1"/>
            </p:cNvSpPr>
            <p:nvPr/>
          </p:nvSpPr>
          <p:spPr bwMode="auto">
            <a:xfrm>
              <a:off x="1628775" y="2114550"/>
              <a:ext cx="1371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sz="1400">
                  <a:latin typeface="Times New Roman" pitchFamily="18" charset="0"/>
                  <a:cs typeface="Times New Roman" pitchFamily="18" charset="0"/>
                </a:rPr>
                <a:t>Điểm đất ảo</a:t>
              </a:r>
            </a:p>
          </p:txBody>
        </p:sp>
        <p:cxnSp>
          <p:nvCxnSpPr>
            <p:cNvPr id="17" name="Straight Arrow Connector 16"/>
            <p:cNvCxnSpPr/>
            <p:nvPr/>
          </p:nvCxnSpPr>
          <p:spPr>
            <a:xfrm flipV="1">
              <a:off x="2590800" y="1828800"/>
              <a:ext cx="457200" cy="365125"/>
            </a:xfrm>
            <a:prstGeom prst="straightConnector1">
              <a:avLst/>
            </a:prstGeom>
            <a:ln>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5" name="Group 4"/>
          <p:cNvGrpSpPr/>
          <p:nvPr/>
        </p:nvGrpSpPr>
        <p:grpSpPr>
          <a:xfrm>
            <a:off x="5486400" y="4148026"/>
            <a:ext cx="3352800" cy="967122"/>
            <a:chOff x="5486400" y="4148026"/>
            <a:chExt cx="3352800" cy="967122"/>
          </a:xfrm>
        </p:grpSpPr>
        <mc:AlternateContent xmlns:mc="http://schemas.openxmlformats.org/markup-compatibility/2006" xmlns:a14="http://schemas.microsoft.com/office/drawing/2010/main">
          <mc:Choice Requires="a14">
            <p:sp>
              <p:nvSpPr>
                <p:cNvPr id="4" name="TextBox 3"/>
                <p:cNvSpPr txBox="1"/>
                <p:nvPr/>
              </p:nvSpPr>
              <p:spPr>
                <a:xfrm>
                  <a:off x="5638800" y="4724400"/>
                  <a:ext cx="3200400" cy="390748"/>
                </a:xfrm>
                <a:prstGeom prst="rect">
                  <a:avLst/>
                </a:prstGeom>
                <a:noFill/>
                <a:ln w="28575">
                  <a:solidFill>
                    <a:srgbClr val="FF0066"/>
                  </a:solidFill>
                </a:ln>
              </p:spPr>
              <p:txBody>
                <a:bodyPr wrap="square" rtlCol="0">
                  <a:spAutoFit/>
                </a:bodyPr>
                <a:lstStyle/>
                <a:p>
                  <a14:m>
                    <m:oMath xmlns:m="http://schemas.openxmlformats.org/officeDocument/2006/math">
                      <m:sSub>
                        <m:sSubPr>
                          <m:ctrlPr>
                            <a:rPr lang="en-US" i="1" smtClean="0">
                              <a:latin typeface="Cambria Math"/>
                            </a:rPr>
                          </m:ctrlPr>
                        </m:sSubPr>
                        <m:e>
                          <m:r>
                            <a:rPr lang="en-US" b="0" i="1" smtClean="0">
                              <a:latin typeface="Cambria Math"/>
                            </a:rPr>
                            <m:t>𝑖</m:t>
                          </m:r>
                        </m:e>
                        <m:sub>
                          <m:r>
                            <a:rPr lang="en-US" b="0" i="1" smtClean="0">
                              <a:latin typeface="Cambria Math"/>
                            </a:rPr>
                            <m:t>𝑝</m:t>
                          </m:r>
                        </m:sub>
                      </m:sSub>
                      <m:r>
                        <a:rPr lang="en-US" b="0" i="1" smtClean="0">
                          <a:latin typeface="Cambria Math"/>
                        </a:rPr>
                        <m:t>=</m:t>
                      </m:r>
                      <m:sSub>
                        <m:sSubPr>
                          <m:ctrlPr>
                            <a:rPr lang="en-US" b="0" i="1" smtClean="0">
                              <a:latin typeface="Cambria Math"/>
                            </a:rPr>
                          </m:ctrlPr>
                        </m:sSubPr>
                        <m:e>
                          <m:r>
                            <a:rPr lang="en-US" b="0" i="1" smtClean="0">
                              <a:latin typeface="Cambria Math"/>
                            </a:rPr>
                            <m:t>𝑖</m:t>
                          </m:r>
                        </m:e>
                        <m:sub>
                          <m:r>
                            <a:rPr lang="en-US" b="0" i="1" smtClean="0">
                              <a:latin typeface="Cambria Math"/>
                            </a:rPr>
                            <m:t>𝑛</m:t>
                          </m:r>
                        </m:sub>
                      </m:sSub>
                    </m:oMath>
                  </a14:m>
                  <a:r>
                    <a:rPr lang="en-US" smtClean="0"/>
                    <a:t>=0</a:t>
                  </a:r>
                  <a:endParaRPr lang="en-US"/>
                </a:p>
              </p:txBody>
            </p:sp>
          </mc:Choice>
          <mc:Fallback xmlns="">
            <p:sp>
              <p:nvSpPr>
                <p:cNvPr id="4" name="TextBox 3"/>
                <p:cNvSpPr txBox="1">
                  <a:spLocks noRot="1" noChangeAspect="1" noMove="1" noResize="1" noEditPoints="1" noAdjustHandles="1" noChangeArrowheads="1" noChangeShapeType="1" noTextEdit="1"/>
                </p:cNvSpPr>
                <p:nvPr/>
              </p:nvSpPr>
              <p:spPr>
                <a:xfrm>
                  <a:off x="5638800" y="4724400"/>
                  <a:ext cx="3200400" cy="390748"/>
                </a:xfrm>
                <a:prstGeom prst="rect">
                  <a:avLst/>
                </a:prstGeom>
                <a:blipFill rotWithShape="1">
                  <a:blip r:embed="rId7"/>
                  <a:stretch>
                    <a:fillRect t="-4348" b="-13043"/>
                  </a:stretch>
                </a:blipFill>
                <a:ln w="28575">
                  <a:solidFill>
                    <a:srgbClr val="FF0066"/>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5486400" y="4148026"/>
                  <a:ext cx="3200400" cy="390748"/>
                </a:xfrm>
                <a:prstGeom prst="rect">
                  <a:avLst/>
                </a:prstGeom>
                <a:noFill/>
                <a:ln w="28575">
                  <a:solidFill>
                    <a:srgbClr val="FF0066"/>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a:rPr>
                            </m:ctrlPr>
                          </m:sSubPr>
                          <m:e>
                            <m:r>
                              <a:rPr lang="en-US" b="0" i="1" smtClean="0">
                                <a:latin typeface="Cambria Math"/>
                              </a:rPr>
                              <m:t>𝑣</m:t>
                            </m:r>
                          </m:e>
                          <m:sub>
                            <m:r>
                              <a:rPr lang="en-US" b="0" i="1" smtClean="0">
                                <a:latin typeface="Cambria Math"/>
                              </a:rPr>
                              <m:t>𝑝</m:t>
                            </m:r>
                          </m:sub>
                        </m:sSub>
                        <m:r>
                          <a:rPr lang="en-US" b="0" i="1" smtClean="0">
                            <a:latin typeface="Cambria Math"/>
                          </a:rPr>
                          <m:t>(</m:t>
                        </m:r>
                        <m:r>
                          <a:rPr lang="en-US" b="0" i="1" smtClean="0">
                            <a:latin typeface="Cambria Math"/>
                          </a:rPr>
                          <m:t>𝑝𝑜𝑠𝑖𝑡𝑖𝑣𝑒</m:t>
                        </m:r>
                        <m:r>
                          <a:rPr lang="en-US" b="0" i="1" smtClean="0">
                            <a:latin typeface="Cambria Math"/>
                          </a:rPr>
                          <m:t>)=</m:t>
                        </m:r>
                        <m:sSub>
                          <m:sSubPr>
                            <m:ctrlPr>
                              <a:rPr lang="en-US" b="0" i="1" smtClean="0">
                                <a:latin typeface="Cambria Math"/>
                              </a:rPr>
                            </m:ctrlPr>
                          </m:sSubPr>
                          <m:e>
                            <m:r>
                              <a:rPr lang="en-US" b="0" i="1" smtClean="0">
                                <a:latin typeface="Cambria Math"/>
                              </a:rPr>
                              <m:t>𝑣</m:t>
                            </m:r>
                          </m:e>
                          <m:sub>
                            <m:r>
                              <a:rPr lang="en-US" b="0" i="1" smtClean="0">
                                <a:latin typeface="Cambria Math"/>
                              </a:rPr>
                              <m:t>𝑛</m:t>
                            </m:r>
                          </m:sub>
                        </m:sSub>
                        <m:r>
                          <a:rPr lang="en-US" b="0" i="1" smtClean="0">
                            <a:latin typeface="Cambria Math"/>
                          </a:rPr>
                          <m:t>(</m:t>
                        </m:r>
                        <m:r>
                          <a:rPr lang="en-US" b="0" i="1" smtClean="0">
                            <a:latin typeface="Cambria Math"/>
                          </a:rPr>
                          <m:t>𝑛𝑒𝑔𝑎𝑡𝑖𝑣𝑒</m:t>
                        </m:r>
                        <m:r>
                          <a:rPr lang="en-US" b="0" i="1" smtClean="0">
                            <a:latin typeface="Cambria Math"/>
                          </a:rPr>
                          <m:t>)</m:t>
                        </m:r>
                      </m:oMath>
                    </m:oMathPara>
                  </a14:m>
                  <a:endParaRPr lang="en-US"/>
                </a:p>
              </p:txBody>
            </p:sp>
          </mc:Choice>
          <mc:Fallback xmlns="">
            <p:sp>
              <p:nvSpPr>
                <p:cNvPr id="13" name="TextBox 12"/>
                <p:cNvSpPr txBox="1">
                  <a:spLocks noRot="1" noChangeAspect="1" noMove="1" noResize="1" noEditPoints="1" noAdjustHandles="1" noChangeArrowheads="1" noChangeShapeType="1" noTextEdit="1"/>
                </p:cNvSpPr>
                <p:nvPr/>
              </p:nvSpPr>
              <p:spPr>
                <a:xfrm>
                  <a:off x="5486400" y="4148026"/>
                  <a:ext cx="3200400" cy="390748"/>
                </a:xfrm>
                <a:prstGeom prst="rect">
                  <a:avLst/>
                </a:prstGeom>
                <a:blipFill rotWithShape="1">
                  <a:blip r:embed="rId8"/>
                  <a:stretch>
                    <a:fillRect b="-1429"/>
                  </a:stretch>
                </a:blipFill>
                <a:ln w="28575">
                  <a:solidFill>
                    <a:srgbClr val="FF0066"/>
                  </a:solidFill>
                </a:ln>
              </p:spPr>
              <p:txBody>
                <a:bodyPr/>
                <a:lstStyle/>
                <a:p>
                  <a:r>
                    <a:rPr lang="en-US">
                      <a:noFill/>
                    </a:rPr>
                    <a:t> </a:t>
                  </a:r>
                </a:p>
              </p:txBody>
            </p:sp>
          </mc:Fallback>
        </mc:AlternateContent>
      </p:grpSp>
      <p:cxnSp>
        <p:nvCxnSpPr>
          <p:cNvPr id="7" name="Straight Arrow Connector 6"/>
          <p:cNvCxnSpPr/>
          <p:nvPr/>
        </p:nvCxnSpPr>
        <p:spPr>
          <a:xfrm flipH="1">
            <a:off x="5449824" y="1069848"/>
            <a:ext cx="381000" cy="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5541264" y="696034"/>
            <a:ext cx="304800" cy="446892"/>
          </a:xfrm>
          <a:prstGeom prst="rect">
            <a:avLst/>
          </a:prstGeom>
          <a:noFill/>
        </p:spPr>
        <p:txBody>
          <a:bodyPr wrap="square" rtlCol="0">
            <a:spAutoFit/>
          </a:bodyPr>
          <a:lstStyle/>
          <a:p>
            <a:r>
              <a:rPr lang="en-US" smtClean="0"/>
              <a:t>i</a:t>
            </a:r>
            <a:r>
              <a:rPr lang="en-US" baseline="-25000" smtClean="0"/>
              <a:t>f</a:t>
            </a:r>
            <a:endParaRPr lang="en-US" baseline="-25000"/>
          </a:p>
        </p:txBody>
      </p:sp>
      <p:sp>
        <p:nvSpPr>
          <p:cNvPr id="18" name="TextBox 17"/>
          <p:cNvSpPr txBox="1"/>
          <p:nvPr/>
        </p:nvSpPr>
        <p:spPr>
          <a:xfrm>
            <a:off x="2933700" y="1795756"/>
            <a:ext cx="228600" cy="184989"/>
          </a:xfrm>
          <a:prstGeom prst="rect">
            <a:avLst/>
          </a:prstGeom>
          <a:noFill/>
        </p:spPr>
        <p:txBody>
          <a:bodyPr wrap="square" rtlCol="0">
            <a:spAutoFit/>
          </a:bodyPr>
          <a:lstStyle/>
          <a:p>
            <a:r>
              <a:rPr lang="en-US" sz="1000" smtClean="0"/>
              <a:t>N</a:t>
            </a:r>
            <a:endParaRPr lang="en-US" sz="1000" baseline="-25000"/>
          </a:p>
        </p:txBody>
      </p:sp>
      <p:sp>
        <p:nvSpPr>
          <p:cNvPr id="19" name="TextBox 18"/>
          <p:cNvSpPr txBox="1"/>
          <p:nvPr/>
        </p:nvSpPr>
        <p:spPr>
          <a:xfrm>
            <a:off x="2834640" y="1972299"/>
            <a:ext cx="228600" cy="246221"/>
          </a:xfrm>
          <a:prstGeom prst="rect">
            <a:avLst/>
          </a:prstGeom>
          <a:noFill/>
        </p:spPr>
        <p:txBody>
          <a:bodyPr wrap="square" rtlCol="0">
            <a:spAutoFit/>
          </a:bodyPr>
          <a:lstStyle/>
          <a:p>
            <a:r>
              <a:rPr lang="en-US" sz="1000" smtClean="0"/>
              <a:t>P</a:t>
            </a:r>
            <a:endParaRPr lang="en-US" sz="1000" baseline="-2500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5875" y="95250"/>
            <a:ext cx="7497763" cy="838200"/>
          </a:xfrm>
        </p:spPr>
        <p:txBody>
          <a:bodyPr/>
          <a:lstStyle/>
          <a:p>
            <a:pPr algn="ctr" eaLnBrk="1" fontAlgn="auto" hangingPunct="1">
              <a:spcAft>
                <a:spcPts val="0"/>
              </a:spcAft>
              <a:defRPr/>
            </a:pPr>
            <a:r>
              <a:rPr lang="en-US" dirty="0" err="1" smtClean="0">
                <a:solidFill>
                  <a:schemeClr val="tx2">
                    <a:satMod val="130000"/>
                  </a:schemeClr>
                </a:solidFill>
                <a:latin typeface="Times New Roman" pitchFamily="18" charset="0"/>
                <a:cs typeface="Times New Roman" pitchFamily="18" charset="0"/>
              </a:rPr>
              <a:t>Mạch</a:t>
            </a:r>
            <a:r>
              <a:rPr lang="en-US" dirty="0" smtClean="0">
                <a:solidFill>
                  <a:schemeClr val="tx2">
                    <a:satMod val="130000"/>
                  </a:schemeClr>
                </a:solidFill>
                <a:latin typeface="Times New Roman" pitchFamily="18" charset="0"/>
                <a:cs typeface="Times New Roman" pitchFamily="18" charset="0"/>
              </a:rPr>
              <a:t> </a:t>
            </a:r>
            <a:r>
              <a:rPr lang="en-US" dirty="0" err="1" smtClean="0">
                <a:solidFill>
                  <a:schemeClr val="tx2">
                    <a:satMod val="130000"/>
                  </a:schemeClr>
                </a:solidFill>
                <a:latin typeface="Times New Roman" pitchFamily="18" charset="0"/>
                <a:cs typeface="Times New Roman" pitchFamily="18" charset="0"/>
              </a:rPr>
              <a:t>khuếch</a:t>
            </a:r>
            <a:r>
              <a:rPr lang="en-US" dirty="0" smtClean="0">
                <a:solidFill>
                  <a:schemeClr val="tx2">
                    <a:satMod val="130000"/>
                  </a:schemeClr>
                </a:solidFill>
                <a:latin typeface="Times New Roman" pitchFamily="18" charset="0"/>
                <a:cs typeface="Times New Roman" pitchFamily="18" charset="0"/>
              </a:rPr>
              <a:t> </a:t>
            </a:r>
            <a:r>
              <a:rPr lang="en-US" dirty="0" err="1" smtClean="0">
                <a:solidFill>
                  <a:schemeClr val="tx2">
                    <a:satMod val="130000"/>
                  </a:schemeClr>
                </a:solidFill>
                <a:latin typeface="Times New Roman" pitchFamily="18" charset="0"/>
                <a:cs typeface="Times New Roman" pitchFamily="18" charset="0"/>
              </a:rPr>
              <a:t>đại</a:t>
            </a:r>
            <a:r>
              <a:rPr lang="en-US" dirty="0" smtClean="0">
                <a:solidFill>
                  <a:schemeClr val="tx2">
                    <a:satMod val="130000"/>
                  </a:schemeClr>
                </a:solidFill>
                <a:latin typeface="Times New Roman" pitchFamily="18" charset="0"/>
                <a:cs typeface="Times New Roman" pitchFamily="18" charset="0"/>
              </a:rPr>
              <a:t> </a:t>
            </a:r>
            <a:r>
              <a:rPr lang="en-US" dirty="0" err="1" smtClean="0">
                <a:solidFill>
                  <a:schemeClr val="tx2">
                    <a:satMod val="130000"/>
                  </a:schemeClr>
                </a:solidFill>
                <a:latin typeface="Times New Roman" pitchFamily="18" charset="0"/>
                <a:cs typeface="Times New Roman" pitchFamily="18" charset="0"/>
              </a:rPr>
              <a:t>đảo</a:t>
            </a:r>
            <a:endParaRPr lang="en-US" dirty="0">
              <a:solidFill>
                <a:schemeClr val="tx2">
                  <a:satMod val="130000"/>
                </a:schemeClr>
              </a:solidFill>
            </a:endParaRPr>
          </a:p>
        </p:txBody>
      </p:sp>
      <p:sp>
        <p:nvSpPr>
          <p:cNvPr id="6149" name="Content Placeholder 11"/>
          <p:cNvSpPr>
            <a:spLocks noGrp="1"/>
          </p:cNvSpPr>
          <p:nvPr>
            <p:ph sz="half" idx="2"/>
          </p:nvPr>
        </p:nvSpPr>
        <p:spPr>
          <a:xfrm>
            <a:off x="1219200" y="1066800"/>
            <a:ext cx="7620000" cy="5638800"/>
          </a:xfrm>
        </p:spPr>
        <p:txBody>
          <a:bodyPr/>
          <a:lstStyle/>
          <a:p>
            <a:pPr eaLnBrk="1" hangingPunct="1">
              <a:lnSpc>
                <a:spcPct val="150000"/>
              </a:lnSpc>
            </a:pPr>
            <a:r>
              <a:rPr lang="en-US" altLang="ja-JP" sz="2000" smtClean="0">
                <a:latin typeface="Times New Roman" pitchFamily="18" charset="0"/>
                <a:cs typeface="Times New Roman" pitchFamily="18" charset="0"/>
              </a:rPr>
              <a:t>Vậy hệ</a:t>
            </a:r>
            <a:r>
              <a:rPr lang="ja-JP" altLang="en-US" sz="2000" smtClean="0">
                <a:latin typeface="Times New Roman" pitchFamily="18" charset="0"/>
                <a:cs typeface="Times New Roman" pitchFamily="18" charset="0"/>
              </a:rPr>
              <a:t> </a:t>
            </a:r>
            <a:r>
              <a:rPr lang="en-US" altLang="ja-JP" sz="2000" smtClean="0">
                <a:latin typeface="Times New Roman" pitchFamily="18" charset="0"/>
                <a:cs typeface="Times New Roman" pitchFamily="18" charset="0"/>
              </a:rPr>
              <a:t>số</a:t>
            </a:r>
            <a:r>
              <a:rPr lang="ja-JP" altLang="en-US" sz="2000" smtClean="0">
                <a:latin typeface="Times New Roman" pitchFamily="18" charset="0"/>
                <a:cs typeface="Times New Roman" pitchFamily="18" charset="0"/>
              </a:rPr>
              <a:t> </a:t>
            </a:r>
            <a:r>
              <a:rPr lang="vi-VN" altLang="ja-JP" sz="2000" smtClean="0">
                <a:latin typeface="Times New Roman" pitchFamily="18" charset="0"/>
                <a:cs typeface="Times New Roman" pitchFamily="18" charset="0"/>
              </a:rPr>
              <a:t>khuếch đại áp</a:t>
            </a:r>
            <a:endParaRPr lang="en-US" altLang="ja-JP" sz="2000" smtClean="0">
              <a:latin typeface="Times New Roman" pitchFamily="18" charset="0"/>
              <a:cs typeface="Times New Roman" pitchFamily="18" charset="0"/>
            </a:endParaRPr>
          </a:p>
          <a:p>
            <a:pPr eaLnBrk="1" hangingPunct="1">
              <a:lnSpc>
                <a:spcPct val="150000"/>
              </a:lnSpc>
            </a:pPr>
            <a:endParaRPr lang="en-US" altLang="ja-JP" sz="2000" smtClean="0">
              <a:latin typeface="Times New Roman" pitchFamily="18" charset="0"/>
              <a:cs typeface="Times New Roman" pitchFamily="18" charset="0"/>
            </a:endParaRPr>
          </a:p>
          <a:p>
            <a:pPr eaLnBrk="1" hangingPunct="1">
              <a:lnSpc>
                <a:spcPct val="150000"/>
              </a:lnSpc>
            </a:pPr>
            <a:r>
              <a:rPr lang="en-US" altLang="ja-JP" sz="2000" smtClean="0">
                <a:latin typeface="Times New Roman" pitchFamily="18" charset="0"/>
                <a:cs typeface="Times New Roman" pitchFamily="18" charset="0"/>
              </a:rPr>
              <a:t>Trở</a:t>
            </a:r>
            <a:r>
              <a:rPr lang="ja-JP" altLang="en-US" sz="2000" smtClean="0">
                <a:latin typeface="Times New Roman" pitchFamily="18" charset="0"/>
                <a:cs typeface="Times New Roman" pitchFamily="18" charset="0"/>
              </a:rPr>
              <a:t> </a:t>
            </a:r>
            <a:r>
              <a:rPr lang="en-US" altLang="ja-JP" sz="2000" smtClean="0">
                <a:latin typeface="Times New Roman" pitchFamily="18" charset="0"/>
                <a:cs typeface="Times New Roman" pitchFamily="18" charset="0"/>
              </a:rPr>
              <a:t>kháng vào:</a:t>
            </a:r>
            <a:endParaRPr lang="ja-JP" altLang="en-US" sz="2000" baseline="-25000" smtClean="0">
              <a:latin typeface="Times New Roman" pitchFamily="18" charset="0"/>
              <a:cs typeface="Times New Roman" pitchFamily="18" charset="0"/>
            </a:endParaRPr>
          </a:p>
          <a:p>
            <a:pPr eaLnBrk="1" hangingPunct="1"/>
            <a:r>
              <a:rPr lang="en-US" altLang="ja-JP" sz="2000" b="1" i="1" u="sng" smtClean="0">
                <a:solidFill>
                  <a:srgbClr val="FF0000"/>
                </a:solidFill>
                <a:latin typeface="Times New Roman" pitchFamily="18" charset="0"/>
                <a:cs typeface="Times New Roman" pitchFamily="18" charset="0"/>
              </a:rPr>
              <a:t>Nhận xét:</a:t>
            </a:r>
            <a:endParaRPr lang="ja-JP" altLang="en-US" sz="2000" b="1" i="1" u="sng" smtClean="0">
              <a:solidFill>
                <a:srgbClr val="FF0000"/>
              </a:solidFill>
              <a:latin typeface="Times New Roman" pitchFamily="18" charset="0"/>
              <a:cs typeface="Times New Roman" pitchFamily="18" charset="0"/>
            </a:endParaRPr>
          </a:p>
          <a:p>
            <a:pPr marL="365125" lvl="1" indent="-282575" eaLnBrk="1" hangingPunct="1">
              <a:spcBef>
                <a:spcPts val="600"/>
              </a:spcBef>
              <a:buSzPct val="80000"/>
              <a:buFont typeface="Wingdings 2" pitchFamily="18" charset="2"/>
              <a:buChar char="◦"/>
            </a:pPr>
            <a:r>
              <a:rPr lang="en-US" altLang="ja-JP" sz="2000" smtClean="0">
                <a:latin typeface="Times New Roman" pitchFamily="18" charset="0"/>
                <a:cs typeface="Times New Roman" pitchFamily="18" charset="0"/>
              </a:rPr>
              <a:t> Khi tín hiệu vào cửa N thông qua R</a:t>
            </a:r>
            <a:r>
              <a:rPr lang="en-US" altLang="ja-JP" sz="2000" baseline="-25000" smtClean="0">
                <a:latin typeface="Times New Roman" pitchFamily="18" charset="0"/>
                <a:cs typeface="Times New Roman" pitchFamily="18" charset="0"/>
              </a:rPr>
              <a:t>1</a:t>
            </a:r>
            <a:r>
              <a:rPr lang="ja-JP" altLang="en-US" sz="2000" smtClean="0">
                <a:latin typeface="Times New Roman" pitchFamily="18" charset="0"/>
                <a:cs typeface="Times New Roman" pitchFamily="18" charset="0"/>
              </a:rPr>
              <a:t> </a:t>
            </a:r>
            <a:r>
              <a:rPr lang="en-US" altLang="ja-JP" sz="2000" smtClean="0">
                <a:latin typeface="Times New Roman" pitchFamily="18" charset="0"/>
                <a:cs typeface="Times New Roman" pitchFamily="18" charset="0"/>
              </a:rPr>
              <a:t>và</a:t>
            </a:r>
            <a:r>
              <a:rPr lang="ja-JP" altLang="en-US" sz="2000" smtClean="0">
                <a:latin typeface="Times New Roman" pitchFamily="18" charset="0"/>
                <a:cs typeface="Times New Roman" pitchFamily="18" charset="0"/>
              </a:rPr>
              <a:t> </a:t>
            </a:r>
            <a:r>
              <a:rPr lang="en-US" altLang="ja-JP" sz="2000" smtClean="0">
                <a:latin typeface="Times New Roman" pitchFamily="18" charset="0"/>
                <a:cs typeface="Times New Roman" pitchFamily="18" charset="0"/>
              </a:rPr>
              <a:t>hồi tiếp là</a:t>
            </a:r>
            <a:r>
              <a:rPr lang="ja-JP" altLang="en-US" sz="2000" smtClean="0">
                <a:latin typeface="Times New Roman" pitchFamily="18" charset="0"/>
                <a:cs typeface="Times New Roman" pitchFamily="18" charset="0"/>
              </a:rPr>
              <a:t> </a:t>
            </a:r>
            <a:r>
              <a:rPr lang="en-US" altLang="ja-JP" sz="2000" smtClean="0">
                <a:latin typeface="Times New Roman" pitchFamily="18" charset="0"/>
                <a:cs typeface="Times New Roman" pitchFamily="18" charset="0"/>
              </a:rPr>
              <a:t>R</a:t>
            </a:r>
            <a:r>
              <a:rPr lang="en-US" altLang="ja-JP" sz="2000" baseline="-25000" smtClean="0">
                <a:latin typeface="Times New Roman" pitchFamily="18" charset="0"/>
                <a:cs typeface="Times New Roman" pitchFamily="18" charset="0"/>
              </a:rPr>
              <a:t>f</a:t>
            </a:r>
            <a:r>
              <a:rPr lang="en-US" altLang="ja-JP" sz="2000" smtClean="0">
                <a:latin typeface="Times New Roman" pitchFamily="18" charset="0"/>
                <a:cs typeface="Times New Roman" pitchFamily="18" charset="0"/>
              </a:rPr>
              <a:t> </a:t>
            </a:r>
            <a:r>
              <a:rPr lang="ja-JP" altLang="en-US" sz="2000" smtClean="0">
                <a:latin typeface="Times New Roman" pitchFamily="18" charset="0"/>
                <a:cs typeface="Times New Roman" pitchFamily="18" charset="0"/>
              </a:rPr>
              <a:t> </a:t>
            </a:r>
            <a:r>
              <a:rPr lang="en-US" altLang="ja-JP" sz="2000" smtClean="0">
                <a:latin typeface="Times New Roman" pitchFamily="18" charset="0"/>
                <a:cs typeface="Times New Roman" pitchFamily="18" charset="0"/>
              </a:rPr>
              <a:t>thì</a:t>
            </a:r>
            <a:r>
              <a:rPr lang="ja-JP" altLang="en-US" sz="2000" smtClean="0">
                <a:latin typeface="Times New Roman" pitchFamily="18" charset="0"/>
                <a:cs typeface="Times New Roman" pitchFamily="18" charset="0"/>
              </a:rPr>
              <a:t> </a:t>
            </a:r>
            <a:r>
              <a:rPr lang="en-US" altLang="ja-JP" sz="2000" smtClean="0">
                <a:latin typeface="Times New Roman" pitchFamily="18" charset="0"/>
                <a:cs typeface="Times New Roman" pitchFamily="18" charset="0"/>
              </a:rPr>
              <a:t>hệ</a:t>
            </a:r>
            <a:r>
              <a:rPr lang="ja-JP" altLang="en-US" sz="2000" smtClean="0">
                <a:latin typeface="Times New Roman" pitchFamily="18" charset="0"/>
                <a:cs typeface="Times New Roman" pitchFamily="18" charset="0"/>
              </a:rPr>
              <a:t> </a:t>
            </a:r>
            <a:r>
              <a:rPr lang="en-US" altLang="ja-JP" sz="2000" smtClean="0">
                <a:latin typeface="Times New Roman" pitchFamily="18" charset="0"/>
                <a:cs typeface="Times New Roman" pitchFamily="18" charset="0"/>
              </a:rPr>
              <a:t>số</a:t>
            </a:r>
            <a:r>
              <a:rPr lang="ja-JP" altLang="en-US" sz="2000" smtClean="0">
                <a:latin typeface="Times New Roman" pitchFamily="18" charset="0"/>
                <a:cs typeface="Times New Roman" pitchFamily="18" charset="0"/>
              </a:rPr>
              <a:t> </a:t>
            </a:r>
            <a:r>
              <a:rPr lang="vi-VN" altLang="ja-JP" sz="2000" smtClean="0">
                <a:latin typeface="Times New Roman" pitchFamily="18" charset="0"/>
                <a:cs typeface="Times New Roman" pitchFamily="18" charset="0"/>
              </a:rPr>
              <a:t>khuếch đại chỉ</a:t>
            </a:r>
            <a:r>
              <a:rPr lang="ja-JP" altLang="en-US" sz="2000" smtClean="0">
                <a:latin typeface="Times New Roman" pitchFamily="18" charset="0"/>
                <a:cs typeface="Times New Roman" pitchFamily="18" charset="0"/>
              </a:rPr>
              <a:t> </a:t>
            </a:r>
            <a:r>
              <a:rPr lang="en-US" altLang="ja-JP" sz="2000" smtClean="0">
                <a:latin typeface="Times New Roman" pitchFamily="18" charset="0"/>
                <a:cs typeface="Times New Roman" pitchFamily="18" charset="0"/>
              </a:rPr>
              <a:t>phụ</a:t>
            </a:r>
            <a:r>
              <a:rPr lang="ja-JP" altLang="en-US" sz="2000" smtClean="0">
                <a:latin typeface="Times New Roman" pitchFamily="18" charset="0"/>
                <a:cs typeface="Times New Roman" pitchFamily="18" charset="0"/>
              </a:rPr>
              <a:t> </a:t>
            </a:r>
            <a:r>
              <a:rPr lang="en-US" altLang="ja-JP" sz="2000" smtClean="0">
                <a:latin typeface="Times New Roman" pitchFamily="18" charset="0"/>
                <a:cs typeface="Times New Roman" pitchFamily="18" charset="0"/>
              </a:rPr>
              <a:t>thuộc vào tỷ</a:t>
            </a:r>
            <a:r>
              <a:rPr lang="ja-JP" altLang="en-US" sz="2000" smtClean="0">
                <a:latin typeface="Times New Roman" pitchFamily="18" charset="0"/>
                <a:cs typeface="Times New Roman" pitchFamily="18" charset="0"/>
              </a:rPr>
              <a:t> </a:t>
            </a:r>
            <a:r>
              <a:rPr lang="en-US" altLang="ja-JP" sz="2000" smtClean="0">
                <a:latin typeface="Times New Roman" pitchFamily="18" charset="0"/>
                <a:cs typeface="Times New Roman" pitchFamily="18" charset="0"/>
              </a:rPr>
              <a:t>số</a:t>
            </a:r>
            <a:r>
              <a:rPr lang="ja-JP" altLang="en-US" sz="2000" smtClean="0">
                <a:latin typeface="Times New Roman" pitchFamily="18" charset="0"/>
                <a:cs typeface="Times New Roman" pitchFamily="18" charset="0"/>
              </a:rPr>
              <a:t> </a:t>
            </a:r>
            <a:r>
              <a:rPr lang="en-US" altLang="ja-JP" sz="2000" smtClean="0">
                <a:latin typeface="Times New Roman" pitchFamily="18" charset="0"/>
                <a:cs typeface="Times New Roman" pitchFamily="18" charset="0"/>
              </a:rPr>
              <a:t>(</a:t>
            </a:r>
            <a:r>
              <a:rPr lang="en-US" altLang="ja-JP" sz="2000" i="1" smtClean="0">
                <a:latin typeface="Times New Roman" pitchFamily="18" charset="0"/>
                <a:cs typeface="Times New Roman" pitchFamily="18" charset="0"/>
              </a:rPr>
              <a:t>R</a:t>
            </a:r>
            <a:r>
              <a:rPr lang="en-US" altLang="ja-JP" sz="2000" i="1" baseline="-25000" smtClean="0">
                <a:latin typeface="Times New Roman" pitchFamily="18" charset="0"/>
                <a:cs typeface="Times New Roman" pitchFamily="18" charset="0"/>
              </a:rPr>
              <a:t>f </a:t>
            </a:r>
            <a:r>
              <a:rPr lang="en-US" altLang="ja-JP" sz="2000" i="1" smtClean="0">
                <a:latin typeface="Times New Roman" pitchFamily="18" charset="0"/>
                <a:cs typeface="Times New Roman" pitchFamily="18" charset="0"/>
              </a:rPr>
              <a:t>/ R</a:t>
            </a:r>
            <a:r>
              <a:rPr lang="en-US" altLang="ja-JP" sz="2000" i="1" baseline="-25000" smtClean="0">
                <a:latin typeface="Times New Roman" pitchFamily="18" charset="0"/>
                <a:cs typeface="Times New Roman" pitchFamily="18" charset="0"/>
              </a:rPr>
              <a:t>1</a:t>
            </a:r>
            <a:r>
              <a:rPr lang="en-US" altLang="ja-JP" sz="2000" smtClean="0">
                <a:latin typeface="Times New Roman" pitchFamily="18" charset="0"/>
                <a:cs typeface="Times New Roman" pitchFamily="18" charset="0"/>
              </a:rPr>
              <a:t>) mà</a:t>
            </a:r>
            <a:r>
              <a:rPr lang="ja-JP" altLang="en-US" sz="2000" smtClean="0">
                <a:latin typeface="Times New Roman" pitchFamily="18" charset="0"/>
                <a:cs typeface="Times New Roman" pitchFamily="18" charset="0"/>
              </a:rPr>
              <a:t> </a:t>
            </a:r>
            <a:r>
              <a:rPr lang="en-US" altLang="ja-JP" sz="2000" smtClean="0">
                <a:latin typeface="Times New Roman" pitchFamily="18" charset="0"/>
                <a:cs typeface="Times New Roman" pitchFamily="18" charset="0"/>
              </a:rPr>
              <a:t>không phụ</a:t>
            </a:r>
            <a:r>
              <a:rPr lang="ja-JP" altLang="en-US" sz="2000" smtClean="0">
                <a:latin typeface="Times New Roman" pitchFamily="18" charset="0"/>
                <a:cs typeface="Times New Roman" pitchFamily="18" charset="0"/>
              </a:rPr>
              <a:t> </a:t>
            </a:r>
            <a:r>
              <a:rPr lang="en-US" altLang="ja-JP" sz="2000" smtClean="0">
                <a:latin typeface="Times New Roman" pitchFamily="18" charset="0"/>
                <a:cs typeface="Times New Roman" pitchFamily="18" charset="0"/>
              </a:rPr>
              <a:t>thuộc vào hệ</a:t>
            </a:r>
            <a:r>
              <a:rPr lang="ja-JP" altLang="en-US" sz="2000" smtClean="0">
                <a:latin typeface="Times New Roman" pitchFamily="18" charset="0"/>
                <a:cs typeface="Times New Roman" pitchFamily="18" charset="0"/>
              </a:rPr>
              <a:t> </a:t>
            </a:r>
            <a:r>
              <a:rPr lang="en-US" altLang="ja-JP" sz="2000" smtClean="0">
                <a:latin typeface="Times New Roman" pitchFamily="18" charset="0"/>
                <a:cs typeface="Times New Roman" pitchFamily="18" charset="0"/>
              </a:rPr>
              <a:t>số</a:t>
            </a:r>
            <a:r>
              <a:rPr lang="ja-JP" altLang="en-US" sz="2000" smtClean="0">
                <a:latin typeface="Times New Roman" pitchFamily="18" charset="0"/>
                <a:cs typeface="Times New Roman" pitchFamily="18" charset="0"/>
              </a:rPr>
              <a:t> </a:t>
            </a:r>
            <a:r>
              <a:rPr lang="vi-VN" altLang="ja-JP" sz="2000" smtClean="0">
                <a:latin typeface="Times New Roman" pitchFamily="18" charset="0"/>
                <a:cs typeface="Times New Roman" pitchFamily="18" charset="0"/>
              </a:rPr>
              <a:t>khuếch đại thuật toán (K</a:t>
            </a:r>
            <a:r>
              <a:rPr lang="vi-VN" altLang="ja-JP" sz="2000" baseline="-25000" smtClean="0">
                <a:latin typeface="Times New Roman" pitchFamily="18" charset="0"/>
                <a:cs typeface="Times New Roman" pitchFamily="18" charset="0"/>
              </a:rPr>
              <a:t>d</a:t>
            </a:r>
            <a:r>
              <a:rPr lang="vi-VN" altLang="ja-JP" sz="2000" smtClean="0">
                <a:latin typeface="Times New Roman" pitchFamily="18" charset="0"/>
                <a:cs typeface="Times New Roman" pitchFamily="18" charset="0"/>
              </a:rPr>
              <a:t>)</a:t>
            </a:r>
            <a:endParaRPr lang="ja-JP" altLang="en-US" sz="2000" smtClean="0">
              <a:latin typeface="Times New Roman" pitchFamily="18" charset="0"/>
              <a:cs typeface="Times New Roman" pitchFamily="18" charset="0"/>
            </a:endParaRPr>
          </a:p>
          <a:p>
            <a:pPr marL="365125" lvl="1" indent="-282575" eaLnBrk="1" hangingPunct="1">
              <a:spcBef>
                <a:spcPts val="600"/>
              </a:spcBef>
              <a:buSzPct val="80000"/>
              <a:buFont typeface="Wingdings 2" pitchFamily="18" charset="2"/>
              <a:buChar char="◦"/>
            </a:pPr>
            <a:r>
              <a:rPr lang="en-US" altLang="ja-JP" sz="2000" smtClean="0">
                <a:latin typeface="Times New Roman" pitchFamily="18" charset="0"/>
                <a:cs typeface="Times New Roman" pitchFamily="18" charset="0"/>
              </a:rPr>
              <a:t>K</a:t>
            </a:r>
            <a:r>
              <a:rPr lang="en-US" altLang="ja-JP" sz="2000" baseline="-25000" smtClean="0">
                <a:latin typeface="Times New Roman" pitchFamily="18" charset="0"/>
                <a:cs typeface="Times New Roman" pitchFamily="18" charset="0"/>
              </a:rPr>
              <a:t>u</a:t>
            </a:r>
            <a:r>
              <a:rPr lang="ja-JP" altLang="en-US" sz="2000" smtClean="0">
                <a:latin typeface="Times New Roman" pitchFamily="18" charset="0"/>
                <a:cs typeface="Times New Roman" pitchFamily="18" charset="0"/>
              </a:rPr>
              <a:t> </a:t>
            </a:r>
            <a:r>
              <a:rPr lang="en-US" altLang="ja-JP" sz="2000" smtClean="0">
                <a:latin typeface="Times New Roman" pitchFamily="18" charset="0"/>
                <a:cs typeface="Times New Roman" pitchFamily="18" charset="0"/>
              </a:rPr>
              <a:t>&lt; 0 </a:t>
            </a:r>
            <a:r>
              <a:rPr lang="ja-JP" altLang="en-US" sz="2000" smtClean="0">
                <a:latin typeface="Times New Roman" pitchFamily="18" charset="0"/>
                <a:cs typeface="Times New Roman" pitchFamily="18" charset="0"/>
                <a:sym typeface="Wingdings" pitchFamily="2" charset="2"/>
              </a:rPr>
              <a:t> </a:t>
            </a:r>
            <a:r>
              <a:rPr lang="vi-VN" altLang="ja-JP" sz="2000" smtClean="0">
                <a:latin typeface="Times New Roman" pitchFamily="18" charset="0"/>
                <a:cs typeface="Times New Roman" pitchFamily="18" charset="0"/>
                <a:sym typeface="Wingdings" pitchFamily="2" charset="2"/>
              </a:rPr>
              <a:t>điện áp ra ngược pha </a:t>
            </a:r>
            <a:r>
              <a:rPr lang="en-US" altLang="ja-JP" sz="2000" smtClean="0">
                <a:latin typeface="Times New Roman" pitchFamily="18" charset="0"/>
                <a:cs typeface="Times New Roman" pitchFamily="18" charset="0"/>
                <a:sym typeface="Wingdings" pitchFamily="2" charset="2"/>
              </a:rPr>
              <a:t>với </a:t>
            </a:r>
            <a:r>
              <a:rPr lang="vi-VN" altLang="ja-JP" sz="2000" smtClean="0">
                <a:latin typeface="Times New Roman" pitchFamily="18" charset="0"/>
                <a:cs typeface="Times New Roman" pitchFamily="18" charset="0"/>
                <a:sym typeface="Wingdings" pitchFamily="2" charset="2"/>
              </a:rPr>
              <a:t>điện áp vào </a:t>
            </a:r>
            <a:r>
              <a:rPr lang="ja-JP" altLang="en-US" sz="2000" smtClean="0">
                <a:latin typeface="Times New Roman" pitchFamily="18" charset="0"/>
                <a:cs typeface="Times New Roman" pitchFamily="18" charset="0"/>
                <a:sym typeface="Wingdings" pitchFamily="2" charset="2"/>
              </a:rPr>
              <a:t> </a:t>
            </a:r>
            <a:r>
              <a:rPr lang="vi-VN" altLang="ja-JP" sz="2000" smtClean="0">
                <a:latin typeface="Times New Roman" pitchFamily="18" charset="0"/>
                <a:cs typeface="Times New Roman" pitchFamily="18" charset="0"/>
                <a:sym typeface="Wingdings" pitchFamily="2" charset="2"/>
              </a:rPr>
              <a:t>mạch khuếch đại đảo.</a:t>
            </a:r>
            <a:endParaRPr lang="ja-JP" altLang="en-US" sz="2000" smtClean="0">
              <a:latin typeface="Times New Roman" pitchFamily="18" charset="0"/>
              <a:cs typeface="Times New Roman" pitchFamily="18" charset="0"/>
              <a:sym typeface="Wingdings" pitchFamily="2" charset="2"/>
            </a:endParaRPr>
          </a:p>
          <a:p>
            <a:pPr marL="365125" lvl="1" indent="-282575" eaLnBrk="1" hangingPunct="1">
              <a:spcBef>
                <a:spcPts val="600"/>
              </a:spcBef>
              <a:buSzPct val="80000"/>
              <a:buFont typeface="Wingdings 2" pitchFamily="18" charset="2"/>
              <a:buChar char="◦"/>
            </a:pPr>
            <a:r>
              <a:rPr lang="vi-VN" altLang="ja-JP" sz="2000" smtClean="0">
                <a:latin typeface="Times New Roman" pitchFamily="18" charset="0"/>
                <a:cs typeface="Times New Roman" pitchFamily="18" charset="0"/>
              </a:rPr>
              <a:t>Tầng khuếch đại đảo có</a:t>
            </a:r>
            <a:r>
              <a:rPr lang="ja-JP" altLang="en-US" sz="2000" smtClean="0">
                <a:latin typeface="Times New Roman" pitchFamily="18" charset="0"/>
                <a:cs typeface="Times New Roman" pitchFamily="18" charset="0"/>
              </a:rPr>
              <a:t> </a:t>
            </a:r>
            <a:r>
              <a:rPr lang="en-US" altLang="ja-JP" sz="2000" smtClean="0">
                <a:latin typeface="Times New Roman" pitchFamily="18" charset="0"/>
                <a:cs typeface="Times New Roman" pitchFamily="18" charset="0"/>
              </a:rPr>
              <a:t>trở</a:t>
            </a:r>
            <a:r>
              <a:rPr lang="ja-JP" altLang="en-US" sz="2000" smtClean="0">
                <a:latin typeface="Times New Roman" pitchFamily="18" charset="0"/>
                <a:cs typeface="Times New Roman" pitchFamily="18" charset="0"/>
              </a:rPr>
              <a:t> </a:t>
            </a:r>
            <a:r>
              <a:rPr lang="en-US" altLang="ja-JP" sz="2000" smtClean="0">
                <a:latin typeface="Times New Roman" pitchFamily="18" charset="0"/>
                <a:cs typeface="Times New Roman" pitchFamily="18" charset="0"/>
              </a:rPr>
              <a:t>kháng vào nhỏ</a:t>
            </a:r>
            <a:r>
              <a:rPr lang="ja-JP" altLang="en-US" sz="2000" smtClean="0">
                <a:latin typeface="Times New Roman" pitchFamily="18" charset="0"/>
                <a:cs typeface="Times New Roman" pitchFamily="18" charset="0"/>
              </a:rPr>
              <a:t> </a:t>
            </a:r>
            <a:r>
              <a:rPr lang="vi-VN" altLang="ja-JP" sz="2000" smtClean="0">
                <a:latin typeface="Times New Roman" pitchFamily="18" charset="0"/>
                <a:cs typeface="Times New Roman" pitchFamily="18" charset="0"/>
              </a:rPr>
              <a:t>( = Z</a:t>
            </a:r>
            <a:r>
              <a:rPr lang="en-US" altLang="ja-JP" sz="2000" baseline="-25000" smtClean="0">
                <a:latin typeface="Times New Roman" pitchFamily="18" charset="0"/>
                <a:cs typeface="Times New Roman" pitchFamily="18" charset="0"/>
              </a:rPr>
              <a:t>v</a:t>
            </a:r>
            <a:r>
              <a:rPr lang="vi-VN" altLang="ja-JP" sz="2000" smtClean="0">
                <a:latin typeface="Times New Roman" pitchFamily="18" charset="0"/>
                <a:cs typeface="Times New Roman" pitchFamily="18" charset="0"/>
              </a:rPr>
              <a:t>). Nếu tăng trở</a:t>
            </a:r>
            <a:r>
              <a:rPr lang="ja-JP" altLang="en-US" sz="2000" smtClean="0">
                <a:latin typeface="Times New Roman" pitchFamily="18" charset="0"/>
                <a:cs typeface="Times New Roman" pitchFamily="18" charset="0"/>
              </a:rPr>
              <a:t> </a:t>
            </a:r>
            <a:r>
              <a:rPr lang="en-US" altLang="ja-JP" sz="2000" smtClean="0">
                <a:latin typeface="Times New Roman" pitchFamily="18" charset="0"/>
                <a:cs typeface="Times New Roman" pitchFamily="18" charset="0"/>
              </a:rPr>
              <a:t>kháng vào sẽ</a:t>
            </a:r>
            <a:r>
              <a:rPr lang="ja-JP" altLang="en-US" sz="2000" smtClean="0">
                <a:latin typeface="Times New Roman" pitchFamily="18" charset="0"/>
                <a:cs typeface="Times New Roman" pitchFamily="18" charset="0"/>
              </a:rPr>
              <a:t> </a:t>
            </a:r>
            <a:r>
              <a:rPr lang="en-US" altLang="ja-JP" sz="2000" smtClean="0">
                <a:latin typeface="Times New Roman" pitchFamily="18" charset="0"/>
                <a:cs typeface="Times New Roman" pitchFamily="18" charset="0"/>
              </a:rPr>
              <a:t>làm giảm hệ</a:t>
            </a:r>
            <a:r>
              <a:rPr lang="ja-JP" altLang="en-US" sz="2000" smtClean="0">
                <a:latin typeface="Times New Roman" pitchFamily="18" charset="0"/>
                <a:cs typeface="Times New Roman" pitchFamily="18" charset="0"/>
              </a:rPr>
              <a:t> </a:t>
            </a:r>
            <a:r>
              <a:rPr lang="en-US" altLang="ja-JP" sz="2000" smtClean="0">
                <a:latin typeface="Times New Roman" pitchFamily="18" charset="0"/>
                <a:cs typeface="Times New Roman" pitchFamily="18" charset="0"/>
              </a:rPr>
              <a:t>số</a:t>
            </a:r>
            <a:r>
              <a:rPr lang="ja-JP" altLang="en-US" sz="2000" smtClean="0">
                <a:latin typeface="Times New Roman" pitchFamily="18" charset="0"/>
                <a:cs typeface="Times New Roman" pitchFamily="18" charset="0"/>
              </a:rPr>
              <a:t> </a:t>
            </a:r>
            <a:r>
              <a:rPr lang="vi-VN" altLang="ja-JP" sz="2000" smtClean="0">
                <a:latin typeface="Times New Roman" pitchFamily="18" charset="0"/>
                <a:cs typeface="Times New Roman" pitchFamily="18" charset="0"/>
              </a:rPr>
              <a:t>khuếch đại.</a:t>
            </a:r>
            <a:endParaRPr lang="ja-JP" altLang="en-US" sz="2000" smtClean="0">
              <a:latin typeface="Times New Roman" pitchFamily="18" charset="0"/>
              <a:cs typeface="Times New Roman" pitchFamily="18" charset="0"/>
            </a:endParaRPr>
          </a:p>
          <a:p>
            <a:pPr marL="365125" lvl="1" indent="-282575" eaLnBrk="1" hangingPunct="1">
              <a:spcBef>
                <a:spcPts val="600"/>
              </a:spcBef>
              <a:buSzPct val="80000"/>
              <a:buFont typeface="Wingdings 2" pitchFamily="18" charset="2"/>
              <a:buChar char="◦"/>
            </a:pPr>
            <a:r>
              <a:rPr lang="en-US" altLang="ja-JP" sz="2000" smtClean="0">
                <a:latin typeface="Times New Roman" pitchFamily="18" charset="0"/>
                <a:cs typeface="Times New Roman" pitchFamily="18" charset="0"/>
              </a:rPr>
              <a:t>Nếu cho R</a:t>
            </a:r>
            <a:r>
              <a:rPr lang="en-US" altLang="ja-JP" sz="2000" baseline="-25000" smtClean="0">
                <a:latin typeface="Times New Roman" pitchFamily="18" charset="0"/>
                <a:cs typeface="Times New Roman" pitchFamily="18" charset="0"/>
              </a:rPr>
              <a:t>1</a:t>
            </a:r>
            <a:r>
              <a:rPr lang="ja-JP" altLang="en-US" sz="2000" smtClean="0">
                <a:latin typeface="Times New Roman" pitchFamily="18" charset="0"/>
                <a:cs typeface="Times New Roman" pitchFamily="18" charset="0"/>
              </a:rPr>
              <a:t> </a:t>
            </a:r>
            <a:r>
              <a:rPr lang="en-US" altLang="ja-JP" sz="2000" smtClean="0">
                <a:latin typeface="Times New Roman" pitchFamily="18" charset="0"/>
                <a:cs typeface="Times New Roman" pitchFamily="18" charset="0"/>
              </a:rPr>
              <a:t>= R</a:t>
            </a:r>
            <a:r>
              <a:rPr lang="en-US" altLang="ja-JP" sz="2000" baseline="-25000" smtClean="0">
                <a:latin typeface="Times New Roman" pitchFamily="18" charset="0"/>
                <a:cs typeface="Times New Roman" pitchFamily="18" charset="0"/>
              </a:rPr>
              <a:t>f</a:t>
            </a:r>
            <a:r>
              <a:rPr lang="ja-JP" altLang="en-US" sz="2000" smtClean="0">
                <a:latin typeface="Times New Roman" pitchFamily="18" charset="0"/>
                <a:cs typeface="Times New Roman" pitchFamily="18" charset="0"/>
              </a:rPr>
              <a:t> </a:t>
            </a:r>
            <a:r>
              <a:rPr lang="ja-JP" altLang="en-US" sz="2000" smtClean="0">
                <a:latin typeface="Times New Roman" pitchFamily="18" charset="0"/>
                <a:cs typeface="Times New Roman" pitchFamily="18" charset="0"/>
                <a:sym typeface="Wingdings" pitchFamily="2" charset="2"/>
              </a:rPr>
              <a:t> </a:t>
            </a:r>
            <a:r>
              <a:rPr lang="en-US" altLang="ja-JP" sz="2000" smtClean="0">
                <a:latin typeface="Times New Roman" pitchFamily="18" charset="0"/>
                <a:cs typeface="Times New Roman" pitchFamily="18" charset="0"/>
                <a:sym typeface="Wingdings" pitchFamily="2" charset="2"/>
              </a:rPr>
              <a:t>K</a:t>
            </a:r>
            <a:r>
              <a:rPr lang="en-US" altLang="ja-JP" sz="2000" baseline="-25000" smtClean="0">
                <a:latin typeface="Times New Roman" pitchFamily="18" charset="0"/>
                <a:cs typeface="Times New Roman" pitchFamily="18" charset="0"/>
                <a:sym typeface="Wingdings" pitchFamily="2" charset="2"/>
              </a:rPr>
              <a:t>u</a:t>
            </a:r>
            <a:r>
              <a:rPr lang="ja-JP" altLang="en-US" sz="2000" smtClean="0">
                <a:latin typeface="Times New Roman" pitchFamily="18" charset="0"/>
                <a:cs typeface="Times New Roman" pitchFamily="18" charset="0"/>
                <a:sym typeface="Wingdings" pitchFamily="2" charset="2"/>
              </a:rPr>
              <a:t> </a:t>
            </a:r>
            <a:r>
              <a:rPr lang="en-US" altLang="ja-JP" sz="2000" smtClean="0">
                <a:latin typeface="Times New Roman" pitchFamily="18" charset="0"/>
                <a:cs typeface="Times New Roman" pitchFamily="18" charset="0"/>
                <a:sym typeface="Wingdings" pitchFamily="2" charset="2"/>
              </a:rPr>
              <a:t>= -1 </a:t>
            </a:r>
            <a:r>
              <a:rPr lang="ja-JP" altLang="en-US" sz="2000" smtClean="0">
                <a:latin typeface="Times New Roman" pitchFamily="18" charset="0"/>
                <a:cs typeface="Times New Roman" pitchFamily="18" charset="0"/>
                <a:sym typeface="Wingdings" pitchFamily="2" charset="2"/>
              </a:rPr>
              <a:t> </a:t>
            </a:r>
            <a:r>
              <a:rPr lang="vi-VN" altLang="ja-JP" sz="2000" smtClean="0">
                <a:latin typeface="Times New Roman" pitchFamily="18" charset="0"/>
                <a:cs typeface="Times New Roman" pitchFamily="18" charset="0"/>
                <a:sym typeface="Wingdings" pitchFamily="2" charset="2"/>
              </a:rPr>
              <a:t>tầng đảo lặp lại điện áp</a:t>
            </a:r>
            <a:endParaRPr lang="ja-JP" altLang="en-US" sz="2000" smtClean="0">
              <a:latin typeface="Times New Roman" pitchFamily="18" charset="0"/>
              <a:cs typeface="Times New Roman" pitchFamily="18" charset="0"/>
              <a:sym typeface="Wingdings" pitchFamily="2" charset="2"/>
            </a:endParaRPr>
          </a:p>
          <a:p>
            <a:pPr marL="365125" lvl="1" indent="-282575" eaLnBrk="1" hangingPunct="1">
              <a:spcBef>
                <a:spcPts val="600"/>
              </a:spcBef>
              <a:buSzPct val="80000"/>
              <a:buFont typeface="Wingdings 2" pitchFamily="18" charset="2"/>
              <a:buChar char="◦"/>
            </a:pPr>
            <a:r>
              <a:rPr lang="en-US" altLang="ja-JP" sz="2000" smtClean="0">
                <a:latin typeface="Times New Roman" pitchFamily="18" charset="0"/>
                <a:cs typeface="Times New Roman" pitchFamily="18" charset="0"/>
              </a:rPr>
              <a:t>Nếu</a:t>
            </a:r>
            <a:r>
              <a:rPr lang="ja-JP" altLang="en-US" sz="2000" smtClean="0">
                <a:latin typeface="Times New Roman" pitchFamily="18" charset="0"/>
                <a:cs typeface="Times New Roman" pitchFamily="18" charset="0"/>
              </a:rPr>
              <a:t> </a:t>
            </a:r>
            <a:r>
              <a:rPr lang="en-US" altLang="ja-JP" sz="2000" smtClean="0">
                <a:latin typeface="Times New Roman" pitchFamily="18" charset="0"/>
                <a:cs typeface="Times New Roman" pitchFamily="18" charset="0"/>
              </a:rPr>
              <a:t>cho R</a:t>
            </a:r>
            <a:r>
              <a:rPr lang="en-US" altLang="ja-JP" sz="2000" baseline="-25000" smtClean="0">
                <a:latin typeface="Times New Roman" pitchFamily="18" charset="0"/>
                <a:cs typeface="Times New Roman" pitchFamily="18" charset="0"/>
              </a:rPr>
              <a:t>1</a:t>
            </a:r>
            <a:r>
              <a:rPr lang="ja-JP" altLang="en-US" sz="2000" smtClean="0">
                <a:latin typeface="Times New Roman" pitchFamily="18" charset="0"/>
                <a:cs typeface="Times New Roman" pitchFamily="18" charset="0"/>
              </a:rPr>
              <a:t> </a:t>
            </a:r>
            <a:r>
              <a:rPr lang="en-US" altLang="ja-JP" sz="2000" smtClean="0">
                <a:latin typeface="Times New Roman" pitchFamily="18" charset="0"/>
                <a:cs typeface="Times New Roman" pitchFamily="18" charset="0"/>
              </a:rPr>
              <a:t>=0 </a:t>
            </a:r>
            <a:r>
              <a:rPr lang="ja-JP" altLang="en-US" sz="2000" smtClean="0">
                <a:latin typeface="Times New Roman" pitchFamily="18" charset="0"/>
                <a:cs typeface="Times New Roman" pitchFamily="18" charset="0"/>
                <a:sym typeface="Wingdings" pitchFamily="2" charset="2"/>
              </a:rPr>
              <a:t> </a:t>
            </a:r>
            <a:r>
              <a:rPr lang="vi-VN" altLang="ja-JP" sz="2000" smtClean="0">
                <a:latin typeface="Times New Roman" pitchFamily="18" charset="0"/>
                <a:cs typeface="Times New Roman" pitchFamily="18" charset="0"/>
                <a:sym typeface="Wingdings" pitchFamily="2" charset="2"/>
              </a:rPr>
              <a:t>Dòng điện vào </a:t>
            </a:r>
            <a:r>
              <a:rPr lang="en-US" altLang="ja-JP" sz="2000" smtClean="0">
                <a:latin typeface="Times New Roman" pitchFamily="18" charset="0"/>
                <a:cs typeface="Times New Roman" pitchFamily="18" charset="0"/>
                <a:sym typeface="Wingdings" pitchFamily="2" charset="2"/>
              </a:rPr>
              <a:t>i</a:t>
            </a:r>
            <a:r>
              <a:rPr lang="vi-VN" altLang="ja-JP" sz="2000" baseline="-25000" smtClean="0">
                <a:latin typeface="Times New Roman" pitchFamily="18" charset="0"/>
                <a:cs typeface="Times New Roman" pitchFamily="18" charset="0"/>
                <a:sym typeface="Wingdings" pitchFamily="2" charset="2"/>
              </a:rPr>
              <a:t>v</a:t>
            </a:r>
            <a:r>
              <a:rPr lang="ja-JP" altLang="en-US" sz="2000" smtClean="0">
                <a:latin typeface="Times New Roman" pitchFamily="18" charset="0"/>
                <a:cs typeface="Times New Roman" pitchFamily="18" charset="0"/>
                <a:sym typeface="Wingdings" pitchFamily="2" charset="2"/>
              </a:rPr>
              <a:t> </a:t>
            </a:r>
            <a:r>
              <a:rPr lang="en-US" altLang="ja-JP" sz="2000" smtClean="0">
                <a:latin typeface="Times New Roman" pitchFamily="18" charset="0"/>
                <a:cs typeface="Times New Roman" pitchFamily="18" charset="0"/>
                <a:sym typeface="Wingdings" pitchFamily="2" charset="2"/>
              </a:rPr>
              <a:t>= -u</a:t>
            </a:r>
            <a:r>
              <a:rPr lang="en-US" altLang="ja-JP" sz="2000" baseline="-25000" smtClean="0">
                <a:latin typeface="Times New Roman" pitchFamily="18" charset="0"/>
                <a:cs typeface="Times New Roman" pitchFamily="18" charset="0"/>
                <a:sym typeface="Wingdings" pitchFamily="2" charset="2"/>
              </a:rPr>
              <a:t>r</a:t>
            </a:r>
            <a:r>
              <a:rPr lang="ja-JP" altLang="en-US" sz="2000" smtClean="0">
                <a:latin typeface="Times New Roman" pitchFamily="18" charset="0"/>
                <a:cs typeface="Times New Roman" pitchFamily="18" charset="0"/>
                <a:sym typeface="Wingdings" pitchFamily="2" charset="2"/>
              </a:rPr>
              <a:t> </a:t>
            </a:r>
            <a:r>
              <a:rPr lang="en-US" altLang="ja-JP" sz="2000" smtClean="0">
                <a:latin typeface="Times New Roman" pitchFamily="18" charset="0"/>
                <a:cs typeface="Times New Roman" pitchFamily="18" charset="0"/>
                <a:sym typeface="Wingdings" pitchFamily="2" charset="2"/>
              </a:rPr>
              <a:t>/ </a:t>
            </a:r>
            <a:r>
              <a:rPr lang="en-US" altLang="ja-JP" sz="2000" smtClean="0">
                <a:latin typeface="Times New Roman" pitchFamily="18" charset="0"/>
                <a:cs typeface="Times New Roman" pitchFamily="18" charset="0"/>
              </a:rPr>
              <a:t>R</a:t>
            </a:r>
            <a:r>
              <a:rPr lang="en-US" altLang="ja-JP" sz="2000" baseline="-25000" smtClean="0">
                <a:latin typeface="Times New Roman" pitchFamily="18" charset="0"/>
                <a:cs typeface="Times New Roman" pitchFamily="18" charset="0"/>
              </a:rPr>
              <a:t>f</a:t>
            </a:r>
            <a:r>
              <a:rPr lang="ja-JP" altLang="en-US" sz="2000" smtClean="0">
                <a:latin typeface="Times New Roman" pitchFamily="18" charset="0"/>
                <a:cs typeface="Times New Roman" pitchFamily="18" charset="0"/>
                <a:sym typeface="Wingdings" pitchFamily="2" charset="2"/>
              </a:rPr>
              <a:t>  </a:t>
            </a:r>
            <a:r>
              <a:rPr lang="en-US" altLang="ja-JP" sz="2000" smtClean="0">
                <a:latin typeface="Times New Roman" pitchFamily="18" charset="0"/>
                <a:cs typeface="Times New Roman" pitchFamily="18" charset="0"/>
                <a:sym typeface="Wingdings" pitchFamily="2" charset="2"/>
              </a:rPr>
              <a:t>u</a:t>
            </a:r>
            <a:r>
              <a:rPr lang="en-US" altLang="ja-JP" sz="2000" baseline="-25000" smtClean="0">
                <a:latin typeface="Times New Roman" pitchFamily="18" charset="0"/>
                <a:cs typeface="Times New Roman" pitchFamily="18" charset="0"/>
                <a:sym typeface="Wingdings" pitchFamily="2" charset="2"/>
              </a:rPr>
              <a:t>r</a:t>
            </a:r>
            <a:r>
              <a:rPr lang="en-US" altLang="ja-JP" sz="2000" smtClean="0">
                <a:latin typeface="Times New Roman" pitchFamily="18" charset="0"/>
                <a:cs typeface="Times New Roman" pitchFamily="18" charset="0"/>
                <a:sym typeface="Wingdings" pitchFamily="2" charset="2"/>
              </a:rPr>
              <a:t>= -i</a:t>
            </a:r>
            <a:r>
              <a:rPr lang="en-US" altLang="ja-JP" sz="2000" baseline="-25000" smtClean="0">
                <a:latin typeface="Times New Roman" pitchFamily="18" charset="0"/>
                <a:cs typeface="Times New Roman" pitchFamily="18" charset="0"/>
                <a:sym typeface="Wingdings" pitchFamily="2" charset="2"/>
              </a:rPr>
              <a:t>V</a:t>
            </a:r>
            <a:r>
              <a:rPr lang="en-US" altLang="ja-JP" sz="2000" smtClean="0">
                <a:latin typeface="Times New Roman" pitchFamily="18" charset="0"/>
                <a:cs typeface="Times New Roman" pitchFamily="18" charset="0"/>
                <a:sym typeface="Wingdings" pitchFamily="2" charset="2"/>
              </a:rPr>
              <a:t>.</a:t>
            </a:r>
            <a:r>
              <a:rPr lang="en-US" altLang="ja-JP" sz="2000" smtClean="0">
                <a:latin typeface="Times New Roman" pitchFamily="18" charset="0"/>
                <a:cs typeface="Times New Roman" pitchFamily="18" charset="0"/>
              </a:rPr>
              <a:t> R</a:t>
            </a:r>
            <a:r>
              <a:rPr lang="en-US" altLang="ja-JP" sz="2000" baseline="-25000" smtClean="0">
                <a:latin typeface="Times New Roman" pitchFamily="18" charset="0"/>
                <a:cs typeface="Times New Roman" pitchFamily="18" charset="0"/>
              </a:rPr>
              <a:t>f </a:t>
            </a:r>
            <a:r>
              <a:rPr lang="ja-JP" altLang="en-US" sz="2000" smtClean="0">
                <a:latin typeface="Times New Roman" pitchFamily="18" charset="0"/>
                <a:cs typeface="Times New Roman" pitchFamily="18" charset="0"/>
                <a:sym typeface="Wingdings" pitchFamily="2" charset="2"/>
              </a:rPr>
              <a:t> </a:t>
            </a:r>
            <a:r>
              <a:rPr lang="vi-VN" altLang="ja-JP" sz="2000" smtClean="0">
                <a:latin typeface="Times New Roman" pitchFamily="18" charset="0"/>
                <a:cs typeface="Times New Roman" pitchFamily="18" charset="0"/>
                <a:sym typeface="Wingdings" pitchFamily="2" charset="2"/>
              </a:rPr>
              <a:t>điện áp ra tỷ</a:t>
            </a:r>
            <a:r>
              <a:rPr lang="ja-JP" altLang="en-US" sz="2000" smtClean="0">
                <a:latin typeface="Times New Roman" pitchFamily="18" charset="0"/>
                <a:cs typeface="Times New Roman" pitchFamily="18" charset="0"/>
                <a:sym typeface="Wingdings" pitchFamily="2" charset="2"/>
              </a:rPr>
              <a:t> </a:t>
            </a:r>
            <a:r>
              <a:rPr lang="en-US" altLang="ja-JP" sz="2000" smtClean="0">
                <a:latin typeface="Times New Roman" pitchFamily="18" charset="0"/>
                <a:cs typeface="Times New Roman" pitchFamily="18" charset="0"/>
                <a:sym typeface="Wingdings" pitchFamily="2" charset="2"/>
              </a:rPr>
              <a:t>lệ</a:t>
            </a:r>
            <a:r>
              <a:rPr lang="ja-JP" altLang="en-US" sz="2000" smtClean="0">
                <a:latin typeface="Times New Roman" pitchFamily="18" charset="0"/>
                <a:cs typeface="Times New Roman" pitchFamily="18" charset="0"/>
                <a:sym typeface="Wingdings" pitchFamily="2" charset="2"/>
              </a:rPr>
              <a:t> </a:t>
            </a:r>
            <a:r>
              <a:rPr lang="en-US" altLang="ja-JP" sz="2000" smtClean="0">
                <a:latin typeface="Times New Roman" pitchFamily="18" charset="0"/>
                <a:cs typeface="Times New Roman" pitchFamily="18" charset="0"/>
                <a:sym typeface="Wingdings" pitchFamily="2" charset="2"/>
              </a:rPr>
              <a:t>với dòng vào </a:t>
            </a:r>
            <a:r>
              <a:rPr lang="ja-JP" altLang="en-US" sz="2000" smtClean="0">
                <a:latin typeface="Times New Roman" pitchFamily="18" charset="0"/>
                <a:cs typeface="Times New Roman" pitchFamily="18" charset="0"/>
                <a:sym typeface="Wingdings" pitchFamily="2" charset="2"/>
              </a:rPr>
              <a:t> </a:t>
            </a:r>
            <a:r>
              <a:rPr lang="en-US" altLang="ja-JP" sz="2000" smtClean="0">
                <a:latin typeface="Times New Roman" pitchFamily="18" charset="0"/>
                <a:cs typeface="Times New Roman" pitchFamily="18" charset="0"/>
                <a:sym typeface="Wingdings" pitchFamily="2" charset="2"/>
              </a:rPr>
              <a:t>bộ</a:t>
            </a:r>
            <a:r>
              <a:rPr lang="ja-JP" altLang="en-US" sz="2000" smtClean="0">
                <a:latin typeface="Times New Roman" pitchFamily="18" charset="0"/>
                <a:cs typeface="Times New Roman" pitchFamily="18" charset="0"/>
                <a:sym typeface="Wingdings" pitchFamily="2" charset="2"/>
              </a:rPr>
              <a:t> </a:t>
            </a:r>
            <a:r>
              <a:rPr lang="vi-VN" altLang="ja-JP" sz="2000" smtClean="0">
                <a:latin typeface="Times New Roman" pitchFamily="18" charset="0"/>
                <a:cs typeface="Times New Roman" pitchFamily="18" charset="0"/>
                <a:sym typeface="Wingdings" pitchFamily="2" charset="2"/>
              </a:rPr>
              <a:t>biến đổi dòng sang áp.</a:t>
            </a:r>
            <a:endParaRPr lang="ja-JP" altLang="en-US" sz="2000" smtClean="0">
              <a:latin typeface="Times New Roman" pitchFamily="18" charset="0"/>
              <a:cs typeface="Times New Roman" pitchFamily="18" charset="0"/>
              <a:sym typeface="Wingdings" pitchFamily="2" charset="2"/>
            </a:endParaRPr>
          </a:p>
          <a:p>
            <a:pPr eaLnBrk="1" hangingPunct="1"/>
            <a:endParaRPr lang="en-US" sz="2000" smtClean="0">
              <a:latin typeface="Times New Roman" pitchFamily="18" charset="0"/>
              <a:cs typeface="Times New Roman" pitchFamily="18" charset="0"/>
            </a:endParaRPr>
          </a:p>
        </p:txBody>
      </p:sp>
      <p:sp>
        <p:nvSpPr>
          <p:cNvPr id="6150"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sp>
        <p:nvSpPr>
          <p:cNvPr id="6151"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6146" name="Object 5"/>
          <p:cNvGraphicFramePr>
            <a:graphicFrameLocks noChangeAspect="1"/>
          </p:cNvGraphicFramePr>
          <p:nvPr/>
        </p:nvGraphicFramePr>
        <p:xfrm>
          <a:off x="4419600" y="1066800"/>
          <a:ext cx="1089025" cy="731838"/>
        </p:xfrm>
        <a:graphic>
          <a:graphicData uri="http://schemas.openxmlformats.org/presentationml/2006/ole">
            <mc:AlternateContent xmlns:mc="http://schemas.openxmlformats.org/markup-compatibility/2006">
              <mc:Choice xmlns:v="urn:schemas-microsoft-com:vml" Requires="v">
                <p:oleObj spid="_x0000_s6194" name="Equation" r:id="rId3" imgW="685800" imgH="457200" progId="Equation.3">
                  <p:embed/>
                </p:oleObj>
              </mc:Choice>
              <mc:Fallback>
                <p:oleObj name="Equation" r:id="rId3" imgW="685800" imgH="4572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9600" y="1066800"/>
                        <a:ext cx="1089025" cy="731838"/>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7" name="Object 5"/>
          <p:cNvGraphicFramePr>
            <a:graphicFrameLocks noChangeAspect="1"/>
          </p:cNvGraphicFramePr>
          <p:nvPr/>
        </p:nvGraphicFramePr>
        <p:xfrm>
          <a:off x="3429000" y="2133600"/>
          <a:ext cx="1474788" cy="690563"/>
        </p:xfrm>
        <a:graphic>
          <a:graphicData uri="http://schemas.openxmlformats.org/presentationml/2006/ole">
            <mc:AlternateContent xmlns:mc="http://schemas.openxmlformats.org/markup-compatibility/2006">
              <mc:Choice xmlns:v="urn:schemas-microsoft-com:vml" Requires="v">
                <p:oleObj spid="_x0000_s6195" name="Equation" r:id="rId5" imgW="927000" imgH="431640" progId="Equation.3">
                  <p:embed/>
                </p:oleObj>
              </mc:Choice>
              <mc:Fallback>
                <p:oleObj name="Equation" r:id="rId5" imgW="927000" imgH="43164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000" y="2133600"/>
                        <a:ext cx="1474788" cy="690563"/>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1" name="Content Placeholder 2"/>
          <p:cNvSpPr>
            <a:spLocks noGrp="1"/>
          </p:cNvSpPr>
          <p:nvPr>
            <p:ph sz="half" idx="1"/>
          </p:nvPr>
        </p:nvSpPr>
        <p:spPr>
          <a:xfrm>
            <a:off x="990600" y="1219200"/>
            <a:ext cx="4419600" cy="4664075"/>
          </a:xfrm>
        </p:spPr>
        <p:txBody>
          <a:bodyPr rtlCol="0">
            <a:noAutofit/>
          </a:bodyPr>
          <a:lstStyle/>
          <a:p>
            <a:pPr marL="274320" indent="-274320" eaLnBrk="1" fontAlgn="auto" hangingPunct="1">
              <a:lnSpc>
                <a:spcPct val="120000"/>
              </a:lnSpc>
              <a:spcAft>
                <a:spcPts val="0"/>
              </a:spcAft>
              <a:buClr>
                <a:schemeClr val="accent3"/>
              </a:buClr>
              <a:buFont typeface="Wingdings 2"/>
              <a:buChar char=""/>
              <a:defRPr/>
            </a:pPr>
            <a:r>
              <a:rPr lang="en-US" sz="2000" dirty="0" err="1" smtClean="0">
                <a:latin typeface="Constantia" pitchFamily="18" charset="0"/>
                <a:cs typeface="Times New Roman" pitchFamily="18" charset="0"/>
              </a:rPr>
              <a:t>Coi</a:t>
            </a:r>
            <a:r>
              <a:rPr lang="en-US" sz="2000" dirty="0" smtClean="0">
                <a:latin typeface="Constantia" pitchFamily="18" charset="0"/>
                <a:cs typeface="Times New Roman" pitchFamily="18" charset="0"/>
              </a:rPr>
              <a:t> </a:t>
            </a:r>
            <a:r>
              <a:rPr lang="en-US" sz="2000" dirty="0" err="1" smtClean="0">
                <a:latin typeface="Constantia" pitchFamily="18" charset="0"/>
                <a:cs typeface="Times New Roman" pitchFamily="18" charset="0"/>
              </a:rPr>
              <a:t>Op_Amp</a:t>
            </a:r>
            <a:r>
              <a:rPr lang="en-US" sz="2000" dirty="0" smtClean="0">
                <a:latin typeface="Constantia" pitchFamily="18" charset="0"/>
                <a:cs typeface="Times New Roman" pitchFamily="18" charset="0"/>
              </a:rPr>
              <a:t> </a:t>
            </a:r>
            <a:r>
              <a:rPr lang="en-US" sz="2000" dirty="0" err="1" smtClean="0">
                <a:latin typeface="Constantia" pitchFamily="18" charset="0"/>
                <a:cs typeface="Times New Roman" pitchFamily="18" charset="0"/>
              </a:rPr>
              <a:t>là</a:t>
            </a:r>
            <a:r>
              <a:rPr lang="en-US" sz="2000" dirty="0" smtClean="0">
                <a:latin typeface="Constantia" pitchFamily="18" charset="0"/>
                <a:cs typeface="Times New Roman" pitchFamily="18" charset="0"/>
              </a:rPr>
              <a:t> </a:t>
            </a:r>
            <a:r>
              <a:rPr lang="en-US" sz="2000" dirty="0" err="1" smtClean="0">
                <a:latin typeface="Constantia" pitchFamily="18" charset="0"/>
                <a:cs typeface="Times New Roman" pitchFamily="18" charset="0"/>
              </a:rPr>
              <a:t>lý</a:t>
            </a:r>
            <a:r>
              <a:rPr lang="en-US" sz="2000" dirty="0" smtClean="0">
                <a:latin typeface="Constantia" pitchFamily="18" charset="0"/>
                <a:cs typeface="Times New Roman" pitchFamily="18" charset="0"/>
              </a:rPr>
              <a:t> </a:t>
            </a:r>
            <a:r>
              <a:rPr lang="en-US" sz="2000" dirty="0" err="1" smtClean="0">
                <a:latin typeface="Constantia" pitchFamily="18" charset="0"/>
                <a:cs typeface="Times New Roman" pitchFamily="18" charset="0"/>
              </a:rPr>
              <a:t>tưởng</a:t>
            </a:r>
            <a:endParaRPr lang="en-US" sz="2000" dirty="0" smtClean="0">
              <a:latin typeface="Constantia" pitchFamily="18" charset="0"/>
              <a:cs typeface="Times New Roman" pitchFamily="18" charset="0"/>
            </a:endParaRPr>
          </a:p>
          <a:p>
            <a:pPr marL="274320" indent="-274320" eaLnBrk="1" fontAlgn="auto" hangingPunct="1">
              <a:lnSpc>
                <a:spcPct val="120000"/>
              </a:lnSpc>
              <a:spcAft>
                <a:spcPts val="0"/>
              </a:spcAft>
              <a:buClr>
                <a:schemeClr val="accent3"/>
              </a:buClr>
              <a:buFontTx/>
              <a:buNone/>
              <a:defRPr/>
            </a:pPr>
            <a:endParaRPr lang="en-US" sz="2000" dirty="0" smtClean="0">
              <a:latin typeface="Constantia" pitchFamily="18" charset="0"/>
              <a:cs typeface="Times New Roman" pitchFamily="18" charset="0"/>
            </a:endParaRPr>
          </a:p>
          <a:p>
            <a:pPr marL="274320" indent="-274320" eaLnBrk="1" fontAlgn="auto" hangingPunct="1">
              <a:lnSpc>
                <a:spcPct val="120000"/>
              </a:lnSpc>
              <a:spcAft>
                <a:spcPts val="0"/>
              </a:spcAft>
              <a:buClr>
                <a:schemeClr val="accent3"/>
              </a:buClr>
              <a:buFontTx/>
              <a:buNone/>
              <a:defRPr/>
            </a:pPr>
            <a:endParaRPr lang="en-US" sz="2000" dirty="0" smtClean="0">
              <a:latin typeface="Constantia" pitchFamily="18" charset="0"/>
              <a:cs typeface="Times New Roman" pitchFamily="18" charset="0"/>
            </a:endParaRPr>
          </a:p>
          <a:p>
            <a:pPr marL="274320" indent="-274320" eaLnBrk="1" fontAlgn="auto" hangingPunct="1">
              <a:lnSpc>
                <a:spcPct val="120000"/>
              </a:lnSpc>
              <a:spcAft>
                <a:spcPts val="0"/>
              </a:spcAft>
              <a:buClr>
                <a:schemeClr val="accent3"/>
              </a:buClr>
              <a:buFont typeface="Wingdings 2"/>
              <a:buChar char=""/>
              <a:defRPr/>
            </a:pPr>
            <a:r>
              <a:rPr lang="en-US" sz="2000" i="1" dirty="0" smtClean="0">
                <a:latin typeface="Constantia" pitchFamily="18" charset="0"/>
                <a:cs typeface="Times New Roman" pitchFamily="18" charset="0"/>
              </a:rPr>
              <a:t>R</a:t>
            </a:r>
            <a:r>
              <a:rPr lang="en-US" sz="2000" i="1" baseline="-25000" dirty="0" smtClean="0">
                <a:latin typeface="Constantia" pitchFamily="18" charset="0"/>
                <a:cs typeface="Times New Roman" pitchFamily="18" charset="0"/>
              </a:rPr>
              <a:t>1</a:t>
            </a:r>
            <a:r>
              <a:rPr lang="en-US" sz="2000" i="1" dirty="0" smtClean="0">
                <a:latin typeface="Constantia" pitchFamily="18" charset="0"/>
                <a:cs typeface="Times New Roman" pitchFamily="18" charset="0"/>
              </a:rPr>
              <a:t> </a:t>
            </a:r>
            <a:r>
              <a:rPr lang="en-US" sz="2000" dirty="0" err="1" smtClean="0">
                <a:latin typeface="Constantia" pitchFamily="18" charset="0"/>
                <a:cs typeface="Times New Roman" pitchFamily="18" charset="0"/>
              </a:rPr>
              <a:t>và</a:t>
            </a:r>
            <a:r>
              <a:rPr lang="en-US" sz="2000" dirty="0" smtClean="0">
                <a:latin typeface="Constantia" pitchFamily="18" charset="0"/>
                <a:cs typeface="Times New Roman" pitchFamily="18" charset="0"/>
              </a:rPr>
              <a:t> </a:t>
            </a:r>
            <a:r>
              <a:rPr lang="en-US" sz="2000" i="1" dirty="0" err="1" smtClean="0">
                <a:latin typeface="Constantia" pitchFamily="18" charset="0"/>
                <a:cs typeface="Times New Roman" pitchFamily="18" charset="0"/>
              </a:rPr>
              <a:t>R</a:t>
            </a:r>
            <a:r>
              <a:rPr lang="en-US" sz="2000" i="1" baseline="-25000" dirty="0" err="1" smtClean="0">
                <a:latin typeface="Constantia" pitchFamily="18" charset="0"/>
                <a:cs typeface="Times New Roman" pitchFamily="18" charset="0"/>
              </a:rPr>
              <a:t>f</a:t>
            </a:r>
            <a:r>
              <a:rPr lang="en-US" sz="2000" i="1" dirty="0" smtClean="0">
                <a:latin typeface="Constantia" pitchFamily="18" charset="0"/>
                <a:cs typeface="Times New Roman" pitchFamily="18" charset="0"/>
              </a:rPr>
              <a:t> </a:t>
            </a:r>
            <a:r>
              <a:rPr lang="en-US" sz="2000" dirty="0" err="1" smtClean="0">
                <a:latin typeface="Constantia" pitchFamily="18" charset="0"/>
                <a:cs typeface="Times New Roman" pitchFamily="18" charset="0"/>
              </a:rPr>
              <a:t>đóng</a:t>
            </a:r>
            <a:r>
              <a:rPr lang="en-US" sz="2000" dirty="0" smtClean="0">
                <a:latin typeface="Constantia" pitchFamily="18" charset="0"/>
                <a:cs typeface="Times New Roman" pitchFamily="18" charset="0"/>
              </a:rPr>
              <a:t> </a:t>
            </a:r>
            <a:r>
              <a:rPr lang="en-US" sz="2000" dirty="0" err="1" smtClean="0">
                <a:latin typeface="Constantia" pitchFamily="18" charset="0"/>
                <a:cs typeface="Times New Roman" pitchFamily="18" charset="0"/>
              </a:rPr>
              <a:t>vai</a:t>
            </a:r>
            <a:r>
              <a:rPr lang="en-US" sz="2000" dirty="0" smtClean="0">
                <a:latin typeface="Constantia" pitchFamily="18" charset="0"/>
                <a:cs typeface="Times New Roman" pitchFamily="18" charset="0"/>
              </a:rPr>
              <a:t> </a:t>
            </a:r>
            <a:r>
              <a:rPr lang="en-US" sz="2000" dirty="0" err="1" smtClean="0">
                <a:latin typeface="Constantia" pitchFamily="18" charset="0"/>
                <a:cs typeface="Times New Roman" pitchFamily="18" charset="0"/>
              </a:rPr>
              <a:t>trò</a:t>
            </a:r>
            <a:r>
              <a:rPr lang="en-US" sz="2000" dirty="0" smtClean="0">
                <a:latin typeface="Constantia" pitchFamily="18" charset="0"/>
                <a:cs typeface="Times New Roman" pitchFamily="18" charset="0"/>
              </a:rPr>
              <a:t> </a:t>
            </a:r>
            <a:r>
              <a:rPr lang="en-US" sz="2000" dirty="0" err="1" smtClean="0">
                <a:latin typeface="Constantia" pitchFamily="18" charset="0"/>
                <a:cs typeface="Times New Roman" pitchFamily="18" charset="0"/>
              </a:rPr>
              <a:t>là</a:t>
            </a:r>
            <a:r>
              <a:rPr lang="en-US" sz="2000" dirty="0" smtClean="0">
                <a:latin typeface="Constantia" pitchFamily="18" charset="0"/>
                <a:cs typeface="Times New Roman" pitchFamily="18" charset="0"/>
              </a:rPr>
              <a:t> </a:t>
            </a:r>
            <a:r>
              <a:rPr lang="en-US" sz="2000" dirty="0" err="1" smtClean="0">
                <a:latin typeface="Constantia" pitchFamily="18" charset="0"/>
                <a:cs typeface="Times New Roman" pitchFamily="18" charset="0"/>
              </a:rPr>
              <a:t>bộ</a:t>
            </a:r>
            <a:r>
              <a:rPr lang="en-US" sz="2000" dirty="0" smtClean="0">
                <a:latin typeface="Constantia" pitchFamily="18" charset="0"/>
                <a:cs typeface="Times New Roman" pitchFamily="18" charset="0"/>
              </a:rPr>
              <a:t> </a:t>
            </a:r>
            <a:r>
              <a:rPr lang="en-US" sz="2000" dirty="0" err="1" smtClean="0">
                <a:latin typeface="Constantia" pitchFamily="18" charset="0"/>
                <a:cs typeface="Times New Roman" pitchFamily="18" charset="0"/>
              </a:rPr>
              <a:t>phân</a:t>
            </a:r>
            <a:r>
              <a:rPr lang="en-US" sz="2000" dirty="0" smtClean="0">
                <a:latin typeface="Constantia" pitchFamily="18" charset="0"/>
                <a:cs typeface="Times New Roman" pitchFamily="18" charset="0"/>
              </a:rPr>
              <a:t> </a:t>
            </a:r>
            <a:r>
              <a:rPr lang="en-US" sz="2000" dirty="0" err="1" smtClean="0">
                <a:latin typeface="Constantia" pitchFamily="18" charset="0"/>
                <a:cs typeface="Times New Roman" pitchFamily="18" charset="0"/>
              </a:rPr>
              <a:t>áp</a:t>
            </a:r>
            <a:endParaRPr lang="en-US" sz="2000" dirty="0" smtClean="0">
              <a:latin typeface="Constantia" pitchFamily="18" charset="0"/>
              <a:cs typeface="Times New Roman" pitchFamily="18" charset="0"/>
            </a:endParaRPr>
          </a:p>
          <a:p>
            <a:pPr marL="274320" indent="-274320" eaLnBrk="1" fontAlgn="auto" hangingPunct="1">
              <a:lnSpc>
                <a:spcPct val="120000"/>
              </a:lnSpc>
              <a:spcAft>
                <a:spcPts val="0"/>
              </a:spcAft>
              <a:buClr>
                <a:schemeClr val="accent3"/>
              </a:buClr>
              <a:buFontTx/>
              <a:buNone/>
              <a:defRPr/>
            </a:pPr>
            <a:endParaRPr lang="en-US" sz="2000" dirty="0" smtClean="0">
              <a:latin typeface="Constantia" pitchFamily="18" charset="0"/>
              <a:cs typeface="Times New Roman" pitchFamily="18" charset="0"/>
            </a:endParaRPr>
          </a:p>
          <a:p>
            <a:pPr marL="274320" indent="-274320" eaLnBrk="1" fontAlgn="auto" hangingPunct="1">
              <a:lnSpc>
                <a:spcPct val="120000"/>
              </a:lnSpc>
              <a:spcAft>
                <a:spcPts val="0"/>
              </a:spcAft>
              <a:buClr>
                <a:schemeClr val="accent3"/>
              </a:buClr>
              <a:buFontTx/>
              <a:buNone/>
              <a:defRPr/>
            </a:pPr>
            <a:endParaRPr lang="en-US" sz="2000" dirty="0" smtClean="0">
              <a:latin typeface="Constantia" pitchFamily="18" charset="0"/>
              <a:cs typeface="Times New Roman" pitchFamily="18" charset="0"/>
            </a:endParaRPr>
          </a:p>
          <a:p>
            <a:pPr marL="274320" indent="-274320" eaLnBrk="1" fontAlgn="auto" hangingPunct="1">
              <a:lnSpc>
                <a:spcPct val="120000"/>
              </a:lnSpc>
              <a:spcAft>
                <a:spcPts val="0"/>
              </a:spcAft>
              <a:buClr>
                <a:schemeClr val="accent3"/>
              </a:buClr>
              <a:buFont typeface="Wingdings 2"/>
              <a:buChar char=""/>
              <a:defRPr/>
            </a:pPr>
            <a:r>
              <a:rPr lang="en-US" sz="2000" dirty="0" err="1" smtClean="0">
                <a:latin typeface="Constantia" pitchFamily="18" charset="0"/>
                <a:cs typeface="Times New Roman" pitchFamily="18" charset="0"/>
              </a:rPr>
              <a:t>Hệ</a:t>
            </a:r>
            <a:r>
              <a:rPr lang="en-US" sz="2000" dirty="0" smtClean="0">
                <a:latin typeface="Constantia" pitchFamily="18" charset="0"/>
                <a:cs typeface="Times New Roman" pitchFamily="18" charset="0"/>
              </a:rPr>
              <a:t> </a:t>
            </a:r>
            <a:r>
              <a:rPr lang="en-US" sz="2000" dirty="0" err="1" smtClean="0">
                <a:latin typeface="Constantia" pitchFamily="18" charset="0"/>
                <a:cs typeface="Times New Roman" pitchFamily="18" charset="0"/>
              </a:rPr>
              <a:t>số</a:t>
            </a:r>
            <a:r>
              <a:rPr lang="en-US" sz="2000" dirty="0" smtClean="0">
                <a:latin typeface="Constantia" pitchFamily="18" charset="0"/>
                <a:cs typeface="Times New Roman" pitchFamily="18" charset="0"/>
              </a:rPr>
              <a:t> </a:t>
            </a:r>
            <a:r>
              <a:rPr lang="en-US" sz="2000" dirty="0" err="1" smtClean="0">
                <a:latin typeface="Constantia" pitchFamily="18" charset="0"/>
                <a:cs typeface="Times New Roman" pitchFamily="18" charset="0"/>
              </a:rPr>
              <a:t>khuếch</a:t>
            </a:r>
            <a:r>
              <a:rPr lang="en-US" sz="2000" dirty="0" smtClean="0">
                <a:latin typeface="Constantia" pitchFamily="18" charset="0"/>
                <a:cs typeface="Times New Roman" pitchFamily="18" charset="0"/>
              </a:rPr>
              <a:t> </a:t>
            </a:r>
            <a:r>
              <a:rPr lang="en-US" sz="2000" dirty="0" err="1" smtClean="0">
                <a:latin typeface="Constantia" pitchFamily="18" charset="0"/>
                <a:cs typeface="Times New Roman" pitchFamily="18" charset="0"/>
              </a:rPr>
              <a:t>đại</a:t>
            </a:r>
            <a:r>
              <a:rPr lang="en-US" sz="2000" dirty="0" smtClean="0">
                <a:latin typeface="Constantia" pitchFamily="18" charset="0"/>
                <a:cs typeface="Times New Roman" pitchFamily="18" charset="0"/>
              </a:rPr>
              <a:t> </a:t>
            </a:r>
            <a:r>
              <a:rPr lang="en-US" sz="2000" dirty="0" err="1" smtClean="0">
                <a:latin typeface="Constantia" pitchFamily="18" charset="0"/>
                <a:cs typeface="Times New Roman" pitchFamily="18" charset="0"/>
              </a:rPr>
              <a:t>dương</a:t>
            </a:r>
            <a:r>
              <a:rPr lang="en-US" sz="2000" dirty="0" smtClean="0">
                <a:latin typeface="Constantia" pitchFamily="18" charset="0"/>
                <a:cs typeface="Times New Roman" pitchFamily="18" charset="0"/>
              </a:rPr>
              <a:t> </a:t>
            </a:r>
            <a:r>
              <a:rPr lang="en-US" sz="2000" dirty="0" err="1" smtClean="0">
                <a:latin typeface="Constantia" pitchFamily="18" charset="0"/>
                <a:cs typeface="Times New Roman" pitchFamily="18" charset="0"/>
              </a:rPr>
              <a:t>và</a:t>
            </a:r>
            <a:r>
              <a:rPr lang="en-US" sz="2000" dirty="0" smtClean="0">
                <a:latin typeface="Constantia" pitchFamily="18" charset="0"/>
                <a:cs typeface="Times New Roman" pitchFamily="18" charset="0"/>
              </a:rPr>
              <a:t> </a:t>
            </a:r>
            <a:r>
              <a:rPr lang="en-US" sz="2000" dirty="0" err="1" smtClean="0">
                <a:latin typeface="Constantia" pitchFamily="18" charset="0"/>
                <a:cs typeface="Times New Roman" pitchFamily="18" charset="0"/>
              </a:rPr>
              <a:t>lớn</a:t>
            </a:r>
            <a:r>
              <a:rPr lang="en-US" sz="2000" dirty="0" smtClean="0">
                <a:latin typeface="Constantia" pitchFamily="18" charset="0"/>
                <a:cs typeface="Times New Roman" pitchFamily="18" charset="0"/>
              </a:rPr>
              <a:t> </a:t>
            </a:r>
            <a:r>
              <a:rPr lang="en-US" sz="2000" dirty="0" err="1" smtClean="0">
                <a:latin typeface="Constantia" pitchFamily="18" charset="0"/>
                <a:cs typeface="Times New Roman" pitchFamily="18" charset="0"/>
              </a:rPr>
              <a:t>hơn</a:t>
            </a:r>
            <a:r>
              <a:rPr lang="en-US" sz="2000" dirty="0" smtClean="0">
                <a:latin typeface="Constantia" pitchFamily="18" charset="0"/>
                <a:cs typeface="Times New Roman" pitchFamily="18" charset="0"/>
              </a:rPr>
              <a:t> 1</a:t>
            </a:r>
          </a:p>
          <a:p>
            <a:pPr marL="274320" indent="-274320" eaLnBrk="1" fontAlgn="auto" hangingPunct="1">
              <a:lnSpc>
                <a:spcPct val="120000"/>
              </a:lnSpc>
              <a:spcAft>
                <a:spcPts val="0"/>
              </a:spcAft>
              <a:buClr>
                <a:schemeClr val="accent3"/>
              </a:buClr>
              <a:buFont typeface="Wingdings" pitchFamily="2" charset="2"/>
              <a:buChar char="§"/>
              <a:defRPr/>
            </a:pPr>
            <a:r>
              <a:rPr lang="en-US" sz="2000" dirty="0" err="1" smtClean="0">
                <a:latin typeface="Constantia" pitchFamily="18" charset="0"/>
                <a:cs typeface="Times New Roman" pitchFamily="18" charset="0"/>
              </a:rPr>
              <a:t>Tín</a:t>
            </a:r>
            <a:r>
              <a:rPr lang="en-US" sz="2000" dirty="0" smtClean="0">
                <a:latin typeface="Constantia" pitchFamily="18" charset="0"/>
                <a:cs typeface="Times New Roman" pitchFamily="18" charset="0"/>
              </a:rPr>
              <a:t> </a:t>
            </a:r>
            <a:r>
              <a:rPr lang="en-US" sz="2000" dirty="0" err="1" smtClean="0">
                <a:latin typeface="Constantia" pitchFamily="18" charset="0"/>
                <a:cs typeface="Times New Roman" pitchFamily="18" charset="0"/>
              </a:rPr>
              <a:t>hiệu</a:t>
            </a:r>
            <a:r>
              <a:rPr lang="en-US" sz="2000" dirty="0" smtClean="0">
                <a:latin typeface="Constantia" pitchFamily="18" charset="0"/>
                <a:cs typeface="Times New Roman" pitchFamily="18" charset="0"/>
              </a:rPr>
              <a:t> </a:t>
            </a:r>
            <a:r>
              <a:rPr lang="en-US" sz="2000" dirty="0" err="1" smtClean="0">
                <a:latin typeface="Constantia" pitchFamily="18" charset="0"/>
                <a:cs typeface="Times New Roman" pitchFamily="18" charset="0"/>
              </a:rPr>
              <a:t>ra</a:t>
            </a:r>
            <a:r>
              <a:rPr lang="en-US" sz="2000" dirty="0" smtClean="0">
                <a:latin typeface="Constantia" pitchFamily="18" charset="0"/>
                <a:cs typeface="Times New Roman" pitchFamily="18" charset="0"/>
              </a:rPr>
              <a:t> </a:t>
            </a:r>
            <a:r>
              <a:rPr lang="en-US" sz="2000" dirty="0" err="1" smtClean="0">
                <a:latin typeface="Constantia" pitchFamily="18" charset="0"/>
                <a:cs typeface="Times New Roman" pitchFamily="18" charset="0"/>
              </a:rPr>
              <a:t>đồng</a:t>
            </a:r>
            <a:r>
              <a:rPr lang="en-US" sz="2000" dirty="0" smtClean="0">
                <a:latin typeface="Constantia" pitchFamily="18" charset="0"/>
                <a:cs typeface="Times New Roman" pitchFamily="18" charset="0"/>
              </a:rPr>
              <a:t> </a:t>
            </a:r>
            <a:r>
              <a:rPr lang="en-US" sz="2000" dirty="0" err="1" smtClean="0">
                <a:latin typeface="Constantia" pitchFamily="18" charset="0"/>
                <a:cs typeface="Times New Roman" pitchFamily="18" charset="0"/>
              </a:rPr>
              <a:t>pha</a:t>
            </a:r>
            <a:r>
              <a:rPr lang="en-US" sz="2000" dirty="0" smtClean="0">
                <a:latin typeface="Constantia" pitchFamily="18" charset="0"/>
                <a:cs typeface="Times New Roman" pitchFamily="18" charset="0"/>
              </a:rPr>
              <a:t> </a:t>
            </a:r>
            <a:r>
              <a:rPr lang="en-US" sz="2000" dirty="0" err="1" smtClean="0">
                <a:latin typeface="Constantia" pitchFamily="18" charset="0"/>
                <a:cs typeface="Times New Roman" pitchFamily="18" charset="0"/>
              </a:rPr>
              <a:t>với</a:t>
            </a:r>
            <a:r>
              <a:rPr lang="en-US" sz="2000" dirty="0" smtClean="0">
                <a:latin typeface="Constantia" pitchFamily="18" charset="0"/>
                <a:cs typeface="Times New Roman" pitchFamily="18" charset="0"/>
              </a:rPr>
              <a:t> </a:t>
            </a:r>
            <a:r>
              <a:rPr lang="en-US" sz="2000" dirty="0" err="1" smtClean="0">
                <a:latin typeface="Constantia" pitchFamily="18" charset="0"/>
                <a:cs typeface="Times New Roman" pitchFamily="18" charset="0"/>
              </a:rPr>
              <a:t>tín</a:t>
            </a:r>
            <a:r>
              <a:rPr lang="en-US" sz="2000" dirty="0" smtClean="0">
                <a:latin typeface="Constantia" pitchFamily="18" charset="0"/>
                <a:cs typeface="Times New Roman" pitchFamily="18" charset="0"/>
              </a:rPr>
              <a:t> </a:t>
            </a:r>
            <a:r>
              <a:rPr lang="en-US" sz="2000" dirty="0" err="1" smtClean="0">
                <a:latin typeface="Constantia" pitchFamily="18" charset="0"/>
                <a:cs typeface="Times New Roman" pitchFamily="18" charset="0"/>
              </a:rPr>
              <a:t>hiệu</a:t>
            </a:r>
            <a:r>
              <a:rPr lang="en-US" sz="2000" dirty="0" smtClean="0">
                <a:latin typeface="Constantia" pitchFamily="18" charset="0"/>
                <a:cs typeface="Times New Roman" pitchFamily="18" charset="0"/>
              </a:rPr>
              <a:t> </a:t>
            </a:r>
            <a:r>
              <a:rPr lang="en-US" sz="2000" dirty="0" err="1" smtClean="0">
                <a:latin typeface="Constantia" pitchFamily="18" charset="0"/>
                <a:cs typeface="Times New Roman" pitchFamily="18" charset="0"/>
              </a:rPr>
              <a:t>vào</a:t>
            </a:r>
            <a:endParaRPr lang="en-US" sz="2000" dirty="0" smtClean="0">
              <a:latin typeface="Constantia" pitchFamily="18" charset="0"/>
              <a:cs typeface="Times New Roman" pitchFamily="18" charset="0"/>
            </a:endParaRPr>
          </a:p>
          <a:p>
            <a:pPr marL="274320" indent="-274320" eaLnBrk="1" fontAlgn="auto" hangingPunct="1">
              <a:lnSpc>
                <a:spcPct val="120000"/>
              </a:lnSpc>
              <a:spcAft>
                <a:spcPts val="0"/>
              </a:spcAft>
              <a:buClr>
                <a:schemeClr val="accent3"/>
              </a:buClr>
              <a:buFont typeface="Wingdings" pitchFamily="2" charset="2"/>
              <a:buChar char="§"/>
              <a:defRPr/>
            </a:pPr>
            <a:r>
              <a:rPr lang="en-US" sz="2000" dirty="0" err="1" smtClean="0">
                <a:latin typeface="Constantia" pitchFamily="18" charset="0"/>
                <a:cs typeface="Times New Roman" pitchFamily="18" charset="0"/>
              </a:rPr>
              <a:t>Nếu</a:t>
            </a:r>
            <a:r>
              <a:rPr lang="en-US" sz="2000" dirty="0" smtClean="0">
                <a:latin typeface="Constantia" pitchFamily="18" charset="0"/>
                <a:cs typeface="Times New Roman" pitchFamily="18" charset="0"/>
              </a:rPr>
              <a:t> </a:t>
            </a:r>
            <a:r>
              <a:rPr lang="en-US" sz="2000" dirty="0" err="1" smtClean="0">
                <a:latin typeface="Constantia" pitchFamily="18" charset="0"/>
                <a:cs typeface="Times New Roman" pitchFamily="18" charset="0"/>
              </a:rPr>
              <a:t>R</a:t>
            </a:r>
            <a:r>
              <a:rPr lang="en-US" sz="2000" baseline="-25000" dirty="0" err="1" smtClean="0">
                <a:latin typeface="Constantia" pitchFamily="18" charset="0"/>
                <a:cs typeface="Times New Roman" pitchFamily="18" charset="0"/>
              </a:rPr>
              <a:t>f</a:t>
            </a:r>
            <a:r>
              <a:rPr lang="en-US" sz="2000" baseline="-25000" dirty="0" smtClean="0">
                <a:latin typeface="Constantia" pitchFamily="18" charset="0"/>
                <a:cs typeface="Times New Roman" pitchFamily="18" charset="0"/>
              </a:rPr>
              <a:t> </a:t>
            </a:r>
            <a:r>
              <a:rPr lang="en-US" sz="2000" dirty="0" smtClean="0">
                <a:latin typeface="Constantia" pitchFamily="18" charset="0"/>
                <a:cs typeface="Times New Roman" pitchFamily="18" charset="0"/>
              </a:rPr>
              <a:t>=0 </a:t>
            </a:r>
            <a:r>
              <a:rPr lang="en-US" sz="2000" dirty="0" err="1" smtClean="0">
                <a:latin typeface="Constantia" pitchFamily="18" charset="0"/>
                <a:cs typeface="Times New Roman" pitchFamily="18" charset="0"/>
              </a:rPr>
              <a:t>thì</a:t>
            </a:r>
            <a:r>
              <a:rPr lang="en-US" sz="2000" dirty="0" smtClean="0">
                <a:latin typeface="Constantia" pitchFamily="18" charset="0"/>
                <a:cs typeface="Times New Roman" pitchFamily="18" charset="0"/>
              </a:rPr>
              <a:t> </a:t>
            </a:r>
            <a:r>
              <a:rPr lang="en-US" sz="2000" dirty="0" err="1" smtClean="0">
                <a:latin typeface="Constantia" pitchFamily="18" charset="0"/>
                <a:cs typeface="Times New Roman" pitchFamily="18" charset="0"/>
              </a:rPr>
              <a:t>v</a:t>
            </a:r>
            <a:r>
              <a:rPr lang="en-US" sz="2000" baseline="-25000" dirty="0" err="1" smtClean="0">
                <a:latin typeface="Constantia" pitchFamily="18" charset="0"/>
                <a:cs typeface="Times New Roman" pitchFamily="18" charset="0"/>
              </a:rPr>
              <a:t>o</a:t>
            </a:r>
            <a:r>
              <a:rPr lang="en-US" sz="2000" dirty="0" smtClean="0">
                <a:latin typeface="Constantia" pitchFamily="18" charset="0"/>
                <a:cs typeface="Times New Roman" pitchFamily="18" charset="0"/>
              </a:rPr>
              <a:t>=</a:t>
            </a:r>
            <a:r>
              <a:rPr lang="en-US" sz="2000" dirty="0" err="1" smtClean="0">
                <a:latin typeface="Constantia" pitchFamily="18" charset="0"/>
                <a:cs typeface="Times New Roman" pitchFamily="18" charset="0"/>
              </a:rPr>
              <a:t>v</a:t>
            </a:r>
            <a:r>
              <a:rPr lang="en-US" sz="2000" baseline="-25000" dirty="0" err="1" smtClean="0">
                <a:latin typeface="Constantia" pitchFamily="18" charset="0"/>
                <a:cs typeface="Times New Roman" pitchFamily="18" charset="0"/>
              </a:rPr>
              <a:t>s</a:t>
            </a:r>
            <a:r>
              <a:rPr lang="en-US" sz="2000" baseline="-25000" dirty="0" smtClean="0">
                <a:latin typeface="Constantia" pitchFamily="18" charset="0"/>
                <a:cs typeface="Times New Roman" pitchFamily="18" charset="0"/>
              </a:rPr>
              <a:t> </a:t>
            </a:r>
            <a:r>
              <a:rPr lang="en-US" sz="2000" dirty="0" smtClean="0">
                <a:latin typeface="Constantia" pitchFamily="18" charset="0"/>
                <a:cs typeface="Times New Roman" pitchFamily="18" charset="0"/>
              </a:rPr>
              <a:t>→</a:t>
            </a:r>
            <a:r>
              <a:rPr lang="en-US" sz="2000" dirty="0" err="1" smtClean="0">
                <a:latin typeface="Constantia" pitchFamily="18" charset="0"/>
                <a:cs typeface="Times New Roman" pitchFamily="18" charset="0"/>
              </a:rPr>
              <a:t>mạch</a:t>
            </a:r>
            <a:r>
              <a:rPr lang="en-US" sz="2000" dirty="0" smtClean="0">
                <a:latin typeface="Constantia" pitchFamily="18" charset="0"/>
                <a:cs typeface="Times New Roman" pitchFamily="18" charset="0"/>
              </a:rPr>
              <a:t> </a:t>
            </a:r>
            <a:r>
              <a:rPr lang="en-US" sz="2000" dirty="0" err="1" smtClean="0">
                <a:latin typeface="Constantia" pitchFamily="18" charset="0"/>
                <a:cs typeface="Times New Roman" pitchFamily="18" charset="0"/>
              </a:rPr>
              <a:t>lặp</a:t>
            </a:r>
            <a:r>
              <a:rPr lang="en-US" sz="2000" dirty="0" smtClean="0">
                <a:latin typeface="Constantia" pitchFamily="18" charset="0"/>
                <a:cs typeface="Times New Roman" pitchFamily="18" charset="0"/>
              </a:rPr>
              <a:t> </a:t>
            </a:r>
            <a:r>
              <a:rPr lang="en-US" sz="2000" dirty="0" err="1" smtClean="0">
                <a:latin typeface="Constantia" pitchFamily="18" charset="0"/>
                <a:cs typeface="Times New Roman" pitchFamily="18" charset="0"/>
              </a:rPr>
              <a:t>điện</a:t>
            </a:r>
            <a:r>
              <a:rPr lang="en-US" sz="2000" dirty="0" smtClean="0">
                <a:latin typeface="Constantia" pitchFamily="18" charset="0"/>
                <a:cs typeface="Times New Roman" pitchFamily="18" charset="0"/>
              </a:rPr>
              <a:t> </a:t>
            </a:r>
            <a:r>
              <a:rPr lang="en-US" sz="2000" dirty="0" err="1" smtClean="0">
                <a:latin typeface="Constantia" pitchFamily="18" charset="0"/>
                <a:cs typeface="Times New Roman" pitchFamily="18" charset="0"/>
              </a:rPr>
              <a:t>áp</a:t>
            </a:r>
            <a:r>
              <a:rPr lang="en-US" sz="2000" dirty="0" smtClean="0">
                <a:latin typeface="Constantia" pitchFamily="18" charset="0"/>
                <a:cs typeface="Times New Roman" pitchFamily="18" charset="0"/>
              </a:rPr>
              <a:t>                 </a:t>
            </a:r>
          </a:p>
          <a:p>
            <a:pPr marL="274320" indent="-274320" eaLnBrk="1" fontAlgn="auto" hangingPunct="1">
              <a:spcAft>
                <a:spcPts val="0"/>
              </a:spcAft>
              <a:buClr>
                <a:schemeClr val="accent3"/>
              </a:buClr>
              <a:buFontTx/>
              <a:buNone/>
              <a:defRPr/>
            </a:pPr>
            <a:endParaRPr lang="en-US" sz="2000" dirty="0" smtClean="0">
              <a:latin typeface="Times New Roman" pitchFamily="18" charset="0"/>
              <a:cs typeface="Times New Roman" pitchFamily="18" charset="0"/>
            </a:endParaRPr>
          </a:p>
          <a:p>
            <a:pPr marL="274320" indent="-274320" eaLnBrk="1" fontAlgn="auto" hangingPunct="1">
              <a:spcAft>
                <a:spcPts val="0"/>
              </a:spcAft>
              <a:buClr>
                <a:schemeClr val="accent3"/>
              </a:buClr>
              <a:buFontTx/>
              <a:buNone/>
              <a:defRPr/>
            </a:pPr>
            <a:endParaRPr lang="en-US" sz="2000" dirty="0" smtClean="0">
              <a:latin typeface="Times New Roman" pitchFamily="18" charset="0"/>
              <a:cs typeface="Times New Roman" pitchFamily="18" charset="0"/>
            </a:endParaRPr>
          </a:p>
          <a:p>
            <a:pPr marL="274320" indent="-274320" eaLnBrk="1" fontAlgn="auto" hangingPunct="1">
              <a:spcAft>
                <a:spcPts val="0"/>
              </a:spcAft>
              <a:buClr>
                <a:schemeClr val="accent3"/>
              </a:buClr>
              <a:buFontTx/>
              <a:buNone/>
              <a:defRPr/>
            </a:pPr>
            <a:endParaRPr lang="en-US" sz="2000" dirty="0" smtClean="0">
              <a:latin typeface="Times New Roman" pitchFamily="18" charset="0"/>
              <a:cs typeface="Times New Roman" pitchFamily="18" charset="0"/>
            </a:endParaRPr>
          </a:p>
          <a:p>
            <a:pPr marL="274320" indent="-274320" eaLnBrk="1" fontAlgn="auto" hangingPunct="1">
              <a:spcAft>
                <a:spcPts val="0"/>
              </a:spcAft>
              <a:buClr>
                <a:schemeClr val="accent3"/>
              </a:buClr>
              <a:buFontTx/>
              <a:buNone/>
              <a:defRPr/>
            </a:pPr>
            <a:endParaRPr lang="en-US" sz="2000" dirty="0" smtClean="0">
              <a:latin typeface="Times New Roman" pitchFamily="18" charset="0"/>
              <a:cs typeface="Times New Roman" pitchFamily="18" charset="0"/>
            </a:endParaRPr>
          </a:p>
          <a:p>
            <a:pPr marL="274320" indent="-274320" eaLnBrk="1" fontAlgn="auto" hangingPunct="1">
              <a:spcAft>
                <a:spcPts val="0"/>
              </a:spcAft>
              <a:buClr>
                <a:schemeClr val="accent3"/>
              </a:buClr>
              <a:buFontTx/>
              <a:buNone/>
              <a:defRPr/>
            </a:pPr>
            <a:endParaRPr lang="en-US" sz="2000" dirty="0" smtClean="0">
              <a:latin typeface="Times New Roman" pitchFamily="18" charset="0"/>
              <a:cs typeface="Times New Roman" pitchFamily="18" charset="0"/>
            </a:endParaRPr>
          </a:p>
          <a:p>
            <a:pPr marL="274320" indent="-274320" eaLnBrk="1" fontAlgn="auto" hangingPunct="1">
              <a:spcAft>
                <a:spcPts val="0"/>
              </a:spcAft>
              <a:buClr>
                <a:schemeClr val="accent3"/>
              </a:buClr>
              <a:buFontTx/>
              <a:buNone/>
              <a:defRPr/>
            </a:pPr>
            <a:endParaRPr lang="en-US" sz="2000" dirty="0" smtClean="0">
              <a:latin typeface="Times New Roman" pitchFamily="18" charset="0"/>
              <a:cs typeface="Times New Roman" pitchFamily="18" charset="0"/>
            </a:endParaRPr>
          </a:p>
          <a:p>
            <a:pPr marL="274320" indent="-274320" eaLnBrk="1" fontAlgn="auto" hangingPunct="1">
              <a:spcAft>
                <a:spcPts val="0"/>
              </a:spcAft>
              <a:buClr>
                <a:schemeClr val="accent3"/>
              </a:buClr>
              <a:buFontTx/>
              <a:buNone/>
              <a:defRPr/>
            </a:pPr>
            <a:r>
              <a:rPr lang="en-US" sz="2000" dirty="0" smtClean="0">
                <a:latin typeface="Times New Roman" pitchFamily="18" charset="0"/>
                <a:cs typeface="Times New Roman" pitchFamily="18" charset="0"/>
              </a:rPr>
              <a:t>				</a:t>
            </a:r>
          </a:p>
          <a:p>
            <a:pPr marL="274320" indent="-274320" eaLnBrk="1" fontAlgn="auto" hangingPunct="1">
              <a:spcAft>
                <a:spcPts val="0"/>
              </a:spcAft>
              <a:buClr>
                <a:schemeClr val="accent3"/>
              </a:buClr>
              <a:buFontTx/>
              <a:buNone/>
              <a:defRPr/>
            </a:pPr>
            <a:endParaRPr lang="en-US" sz="2000" dirty="0" smtClean="0">
              <a:latin typeface="Times New Roman" pitchFamily="18" charset="0"/>
              <a:cs typeface="Times New Roman" pitchFamily="18" charset="0"/>
            </a:endParaRPr>
          </a:p>
          <a:p>
            <a:pPr marL="274320" indent="-274320" eaLnBrk="1" fontAlgn="auto" hangingPunct="1">
              <a:spcAft>
                <a:spcPts val="0"/>
              </a:spcAft>
              <a:buClr>
                <a:schemeClr val="accent3"/>
              </a:buClr>
              <a:buFontTx/>
              <a:buNone/>
              <a:defRPr/>
            </a:pPr>
            <a:endParaRPr lang="en-US" sz="2000" dirty="0" smtClean="0">
              <a:latin typeface="Times New Roman" pitchFamily="18" charset="0"/>
              <a:cs typeface="Times New Roman" pitchFamily="18" charset="0"/>
            </a:endParaRPr>
          </a:p>
        </p:txBody>
      </p:sp>
      <p:sp>
        <p:nvSpPr>
          <p:cNvPr id="7178" name="Content Placeholder 27"/>
          <p:cNvSpPr>
            <a:spLocks noGrp="1"/>
          </p:cNvSpPr>
          <p:nvPr>
            <p:ph sz="half" idx="2"/>
          </p:nvPr>
        </p:nvSpPr>
        <p:spPr>
          <a:xfrm>
            <a:off x="5562600" y="1524000"/>
            <a:ext cx="3371850" cy="4664075"/>
          </a:xfrm>
        </p:spPr>
        <p:txBody>
          <a:bodyPr/>
          <a:lstStyle/>
          <a:p>
            <a:pPr eaLnBrk="1" hangingPunct="1"/>
            <a:r>
              <a:rPr lang="en-US" smtClean="0"/>
              <a:t> </a:t>
            </a:r>
            <a:r>
              <a:rPr lang="en-US" sz="2400" smtClean="0">
                <a:latin typeface="Constantia" pitchFamily="18" charset="0"/>
              </a:rPr>
              <a:t>Sơ đồ mạch</a:t>
            </a:r>
          </a:p>
        </p:txBody>
      </p:sp>
      <p:sp>
        <p:nvSpPr>
          <p:cNvPr id="7179"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7170" name="Object 1"/>
          <p:cNvGraphicFramePr>
            <a:graphicFrameLocks noChangeAspect="1"/>
          </p:cNvGraphicFramePr>
          <p:nvPr>
            <p:extLst>
              <p:ext uri="{D42A27DB-BD31-4B8C-83A1-F6EECF244321}">
                <p14:modId xmlns:p14="http://schemas.microsoft.com/office/powerpoint/2010/main" val="805716708"/>
              </p:ext>
            </p:extLst>
          </p:nvPr>
        </p:nvGraphicFramePr>
        <p:xfrm>
          <a:off x="5791200" y="1981200"/>
          <a:ext cx="2971800" cy="1835150"/>
        </p:xfrm>
        <a:graphic>
          <a:graphicData uri="http://schemas.openxmlformats.org/presentationml/2006/ole">
            <mc:AlternateContent xmlns:mc="http://schemas.openxmlformats.org/markup-compatibility/2006">
              <mc:Choice xmlns:v="urn:schemas-microsoft-com:vml" Requires="v">
                <p:oleObj spid="_x0000_s7351" r:id="rId3" imgW="1744066" imgH="1075334" progId="">
                  <p:embed/>
                </p:oleObj>
              </mc:Choice>
              <mc:Fallback>
                <p:oleObj r:id="rId3" imgW="1744066" imgH="1075334" progId="">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1200" y="1981200"/>
                        <a:ext cx="2971800" cy="1835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80" name="Rectangle 4"/>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sp>
        <p:nvSpPr>
          <p:cNvPr id="7181" name="Rectangle 6"/>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sp>
        <p:nvSpPr>
          <p:cNvPr id="7182"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sp>
        <p:nvSpPr>
          <p:cNvPr id="7183" name="Rectangle 10"/>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sp>
        <p:nvSpPr>
          <p:cNvPr id="7184" name="Rectangle 12"/>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pSp>
        <p:nvGrpSpPr>
          <p:cNvPr id="7185" name="Group 29"/>
          <p:cNvGrpSpPr>
            <a:grpSpLocks/>
          </p:cNvGrpSpPr>
          <p:nvPr/>
        </p:nvGrpSpPr>
        <p:grpSpPr bwMode="auto">
          <a:xfrm>
            <a:off x="1252538" y="3113088"/>
            <a:ext cx="4156075" cy="784225"/>
            <a:chOff x="534988" y="2046288"/>
            <a:chExt cx="4156075" cy="784225"/>
          </a:xfrm>
        </p:grpSpPr>
        <p:graphicFrame>
          <p:nvGraphicFramePr>
            <p:cNvPr id="7175" name="Object 9"/>
            <p:cNvGraphicFramePr>
              <a:graphicFrameLocks noChangeAspect="1"/>
            </p:cNvGraphicFramePr>
            <p:nvPr/>
          </p:nvGraphicFramePr>
          <p:xfrm>
            <a:off x="534988" y="2046288"/>
            <a:ext cx="1790700" cy="784225"/>
          </p:xfrm>
          <a:graphic>
            <a:graphicData uri="http://schemas.openxmlformats.org/presentationml/2006/ole">
              <mc:AlternateContent xmlns:mc="http://schemas.openxmlformats.org/markup-compatibility/2006">
                <mc:Choice xmlns:v="urn:schemas-microsoft-com:vml" Requires="v">
                  <p:oleObj spid="_x0000_s7352" name="Equation" r:id="rId5" imgW="1295280" imgH="457200" progId="Equation.3">
                    <p:embed/>
                  </p:oleObj>
                </mc:Choice>
                <mc:Fallback>
                  <p:oleObj name="Equation" r:id="rId5" imgW="1295280" imgH="4572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4988" y="2046288"/>
                          <a:ext cx="1790700" cy="784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76" name="Object 13"/>
            <p:cNvGraphicFramePr>
              <a:graphicFrameLocks noChangeAspect="1"/>
            </p:cNvGraphicFramePr>
            <p:nvPr/>
          </p:nvGraphicFramePr>
          <p:xfrm>
            <a:off x="2940050" y="2057400"/>
            <a:ext cx="1751013" cy="685800"/>
          </p:xfrm>
          <a:graphic>
            <a:graphicData uri="http://schemas.openxmlformats.org/presentationml/2006/ole">
              <mc:AlternateContent xmlns:mc="http://schemas.openxmlformats.org/markup-compatibility/2006">
                <mc:Choice xmlns:v="urn:schemas-microsoft-com:vml" Requires="v">
                  <p:oleObj spid="_x0000_s7353" name="Equation" r:id="rId7" imgW="1409400" imgH="457200" progId="Equation.3">
                    <p:embed/>
                  </p:oleObj>
                </mc:Choice>
                <mc:Fallback>
                  <p:oleObj name="Equation" r:id="rId7" imgW="1409400" imgH="457200" progId="Equation.3">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40050" y="2057400"/>
                          <a:ext cx="1751013"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Right Arrow 20"/>
            <p:cNvSpPr/>
            <p:nvPr/>
          </p:nvSpPr>
          <p:spPr>
            <a:xfrm>
              <a:off x="2514600" y="2286000"/>
              <a:ext cx="304800" cy="15240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7186" name="Rectangle 1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sp>
        <p:nvSpPr>
          <p:cNvPr id="7187" name="Rectangle 1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pic>
        <p:nvPicPr>
          <p:cNvPr id="7188" name="Picture 2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86400" y="4437063"/>
            <a:ext cx="3352800" cy="1125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Title 1"/>
          <p:cNvSpPr>
            <a:spLocks noGrp="1"/>
          </p:cNvSpPr>
          <p:nvPr>
            <p:ph type="title"/>
          </p:nvPr>
        </p:nvSpPr>
        <p:spPr>
          <a:xfrm>
            <a:off x="1285875" y="95250"/>
            <a:ext cx="7497763" cy="838200"/>
          </a:xfrm>
        </p:spPr>
        <p:txBody>
          <a:bodyPr/>
          <a:lstStyle/>
          <a:p>
            <a:pPr algn="ctr" eaLnBrk="1" fontAlgn="auto" hangingPunct="1">
              <a:spcAft>
                <a:spcPts val="0"/>
              </a:spcAft>
              <a:defRPr/>
            </a:pPr>
            <a:r>
              <a:rPr lang="en-US" dirty="0" err="1" smtClean="0">
                <a:solidFill>
                  <a:schemeClr val="tx2">
                    <a:satMod val="130000"/>
                  </a:schemeClr>
                </a:solidFill>
                <a:latin typeface="Times New Roman" pitchFamily="18" charset="0"/>
                <a:cs typeface="Times New Roman" pitchFamily="18" charset="0"/>
              </a:rPr>
              <a:t>Mạch</a:t>
            </a:r>
            <a:r>
              <a:rPr lang="en-US" dirty="0" smtClean="0">
                <a:solidFill>
                  <a:schemeClr val="tx2">
                    <a:satMod val="130000"/>
                  </a:schemeClr>
                </a:solidFill>
                <a:latin typeface="Times New Roman" pitchFamily="18" charset="0"/>
                <a:cs typeface="Times New Roman" pitchFamily="18" charset="0"/>
              </a:rPr>
              <a:t> </a:t>
            </a:r>
            <a:r>
              <a:rPr lang="en-US" dirty="0" err="1" smtClean="0">
                <a:solidFill>
                  <a:schemeClr val="tx2">
                    <a:satMod val="130000"/>
                  </a:schemeClr>
                </a:solidFill>
                <a:latin typeface="Times New Roman" pitchFamily="18" charset="0"/>
                <a:cs typeface="Times New Roman" pitchFamily="18" charset="0"/>
              </a:rPr>
              <a:t>khuếch</a:t>
            </a:r>
            <a:r>
              <a:rPr lang="en-US" dirty="0" smtClean="0">
                <a:solidFill>
                  <a:schemeClr val="tx2">
                    <a:satMod val="130000"/>
                  </a:schemeClr>
                </a:solidFill>
                <a:latin typeface="Times New Roman" pitchFamily="18" charset="0"/>
                <a:cs typeface="Times New Roman" pitchFamily="18" charset="0"/>
              </a:rPr>
              <a:t> </a:t>
            </a:r>
            <a:r>
              <a:rPr lang="en-US" dirty="0" err="1" smtClean="0">
                <a:solidFill>
                  <a:schemeClr val="tx2">
                    <a:satMod val="130000"/>
                  </a:schemeClr>
                </a:solidFill>
                <a:latin typeface="Times New Roman" pitchFamily="18" charset="0"/>
                <a:cs typeface="Times New Roman" pitchFamily="18" charset="0"/>
              </a:rPr>
              <a:t>đại</a:t>
            </a:r>
            <a:r>
              <a:rPr lang="en-US" dirty="0" smtClean="0">
                <a:solidFill>
                  <a:schemeClr val="tx2">
                    <a:satMod val="130000"/>
                  </a:schemeClr>
                </a:solidFill>
                <a:latin typeface="Times New Roman" pitchFamily="18" charset="0"/>
                <a:cs typeface="Times New Roman" pitchFamily="18" charset="0"/>
              </a:rPr>
              <a:t> </a:t>
            </a:r>
            <a:r>
              <a:rPr lang="en-US" dirty="0" err="1" smtClean="0">
                <a:solidFill>
                  <a:schemeClr val="tx2">
                    <a:satMod val="130000"/>
                  </a:schemeClr>
                </a:solidFill>
                <a:latin typeface="Times New Roman" pitchFamily="18" charset="0"/>
                <a:cs typeface="Times New Roman" pitchFamily="18" charset="0"/>
              </a:rPr>
              <a:t>không</a:t>
            </a:r>
            <a:r>
              <a:rPr lang="en-US" dirty="0" smtClean="0">
                <a:solidFill>
                  <a:schemeClr val="tx2">
                    <a:satMod val="130000"/>
                  </a:schemeClr>
                </a:solidFill>
                <a:latin typeface="Times New Roman" pitchFamily="18" charset="0"/>
                <a:cs typeface="Times New Roman" pitchFamily="18" charset="0"/>
              </a:rPr>
              <a:t> </a:t>
            </a:r>
            <a:r>
              <a:rPr lang="en-US" dirty="0" err="1" smtClean="0">
                <a:solidFill>
                  <a:schemeClr val="tx2">
                    <a:satMod val="130000"/>
                  </a:schemeClr>
                </a:solidFill>
                <a:latin typeface="Times New Roman" pitchFamily="18" charset="0"/>
                <a:cs typeface="Times New Roman" pitchFamily="18" charset="0"/>
              </a:rPr>
              <a:t>đảo</a:t>
            </a:r>
            <a:endParaRPr lang="en-US" dirty="0">
              <a:solidFill>
                <a:schemeClr val="tx2">
                  <a:satMod val="130000"/>
                </a:schemeClr>
              </a:solidFill>
            </a:endParaRPr>
          </a:p>
        </p:txBody>
      </p:sp>
      <p:grpSp>
        <p:nvGrpSpPr>
          <p:cNvPr id="7190" name="Group 32"/>
          <p:cNvGrpSpPr>
            <a:grpSpLocks/>
          </p:cNvGrpSpPr>
          <p:nvPr/>
        </p:nvGrpSpPr>
        <p:grpSpPr bwMode="auto">
          <a:xfrm>
            <a:off x="1571625" y="1628775"/>
            <a:ext cx="3419475" cy="838200"/>
            <a:chOff x="1571625" y="1628776"/>
            <a:chExt cx="3419475" cy="838200"/>
          </a:xfrm>
        </p:grpSpPr>
        <p:grpSp>
          <p:nvGrpSpPr>
            <p:cNvPr id="7191" name="Group 28"/>
            <p:cNvGrpSpPr>
              <a:grpSpLocks/>
            </p:cNvGrpSpPr>
            <p:nvPr/>
          </p:nvGrpSpPr>
          <p:grpSpPr bwMode="auto">
            <a:xfrm>
              <a:off x="2171700" y="1628776"/>
              <a:ext cx="2819400" cy="838200"/>
              <a:chOff x="987425" y="990600"/>
              <a:chExt cx="2819400" cy="644525"/>
            </a:xfrm>
          </p:grpSpPr>
          <p:graphicFrame>
            <p:nvGraphicFramePr>
              <p:cNvPr id="7171" name="Object 3"/>
              <p:cNvGraphicFramePr>
                <a:graphicFrameLocks noChangeAspect="1"/>
              </p:cNvGraphicFramePr>
              <p:nvPr/>
            </p:nvGraphicFramePr>
            <p:xfrm>
              <a:off x="987425" y="990600"/>
              <a:ext cx="939800" cy="304800"/>
            </p:xfrm>
            <a:graphic>
              <a:graphicData uri="http://schemas.openxmlformats.org/presentationml/2006/ole">
                <mc:AlternateContent xmlns:mc="http://schemas.openxmlformats.org/markup-compatibility/2006">
                  <mc:Choice xmlns:v="urn:schemas-microsoft-com:vml" Requires="v">
                    <p:oleObj spid="_x0000_s7354" name="Equation" r:id="rId10" imgW="736560" imgH="241200" progId="Equation.3">
                      <p:embed/>
                    </p:oleObj>
                  </mc:Choice>
                  <mc:Fallback>
                    <p:oleObj name="Equation" r:id="rId10" imgW="736560" imgH="241200" progId="Equation.3">
                      <p:embed/>
                      <p:pic>
                        <p:nvPicPr>
                          <p:cNvPr id="0" name="Object 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87425" y="990600"/>
                            <a:ext cx="9398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72" name="Object 5"/>
              <p:cNvGraphicFramePr>
                <a:graphicFrameLocks noChangeAspect="1"/>
              </p:cNvGraphicFramePr>
              <p:nvPr/>
            </p:nvGraphicFramePr>
            <p:xfrm>
              <a:off x="990600" y="1287463"/>
              <a:ext cx="530225" cy="322262"/>
            </p:xfrm>
            <a:graphic>
              <a:graphicData uri="http://schemas.openxmlformats.org/presentationml/2006/ole">
                <mc:AlternateContent xmlns:mc="http://schemas.openxmlformats.org/markup-compatibility/2006">
                  <mc:Choice xmlns:v="urn:schemas-microsoft-com:vml" Requires="v">
                    <p:oleObj spid="_x0000_s7355" name="Equation" r:id="rId12" imgW="380880" imgH="228600" progId="Equation.3">
                      <p:embed/>
                    </p:oleObj>
                  </mc:Choice>
                  <mc:Fallback>
                    <p:oleObj name="Equation" r:id="rId12" imgW="380880" imgH="228600" progId="Equation.3">
                      <p:embed/>
                      <p:pic>
                        <p:nvPicPr>
                          <p:cNvPr id="0" name="Object 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90600" y="1287463"/>
                            <a:ext cx="530225" cy="322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73" name="Object 7"/>
              <p:cNvGraphicFramePr>
                <a:graphicFrameLocks noChangeAspect="1"/>
              </p:cNvGraphicFramePr>
              <p:nvPr/>
            </p:nvGraphicFramePr>
            <p:xfrm>
              <a:off x="3276600" y="1295400"/>
              <a:ext cx="530225" cy="339725"/>
            </p:xfrm>
            <a:graphic>
              <a:graphicData uri="http://schemas.openxmlformats.org/presentationml/2006/ole">
                <mc:AlternateContent xmlns:mc="http://schemas.openxmlformats.org/markup-compatibility/2006">
                  <mc:Choice xmlns:v="urn:schemas-microsoft-com:vml" Requires="v">
                    <p:oleObj spid="_x0000_s7356" name="Equation" r:id="rId14" imgW="380880" imgH="241200" progId="Equation.3">
                      <p:embed/>
                    </p:oleObj>
                  </mc:Choice>
                  <mc:Fallback>
                    <p:oleObj name="Equation" r:id="rId14" imgW="380880" imgH="241200" progId="Equation.3">
                      <p:embed/>
                      <p:pic>
                        <p:nvPicPr>
                          <p:cNvPr id="0" name="Object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276600" y="1295400"/>
                            <a:ext cx="530225" cy="339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ight Arrow 17"/>
              <p:cNvSpPr/>
              <p:nvPr/>
            </p:nvSpPr>
            <p:spPr>
              <a:xfrm>
                <a:off x="1600200" y="1371456"/>
                <a:ext cx="304800" cy="152587"/>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aphicFrame>
            <p:nvGraphicFramePr>
              <p:cNvPr id="7174" name="Object 15"/>
              <p:cNvGraphicFramePr>
                <a:graphicFrameLocks noChangeAspect="1"/>
              </p:cNvGraphicFramePr>
              <p:nvPr/>
            </p:nvGraphicFramePr>
            <p:xfrm>
              <a:off x="2011363" y="1285875"/>
              <a:ext cx="884237" cy="341313"/>
            </p:xfrm>
            <a:graphic>
              <a:graphicData uri="http://schemas.openxmlformats.org/presentationml/2006/ole">
                <mc:AlternateContent xmlns:mc="http://schemas.openxmlformats.org/markup-compatibility/2006">
                  <mc:Choice xmlns:v="urn:schemas-microsoft-com:vml" Requires="v">
                    <p:oleObj spid="_x0000_s7357" name="Equation" r:id="rId16" imgW="634680" imgH="241200" progId="Equation.3">
                      <p:embed/>
                    </p:oleObj>
                  </mc:Choice>
                  <mc:Fallback>
                    <p:oleObj name="Equation" r:id="rId16" imgW="634680" imgH="241200" progId="Equation.3">
                      <p:embed/>
                      <p:pic>
                        <p:nvPicPr>
                          <p:cNvPr id="0" name="Object 1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011363" y="1285875"/>
                            <a:ext cx="884237" cy="341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Right Arrow 19"/>
              <p:cNvSpPr/>
              <p:nvPr/>
            </p:nvSpPr>
            <p:spPr>
              <a:xfrm>
                <a:off x="2933700" y="1371456"/>
                <a:ext cx="304800" cy="152587"/>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27" name="Right Arrow 26"/>
            <p:cNvSpPr/>
            <p:nvPr/>
          </p:nvSpPr>
          <p:spPr>
            <a:xfrm>
              <a:off x="1571625" y="2028826"/>
              <a:ext cx="304800" cy="15240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2" name="Left Brace 31"/>
            <p:cNvSpPr/>
            <p:nvPr/>
          </p:nvSpPr>
          <p:spPr>
            <a:xfrm>
              <a:off x="2057400" y="1771651"/>
              <a:ext cx="76200" cy="549275"/>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grpSp>
      <p:cxnSp>
        <p:nvCxnSpPr>
          <p:cNvPr id="3" name="Straight Arrow Connector 2"/>
          <p:cNvCxnSpPr/>
          <p:nvPr/>
        </p:nvCxnSpPr>
        <p:spPr>
          <a:xfrm>
            <a:off x="6823710" y="2910840"/>
            <a:ext cx="152400" cy="0"/>
          </a:xfrm>
          <a:prstGeom prst="straightConnector1">
            <a:avLst/>
          </a:prstGeom>
          <a:ln>
            <a:solidFill>
              <a:srgbClr val="FF0066"/>
            </a:solidFill>
            <a:tailEnd type="triangle" w="sm" len="sm"/>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742557" y="2838087"/>
            <a:ext cx="346710" cy="251817"/>
          </a:xfrm>
          <a:prstGeom prst="rect">
            <a:avLst/>
          </a:prstGeom>
          <a:noFill/>
        </p:spPr>
        <p:txBody>
          <a:bodyPr wrap="square" rtlCol="0">
            <a:spAutoFit/>
          </a:bodyPr>
          <a:lstStyle/>
          <a:p>
            <a:r>
              <a:rPr lang="en-US" sz="1200" i="1" smtClean="0">
                <a:latin typeface="Times New Roman" panose="02020603050405020304" pitchFamily="18" charset="0"/>
                <a:cs typeface="Times New Roman" panose="02020603050405020304" pitchFamily="18" charset="0"/>
              </a:rPr>
              <a:t>i</a:t>
            </a:r>
            <a:r>
              <a:rPr lang="en-US" sz="1200" i="1" baseline="-25000" smtClean="0">
                <a:latin typeface="Times New Roman" panose="02020603050405020304" pitchFamily="18" charset="0"/>
                <a:cs typeface="Times New Roman" panose="02020603050405020304" pitchFamily="18" charset="0"/>
              </a:rPr>
              <a:t>n</a:t>
            </a:r>
            <a:endParaRPr lang="en-US" sz="1200" i="1" baseline="-2500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p:cNvSpPr>
            <a:spLocks noGrp="1"/>
          </p:cNvSpPr>
          <p:nvPr>
            <p:ph type="title"/>
          </p:nvPr>
        </p:nvSpPr>
        <p:spPr>
          <a:xfrm>
            <a:off x="1435100" y="533400"/>
            <a:ext cx="7499350" cy="884238"/>
          </a:xfrm>
        </p:spPr>
        <p:txBody>
          <a:bodyPr/>
          <a:lstStyle/>
          <a:p>
            <a:pPr algn="ctr" eaLnBrk="1" fontAlgn="auto" hangingPunct="1">
              <a:spcAft>
                <a:spcPts val="0"/>
              </a:spcAft>
              <a:defRPr/>
            </a:pPr>
            <a:r>
              <a:rPr lang="en-US" dirty="0" err="1" smtClean="0">
                <a:solidFill>
                  <a:schemeClr val="tx2">
                    <a:satMod val="130000"/>
                  </a:schemeClr>
                </a:solidFill>
                <a:latin typeface="Times New Roman" pitchFamily="18" charset="0"/>
                <a:cs typeface="Times New Roman" pitchFamily="18" charset="0"/>
              </a:rPr>
              <a:t>Mạch</a:t>
            </a:r>
            <a:r>
              <a:rPr lang="en-US" dirty="0" smtClean="0">
                <a:solidFill>
                  <a:schemeClr val="tx2">
                    <a:satMod val="130000"/>
                  </a:schemeClr>
                </a:solidFill>
                <a:latin typeface="Times New Roman" pitchFamily="18" charset="0"/>
                <a:cs typeface="Times New Roman" pitchFamily="18" charset="0"/>
              </a:rPr>
              <a:t> </a:t>
            </a:r>
            <a:r>
              <a:rPr lang="en-US" dirty="0" err="1" smtClean="0">
                <a:solidFill>
                  <a:schemeClr val="tx2">
                    <a:satMod val="130000"/>
                  </a:schemeClr>
                </a:solidFill>
                <a:latin typeface="Times New Roman" pitchFamily="18" charset="0"/>
                <a:cs typeface="Times New Roman" pitchFamily="18" charset="0"/>
              </a:rPr>
              <a:t>cộng</a:t>
            </a:r>
            <a:r>
              <a:rPr lang="en-US" dirty="0" smtClean="0">
                <a:solidFill>
                  <a:schemeClr val="tx2">
                    <a:satMod val="130000"/>
                  </a:schemeClr>
                </a:solidFill>
                <a:latin typeface="Times New Roman" pitchFamily="18" charset="0"/>
                <a:cs typeface="Times New Roman" pitchFamily="18" charset="0"/>
              </a:rPr>
              <a:t> </a:t>
            </a:r>
            <a:r>
              <a:rPr lang="en-US" dirty="0" err="1" smtClean="0">
                <a:solidFill>
                  <a:schemeClr val="tx2">
                    <a:satMod val="130000"/>
                  </a:schemeClr>
                </a:solidFill>
                <a:latin typeface="Times New Roman" pitchFamily="18" charset="0"/>
                <a:cs typeface="Times New Roman" pitchFamily="18" charset="0"/>
              </a:rPr>
              <a:t>đảo</a:t>
            </a:r>
            <a:endParaRPr lang="en-US" dirty="0">
              <a:solidFill>
                <a:schemeClr val="tx2">
                  <a:satMod val="130000"/>
                </a:schemeClr>
              </a:solidFill>
            </a:endParaRPr>
          </a:p>
        </p:txBody>
      </p:sp>
      <p:sp>
        <p:nvSpPr>
          <p:cNvPr id="8200" name="Content Placeholder 2"/>
          <p:cNvSpPr>
            <a:spLocks noGrp="1"/>
          </p:cNvSpPr>
          <p:nvPr>
            <p:ph sz="half" idx="1"/>
          </p:nvPr>
        </p:nvSpPr>
        <p:spPr>
          <a:xfrm>
            <a:off x="990600" y="1524000"/>
            <a:ext cx="4102100" cy="4664075"/>
          </a:xfrm>
        </p:spPr>
        <p:txBody>
          <a:bodyPr/>
          <a:lstStyle/>
          <a:p>
            <a:pPr eaLnBrk="1" hangingPunct="1">
              <a:buFontTx/>
              <a:buNone/>
            </a:pPr>
            <a:r>
              <a:rPr lang="en-US" sz="1800" smtClean="0">
                <a:latin typeface="Times New Roman" pitchFamily="18" charset="0"/>
                <a:cs typeface="Times New Roman" pitchFamily="18" charset="0"/>
              </a:rPr>
              <a:t>Do dòng đầu vào i</a:t>
            </a:r>
            <a:r>
              <a:rPr lang="en-US" sz="1800" baseline="-25000" smtClean="0">
                <a:latin typeface="Times New Roman" pitchFamily="18" charset="0"/>
                <a:cs typeface="Times New Roman" pitchFamily="18" charset="0"/>
              </a:rPr>
              <a:t>v</a:t>
            </a:r>
            <a:r>
              <a:rPr lang="en-US" sz="1800" smtClean="0">
                <a:latin typeface="Times New Roman" pitchFamily="18" charset="0"/>
                <a:cs typeface="Times New Roman" pitchFamily="18" charset="0"/>
              </a:rPr>
              <a:t>=0 nên:</a:t>
            </a:r>
          </a:p>
          <a:p>
            <a:pPr eaLnBrk="1" hangingPunct="1">
              <a:buFontTx/>
              <a:buNone/>
            </a:pPr>
            <a:endParaRPr lang="en-US" sz="1800" smtClean="0">
              <a:latin typeface="Times New Roman" pitchFamily="18" charset="0"/>
              <a:cs typeface="Times New Roman" pitchFamily="18" charset="0"/>
            </a:endParaRPr>
          </a:p>
          <a:p>
            <a:pPr eaLnBrk="1" hangingPunct="1">
              <a:buFontTx/>
              <a:buNone/>
            </a:pPr>
            <a:endParaRPr lang="en-US" sz="1800" smtClean="0">
              <a:latin typeface="Times New Roman" pitchFamily="18" charset="0"/>
              <a:cs typeface="Times New Roman" pitchFamily="18" charset="0"/>
            </a:endParaRPr>
          </a:p>
          <a:p>
            <a:pPr eaLnBrk="1" hangingPunct="1">
              <a:buFontTx/>
              <a:buNone/>
            </a:pPr>
            <a:endParaRPr lang="en-US" sz="1800" smtClean="0">
              <a:latin typeface="Times New Roman" pitchFamily="18" charset="0"/>
              <a:cs typeface="Times New Roman" pitchFamily="18" charset="0"/>
            </a:endParaRPr>
          </a:p>
          <a:p>
            <a:pPr eaLnBrk="1" hangingPunct="1">
              <a:buFontTx/>
              <a:buNone/>
            </a:pPr>
            <a:endParaRPr lang="en-US" sz="1800" smtClean="0">
              <a:latin typeface="Times New Roman" pitchFamily="18" charset="0"/>
              <a:cs typeface="Times New Roman" pitchFamily="18" charset="0"/>
            </a:endParaRPr>
          </a:p>
          <a:p>
            <a:pPr eaLnBrk="1" hangingPunct="1">
              <a:buFontTx/>
              <a:buNone/>
            </a:pPr>
            <a:r>
              <a:rPr lang="en-US" sz="1800" smtClean="0">
                <a:latin typeface="Times New Roman" pitchFamily="18" charset="0"/>
                <a:cs typeface="Times New Roman" pitchFamily="18" charset="0"/>
              </a:rPr>
              <a:t>Mặt khác: </a:t>
            </a:r>
          </a:p>
          <a:p>
            <a:pPr eaLnBrk="1" hangingPunct="1">
              <a:buFontTx/>
              <a:buNone/>
            </a:pPr>
            <a:r>
              <a:rPr lang="en-US" sz="1800" smtClean="0">
                <a:latin typeface="Times New Roman" pitchFamily="18" charset="0"/>
                <a:cs typeface="Times New Roman" pitchFamily="18" charset="0"/>
              </a:rPr>
              <a:t> </a:t>
            </a:r>
          </a:p>
        </p:txBody>
      </p:sp>
      <p:sp>
        <p:nvSpPr>
          <p:cNvPr id="8201" name="Content Placeholder 18"/>
          <p:cNvSpPr>
            <a:spLocks noGrp="1"/>
          </p:cNvSpPr>
          <p:nvPr>
            <p:ph sz="half" idx="2"/>
          </p:nvPr>
        </p:nvSpPr>
        <p:spPr>
          <a:xfrm>
            <a:off x="5276850" y="1524000"/>
            <a:ext cx="3657600" cy="4664075"/>
          </a:xfrm>
        </p:spPr>
        <p:txBody>
          <a:bodyPr/>
          <a:lstStyle/>
          <a:p>
            <a:pPr eaLnBrk="1" hangingPunct="1"/>
            <a:endParaRPr lang="en-US" smtClean="0"/>
          </a:p>
        </p:txBody>
      </p:sp>
      <p:grpSp>
        <p:nvGrpSpPr>
          <p:cNvPr id="8202" name="Group 2"/>
          <p:cNvGrpSpPr>
            <a:grpSpLocks/>
          </p:cNvGrpSpPr>
          <p:nvPr/>
        </p:nvGrpSpPr>
        <p:grpSpPr bwMode="auto">
          <a:xfrm>
            <a:off x="5029200" y="2667000"/>
            <a:ext cx="4267200" cy="2743200"/>
            <a:chOff x="4701" y="10418"/>
            <a:chExt cx="4500" cy="2625"/>
          </a:xfrm>
        </p:grpSpPr>
        <p:pic>
          <p:nvPicPr>
            <p:cNvPr id="820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1" y="10418"/>
              <a:ext cx="4500" cy="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9" name="Line 4"/>
            <p:cNvSpPr>
              <a:spLocks noChangeShapeType="1"/>
            </p:cNvSpPr>
            <p:nvPr/>
          </p:nvSpPr>
          <p:spPr bwMode="auto">
            <a:xfrm flipV="1">
              <a:off x="6006" y="11558"/>
              <a:ext cx="480" cy="36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en-US"/>
            </a:p>
          </p:txBody>
        </p:sp>
        <p:sp>
          <p:nvSpPr>
            <p:cNvPr id="8210" name="Text Box 5"/>
            <p:cNvSpPr txBox="1">
              <a:spLocks noChangeArrowheads="1"/>
            </p:cNvSpPr>
            <p:nvPr/>
          </p:nvSpPr>
          <p:spPr bwMode="auto">
            <a:xfrm>
              <a:off x="5061" y="11918"/>
              <a:ext cx="1800"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Aft>
                  <a:spcPts val="1000"/>
                </a:spcAft>
              </a:pPr>
              <a:r>
                <a:rPr lang="en-US" sz="1100">
                  <a:latin typeface="Calibri" pitchFamily="34" charset="0"/>
                </a:rPr>
                <a:t>Điểm đất ảo</a:t>
              </a:r>
              <a:endParaRPr lang="en-US">
                <a:latin typeface="Gill Sans MT" pitchFamily="34" charset="0"/>
              </a:endParaRPr>
            </a:p>
          </p:txBody>
        </p:sp>
      </p:grpSp>
      <p:sp>
        <p:nvSpPr>
          <p:cNvPr id="8203" name="Rectangle 1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8194" name="Object 12"/>
          <p:cNvGraphicFramePr>
            <a:graphicFrameLocks noChangeAspect="1"/>
          </p:cNvGraphicFramePr>
          <p:nvPr/>
        </p:nvGraphicFramePr>
        <p:xfrm>
          <a:off x="2362200" y="1981200"/>
          <a:ext cx="1631950" cy="365125"/>
        </p:xfrm>
        <a:graphic>
          <a:graphicData uri="http://schemas.openxmlformats.org/presentationml/2006/ole">
            <mc:AlternateContent xmlns:mc="http://schemas.openxmlformats.org/markup-compatibility/2006">
              <mc:Choice xmlns:v="urn:schemas-microsoft-com:vml" Requires="v">
                <p:oleObj spid="_x0000_s8316" name="Equation" r:id="rId4" imgW="1091880" imgH="241200" progId="Equation.3">
                  <p:embed/>
                </p:oleObj>
              </mc:Choice>
              <mc:Fallback>
                <p:oleObj name="Equation" r:id="rId4" imgW="1091880" imgH="241200" progId="Equation.3">
                  <p:embed/>
                  <p:pic>
                    <p:nvPicPr>
                      <p:cNvPr id="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2200" y="1981200"/>
                        <a:ext cx="1631950" cy="36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4" name="Rectangle 1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8195" name="Object 14"/>
          <p:cNvGraphicFramePr>
            <a:graphicFrameLocks noChangeAspect="1"/>
          </p:cNvGraphicFramePr>
          <p:nvPr/>
        </p:nvGraphicFramePr>
        <p:xfrm>
          <a:off x="1166813" y="2352675"/>
          <a:ext cx="3778250" cy="704850"/>
        </p:xfrm>
        <a:graphic>
          <a:graphicData uri="http://schemas.openxmlformats.org/presentationml/2006/ole">
            <mc:AlternateContent xmlns:mc="http://schemas.openxmlformats.org/markup-compatibility/2006">
              <mc:Choice xmlns:v="urn:schemas-microsoft-com:vml" Requires="v">
                <p:oleObj spid="_x0000_s8317" name="Equation" r:id="rId6" imgW="2463480" imgH="457200" progId="Equation.3">
                  <p:embed/>
                </p:oleObj>
              </mc:Choice>
              <mc:Fallback>
                <p:oleObj name="Equation" r:id="rId6" imgW="2463480" imgH="457200" progId="Equation.3">
                  <p:embed/>
                  <p:pic>
                    <p:nvPicPr>
                      <p:cNvPr id="0"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66813" y="2352675"/>
                        <a:ext cx="3778250" cy="70485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5" name="Rectangle 1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8196" name="Object 16"/>
          <p:cNvGraphicFramePr>
            <a:graphicFrameLocks noChangeAspect="1"/>
          </p:cNvGraphicFramePr>
          <p:nvPr/>
        </p:nvGraphicFramePr>
        <p:xfrm>
          <a:off x="2387600" y="3276600"/>
          <a:ext cx="1117600" cy="381000"/>
        </p:xfrm>
        <a:graphic>
          <a:graphicData uri="http://schemas.openxmlformats.org/presentationml/2006/ole">
            <mc:AlternateContent xmlns:mc="http://schemas.openxmlformats.org/markup-compatibility/2006">
              <mc:Choice xmlns:v="urn:schemas-microsoft-com:vml" Requires="v">
                <p:oleObj spid="_x0000_s8318" name="Equation" r:id="rId8" imgW="698400" imgH="241200" progId="Equation.3">
                  <p:embed/>
                </p:oleObj>
              </mc:Choice>
              <mc:Fallback>
                <p:oleObj name="Equation" r:id="rId8" imgW="698400" imgH="241200" progId="Equation.3">
                  <p:embed/>
                  <p:pic>
                    <p:nvPicPr>
                      <p:cNvPr id="0" name="Object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87600" y="3276600"/>
                        <a:ext cx="11176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6" name="Rectangle 1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8197" name="Object 18"/>
          <p:cNvGraphicFramePr>
            <a:graphicFrameLocks noChangeAspect="1"/>
          </p:cNvGraphicFramePr>
          <p:nvPr/>
        </p:nvGraphicFramePr>
        <p:xfrm>
          <a:off x="1600200" y="3810000"/>
          <a:ext cx="2365375" cy="676275"/>
        </p:xfrm>
        <a:graphic>
          <a:graphicData uri="http://schemas.openxmlformats.org/presentationml/2006/ole">
            <mc:AlternateContent xmlns:mc="http://schemas.openxmlformats.org/markup-compatibility/2006">
              <mc:Choice xmlns:v="urn:schemas-microsoft-com:vml" Requires="v">
                <p:oleObj spid="_x0000_s8319" name="Equation" r:id="rId10" imgW="1612800" imgH="457200" progId="Equation.3">
                  <p:embed/>
                </p:oleObj>
              </mc:Choice>
              <mc:Fallback>
                <p:oleObj name="Equation" r:id="rId10" imgW="1612800" imgH="457200" progId="Equation.3">
                  <p:embed/>
                  <p:pic>
                    <p:nvPicPr>
                      <p:cNvPr id="0" name="Object 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00200" y="3810000"/>
                        <a:ext cx="2365375" cy="67627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7" name="Rectangle 2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8198" name="Object 20"/>
          <p:cNvGraphicFramePr>
            <a:graphicFrameLocks noChangeAspect="1"/>
          </p:cNvGraphicFramePr>
          <p:nvPr/>
        </p:nvGraphicFramePr>
        <p:xfrm>
          <a:off x="1209675" y="4800600"/>
          <a:ext cx="3119438" cy="685800"/>
        </p:xfrm>
        <a:graphic>
          <a:graphicData uri="http://schemas.openxmlformats.org/presentationml/2006/ole">
            <mc:AlternateContent xmlns:mc="http://schemas.openxmlformats.org/markup-compatibility/2006">
              <mc:Choice xmlns:v="urn:schemas-microsoft-com:vml" Requires="v">
                <p:oleObj spid="_x0000_s8320" name="Equation" r:id="rId12" imgW="2209680" imgH="482400" progId="Equation.3">
                  <p:embed/>
                </p:oleObj>
              </mc:Choice>
              <mc:Fallback>
                <p:oleObj name="Equation" r:id="rId12" imgW="2209680" imgH="482400" progId="Equation.3">
                  <p:embed/>
                  <p:pic>
                    <p:nvPicPr>
                      <p:cNvPr id="0" name="Object 2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09675" y="4800600"/>
                        <a:ext cx="3119438" cy="685800"/>
                      </a:xfrm>
                      <a:prstGeom prst="rect">
                        <a:avLst/>
                      </a:prstGeom>
                      <a:noFill/>
                      <a:ln w="19050">
                        <a:solidFill>
                          <a:srgbClr val="FF33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36"/>
          <p:cNvSpPr>
            <a:spLocks noGrp="1"/>
          </p:cNvSpPr>
          <p:nvPr>
            <p:ph type="title"/>
          </p:nvPr>
        </p:nvSpPr>
        <p:spPr/>
        <p:txBody>
          <a:bodyPr/>
          <a:lstStyle/>
          <a:p>
            <a:pPr algn="ctr" eaLnBrk="1" fontAlgn="auto" hangingPunct="1">
              <a:spcAft>
                <a:spcPts val="0"/>
              </a:spcAft>
              <a:defRPr/>
            </a:pPr>
            <a:r>
              <a:rPr lang="en-US" sz="4400" dirty="0" err="1" smtClean="0">
                <a:solidFill>
                  <a:schemeClr val="tx2">
                    <a:satMod val="130000"/>
                  </a:schemeClr>
                </a:solidFill>
                <a:latin typeface="Times New Roman" pitchFamily="18" charset="0"/>
                <a:cs typeface="Times New Roman" pitchFamily="18" charset="0"/>
              </a:rPr>
              <a:t>Mạch</a:t>
            </a:r>
            <a:r>
              <a:rPr lang="en-US" sz="4400" dirty="0" smtClean="0">
                <a:solidFill>
                  <a:schemeClr val="tx2">
                    <a:satMod val="130000"/>
                  </a:schemeClr>
                </a:solidFill>
                <a:latin typeface="Times New Roman" pitchFamily="18" charset="0"/>
                <a:cs typeface="Times New Roman" pitchFamily="18" charset="0"/>
              </a:rPr>
              <a:t> </a:t>
            </a:r>
            <a:r>
              <a:rPr lang="en-US" sz="4400" dirty="0" err="1" smtClean="0">
                <a:solidFill>
                  <a:schemeClr val="tx2">
                    <a:satMod val="130000"/>
                  </a:schemeClr>
                </a:solidFill>
                <a:latin typeface="Times New Roman" pitchFamily="18" charset="0"/>
                <a:cs typeface="Times New Roman" pitchFamily="18" charset="0"/>
              </a:rPr>
              <a:t>cộng</a:t>
            </a:r>
            <a:r>
              <a:rPr lang="en-US" sz="4400" dirty="0" smtClean="0">
                <a:solidFill>
                  <a:schemeClr val="tx2">
                    <a:satMod val="130000"/>
                  </a:schemeClr>
                </a:solidFill>
                <a:latin typeface="Times New Roman" pitchFamily="18" charset="0"/>
                <a:cs typeface="Times New Roman" pitchFamily="18" charset="0"/>
              </a:rPr>
              <a:t> </a:t>
            </a:r>
            <a:r>
              <a:rPr lang="en-US" sz="4400" dirty="0" err="1" smtClean="0">
                <a:solidFill>
                  <a:schemeClr val="tx2">
                    <a:satMod val="130000"/>
                  </a:schemeClr>
                </a:solidFill>
                <a:latin typeface="Times New Roman" pitchFamily="18" charset="0"/>
                <a:cs typeface="Times New Roman" pitchFamily="18" charset="0"/>
              </a:rPr>
              <a:t>không</a:t>
            </a:r>
            <a:r>
              <a:rPr lang="en-US" sz="4400" dirty="0" smtClean="0">
                <a:solidFill>
                  <a:schemeClr val="tx2">
                    <a:satMod val="130000"/>
                  </a:schemeClr>
                </a:solidFill>
                <a:latin typeface="Times New Roman" pitchFamily="18" charset="0"/>
                <a:cs typeface="Times New Roman" pitchFamily="18" charset="0"/>
              </a:rPr>
              <a:t> </a:t>
            </a:r>
            <a:r>
              <a:rPr lang="en-US" sz="4400" dirty="0" err="1" smtClean="0">
                <a:solidFill>
                  <a:schemeClr val="tx2">
                    <a:satMod val="130000"/>
                  </a:schemeClr>
                </a:solidFill>
                <a:latin typeface="Times New Roman" pitchFamily="18" charset="0"/>
                <a:cs typeface="Times New Roman" pitchFamily="18" charset="0"/>
              </a:rPr>
              <a:t>đảo</a:t>
            </a:r>
            <a:endParaRPr lang="en-US" dirty="0">
              <a:solidFill>
                <a:schemeClr val="tx2">
                  <a:satMod val="130000"/>
                </a:schemeClr>
              </a:solidFill>
            </a:endParaRPr>
          </a:p>
        </p:txBody>
      </p:sp>
      <p:sp>
        <p:nvSpPr>
          <p:cNvPr id="33808" name="Content Placeholder 2"/>
          <p:cNvSpPr>
            <a:spLocks noGrp="1"/>
          </p:cNvSpPr>
          <p:nvPr>
            <p:ph idx="1"/>
          </p:nvPr>
        </p:nvSpPr>
        <p:spPr>
          <a:xfrm>
            <a:off x="838200" y="990600"/>
            <a:ext cx="7497763" cy="5715000"/>
          </a:xfrm>
        </p:spPr>
        <p:txBody>
          <a:bodyPr>
            <a:normAutofit fontScale="85000" lnSpcReduction="20000"/>
          </a:bodyPr>
          <a:lstStyle/>
          <a:p>
            <a:pPr marL="365760" indent="-283464" eaLnBrk="1" fontAlgn="auto" hangingPunct="1">
              <a:spcAft>
                <a:spcPts val="0"/>
              </a:spcAft>
              <a:buFontTx/>
              <a:buNone/>
              <a:defRPr/>
            </a:pPr>
            <a:endParaRPr lang="en-US" sz="1800" dirty="0" smtClean="0">
              <a:latin typeface="Times New Roman" pitchFamily="18" charset="0"/>
              <a:cs typeface="Times New Roman" pitchFamily="18" charset="0"/>
            </a:endParaRPr>
          </a:p>
          <a:p>
            <a:pPr marL="365760" indent="-283464" eaLnBrk="1" fontAlgn="auto" hangingPunct="1">
              <a:spcAft>
                <a:spcPts val="0"/>
              </a:spcAft>
              <a:buFontTx/>
              <a:buNone/>
              <a:defRPr/>
            </a:pPr>
            <a:r>
              <a:rPr lang="en-US" sz="2400" dirty="0" err="1" smtClean="0">
                <a:latin typeface="Times New Roman" pitchFamily="18" charset="0"/>
                <a:cs typeface="Times New Roman" pitchFamily="18" charset="0"/>
              </a:rPr>
              <a:t>Dòng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đầu</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vào</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nên</a:t>
            </a:r>
            <a:endParaRPr lang="en-US" sz="2400" dirty="0" smtClean="0">
              <a:latin typeface="Times New Roman" pitchFamily="18" charset="0"/>
              <a:cs typeface="Times New Roman" pitchFamily="18" charset="0"/>
            </a:endParaRPr>
          </a:p>
          <a:p>
            <a:pPr marL="365760" indent="-283464" eaLnBrk="1" fontAlgn="auto" hangingPunct="1">
              <a:spcAft>
                <a:spcPts val="0"/>
              </a:spcAft>
              <a:buFontTx/>
              <a:buNone/>
              <a:defRPr/>
            </a:pPr>
            <a:endParaRPr lang="en-US" sz="1800" dirty="0" smtClean="0">
              <a:latin typeface="Times New Roman" pitchFamily="18" charset="0"/>
              <a:cs typeface="Times New Roman" pitchFamily="18" charset="0"/>
            </a:endParaRPr>
          </a:p>
          <a:p>
            <a:pPr marL="365760" indent="-283464" eaLnBrk="1" fontAlgn="auto" hangingPunct="1">
              <a:spcAft>
                <a:spcPts val="0"/>
              </a:spcAft>
              <a:buFontTx/>
              <a:buNone/>
              <a:defRPr/>
            </a:pPr>
            <a:endParaRPr lang="en-US" sz="1800" dirty="0" smtClean="0">
              <a:latin typeface="Times New Roman" pitchFamily="18" charset="0"/>
              <a:cs typeface="Times New Roman" pitchFamily="18" charset="0"/>
            </a:endParaRPr>
          </a:p>
          <a:p>
            <a:pPr marL="365760" indent="-283464" eaLnBrk="1" fontAlgn="auto" hangingPunct="1">
              <a:spcAft>
                <a:spcPts val="0"/>
              </a:spcAft>
              <a:buFontTx/>
              <a:buNone/>
              <a:defRPr/>
            </a:pPr>
            <a:endParaRPr lang="en-US" sz="1800" dirty="0" smtClean="0">
              <a:latin typeface="Times New Roman" pitchFamily="18" charset="0"/>
              <a:cs typeface="Times New Roman" pitchFamily="18" charset="0"/>
            </a:endParaRPr>
          </a:p>
          <a:p>
            <a:pPr marL="365760" indent="-283464" eaLnBrk="1" fontAlgn="auto" hangingPunct="1">
              <a:spcAft>
                <a:spcPts val="0"/>
              </a:spcAft>
              <a:buFontTx/>
              <a:buNone/>
              <a:defRPr/>
            </a:pPr>
            <a:endParaRPr lang="en-US" sz="1800" dirty="0" smtClean="0">
              <a:latin typeface="Times New Roman" pitchFamily="18" charset="0"/>
              <a:cs typeface="Times New Roman" pitchFamily="18" charset="0"/>
            </a:endParaRPr>
          </a:p>
          <a:p>
            <a:pPr marL="365760" indent="-283464" eaLnBrk="1" fontAlgn="auto" hangingPunct="1">
              <a:spcAft>
                <a:spcPts val="0"/>
              </a:spcAft>
              <a:buFontTx/>
              <a:buNone/>
              <a:defRPr/>
            </a:pPr>
            <a:endParaRPr lang="en-US" sz="1800" dirty="0" smtClean="0">
              <a:latin typeface="Times New Roman" pitchFamily="18" charset="0"/>
              <a:cs typeface="Times New Roman" pitchFamily="18" charset="0"/>
            </a:endParaRPr>
          </a:p>
          <a:p>
            <a:pPr marL="365760" indent="-283464" eaLnBrk="1" fontAlgn="auto" hangingPunct="1">
              <a:spcAft>
                <a:spcPts val="0"/>
              </a:spcAft>
              <a:buFontTx/>
              <a:buNone/>
              <a:defRPr/>
            </a:pPr>
            <a:endParaRPr lang="en-US" sz="1800" dirty="0" smtClean="0">
              <a:latin typeface="Times New Roman" pitchFamily="18" charset="0"/>
              <a:cs typeface="Times New Roman" pitchFamily="18" charset="0"/>
            </a:endParaRPr>
          </a:p>
          <a:p>
            <a:pPr marL="365760" indent="-283464" eaLnBrk="1" fontAlgn="auto" hangingPunct="1">
              <a:spcAft>
                <a:spcPts val="0"/>
              </a:spcAft>
              <a:buFontTx/>
              <a:buNone/>
              <a:defRPr/>
            </a:pPr>
            <a:endParaRPr lang="en-US" sz="1800" dirty="0" smtClean="0">
              <a:latin typeface="Times New Roman" pitchFamily="18" charset="0"/>
              <a:cs typeface="Times New Roman" pitchFamily="18" charset="0"/>
            </a:endParaRPr>
          </a:p>
          <a:p>
            <a:pPr marL="365760" indent="-283464" eaLnBrk="1" fontAlgn="auto" hangingPunct="1">
              <a:spcAft>
                <a:spcPts val="0"/>
              </a:spcAft>
              <a:buFontTx/>
              <a:buNone/>
              <a:defRPr/>
            </a:pPr>
            <a:endParaRPr lang="en-US" sz="1800" dirty="0" smtClean="0">
              <a:latin typeface="Times New Roman" pitchFamily="18" charset="0"/>
              <a:cs typeface="Times New Roman" pitchFamily="18" charset="0"/>
            </a:endParaRPr>
          </a:p>
          <a:p>
            <a:pPr marL="365760" indent="-283464" eaLnBrk="1" fontAlgn="auto" hangingPunct="1">
              <a:spcAft>
                <a:spcPts val="0"/>
              </a:spcAft>
              <a:buFontTx/>
              <a:buNone/>
              <a:defRPr/>
            </a:pPr>
            <a:endParaRPr lang="en-US" sz="1800" dirty="0" smtClean="0">
              <a:latin typeface="Times New Roman" pitchFamily="18" charset="0"/>
              <a:cs typeface="Times New Roman" pitchFamily="18" charset="0"/>
            </a:endParaRPr>
          </a:p>
          <a:p>
            <a:pPr marL="365760" indent="-283464" eaLnBrk="1" fontAlgn="auto" hangingPunct="1">
              <a:spcAft>
                <a:spcPts val="0"/>
              </a:spcAft>
              <a:buFontTx/>
              <a:buNone/>
              <a:defRPr/>
            </a:pPr>
            <a:endParaRPr lang="en-US" sz="1800" dirty="0" smtClean="0">
              <a:latin typeface="Times New Roman" pitchFamily="18" charset="0"/>
              <a:cs typeface="Times New Roman" pitchFamily="18" charset="0"/>
            </a:endParaRPr>
          </a:p>
          <a:p>
            <a:pPr marL="365760" indent="-283464" eaLnBrk="1" fontAlgn="auto" hangingPunct="1">
              <a:spcAft>
                <a:spcPts val="0"/>
              </a:spcAft>
              <a:buFontTx/>
              <a:buNone/>
              <a:defRPr/>
            </a:pPr>
            <a:endParaRPr lang="en-US" sz="1800" dirty="0" smtClean="0">
              <a:latin typeface="Times New Roman" pitchFamily="18" charset="0"/>
              <a:cs typeface="Times New Roman" pitchFamily="18" charset="0"/>
            </a:endParaRPr>
          </a:p>
          <a:p>
            <a:pPr marL="365760" indent="-283464" eaLnBrk="1" fontAlgn="auto" hangingPunct="1">
              <a:spcAft>
                <a:spcPts val="0"/>
              </a:spcAft>
              <a:buFontTx/>
              <a:buNone/>
              <a:defRPr/>
            </a:pPr>
            <a:endParaRPr lang="en-US" sz="1800" dirty="0" smtClean="0">
              <a:latin typeface="Times New Roman" pitchFamily="18" charset="0"/>
              <a:cs typeface="Times New Roman" pitchFamily="18" charset="0"/>
            </a:endParaRPr>
          </a:p>
          <a:p>
            <a:pPr marL="365760" indent="-283464" eaLnBrk="1" fontAlgn="auto" hangingPunct="1">
              <a:spcAft>
                <a:spcPts val="0"/>
              </a:spcAft>
              <a:buFontTx/>
              <a:buNone/>
              <a:defRPr/>
            </a:pPr>
            <a:endParaRPr lang="en-US" sz="1800" dirty="0" smtClean="0">
              <a:latin typeface="Times New Roman" pitchFamily="18" charset="0"/>
              <a:cs typeface="Times New Roman" pitchFamily="18" charset="0"/>
            </a:endParaRPr>
          </a:p>
          <a:p>
            <a:pPr marL="365760" indent="-283464" eaLnBrk="1" fontAlgn="auto" hangingPunct="1">
              <a:spcAft>
                <a:spcPts val="0"/>
              </a:spcAft>
              <a:buFontTx/>
              <a:buNone/>
              <a:defRPr/>
            </a:pPr>
            <a:endParaRPr lang="en-US" sz="1800" dirty="0" smtClean="0">
              <a:latin typeface="Times New Roman" pitchFamily="18" charset="0"/>
              <a:cs typeface="Times New Roman" pitchFamily="18" charset="0"/>
            </a:endParaRPr>
          </a:p>
          <a:p>
            <a:pPr marL="365760" indent="-283464" eaLnBrk="1" fontAlgn="auto" hangingPunct="1">
              <a:spcAft>
                <a:spcPts val="0"/>
              </a:spcAft>
              <a:buFontTx/>
              <a:buNone/>
              <a:defRPr/>
            </a:pPr>
            <a:endParaRPr lang="en-US" sz="1800" dirty="0" smtClean="0">
              <a:latin typeface="Times New Roman" pitchFamily="18" charset="0"/>
              <a:cs typeface="Times New Roman" pitchFamily="18" charset="0"/>
            </a:endParaRPr>
          </a:p>
          <a:p>
            <a:pPr marL="365760" indent="-283464" eaLnBrk="1" fontAlgn="auto" hangingPunct="1">
              <a:spcAft>
                <a:spcPts val="0"/>
              </a:spcAft>
              <a:buFontTx/>
              <a:buNone/>
              <a:defRPr/>
            </a:pPr>
            <a:endParaRPr lang="en-US" sz="1800" dirty="0" smtClean="0">
              <a:latin typeface="Times New Roman" pitchFamily="18" charset="0"/>
              <a:cs typeface="Times New Roman" pitchFamily="18" charset="0"/>
            </a:endParaRPr>
          </a:p>
          <a:p>
            <a:pPr marL="365760" indent="-283464" eaLnBrk="1" fontAlgn="auto" hangingPunct="1">
              <a:spcAft>
                <a:spcPts val="0"/>
              </a:spcAft>
              <a:buFontTx/>
              <a:buNone/>
              <a:defRPr/>
            </a:pPr>
            <a:r>
              <a:rPr lang="en-US" sz="2400" dirty="0" err="1" smtClean="0">
                <a:latin typeface="Times New Roman" pitchFamily="18" charset="0"/>
                <a:cs typeface="Times New Roman" pitchFamily="18" charset="0"/>
              </a:rPr>
              <a:t>Vậy</a:t>
            </a:r>
            <a:r>
              <a:rPr lang="en-US" sz="2400" dirty="0" smtClean="0">
                <a:latin typeface="Times New Roman" pitchFamily="18" charset="0"/>
                <a:cs typeface="Times New Roman" pitchFamily="18" charset="0"/>
              </a:rPr>
              <a:t>:</a:t>
            </a:r>
          </a:p>
          <a:p>
            <a:pPr marL="365760" indent="-283464" eaLnBrk="1" fontAlgn="auto" hangingPunct="1">
              <a:spcAft>
                <a:spcPts val="0"/>
              </a:spcAft>
              <a:buFontTx/>
              <a:buNone/>
              <a:defRPr/>
            </a:pPr>
            <a:endParaRPr lang="en-US" sz="2400" dirty="0" smtClean="0">
              <a:latin typeface="Times New Roman" pitchFamily="18" charset="0"/>
              <a:cs typeface="Times New Roman" pitchFamily="18" charset="0"/>
            </a:endParaRPr>
          </a:p>
          <a:p>
            <a:pPr marL="365760" indent="-283464" eaLnBrk="1" fontAlgn="auto" hangingPunct="1">
              <a:spcAft>
                <a:spcPts val="0"/>
              </a:spcAft>
              <a:buFontTx/>
              <a:buNone/>
              <a:defRPr/>
            </a:pPr>
            <a:r>
              <a:rPr lang="en-US" sz="2400" dirty="0" err="1" smtClean="0">
                <a:latin typeface="Times New Roman" pitchFamily="18" charset="0"/>
                <a:cs typeface="Times New Roman" pitchFamily="18" charset="0"/>
              </a:rPr>
              <a:t>Nếu</a:t>
            </a:r>
            <a:r>
              <a:rPr lang="en-US" sz="1800" dirty="0" smtClean="0">
                <a:latin typeface="Times New Roman" pitchFamily="18" charset="0"/>
                <a:cs typeface="Times New Roman" pitchFamily="18" charset="0"/>
              </a:rPr>
              <a:t>:</a:t>
            </a:r>
          </a:p>
        </p:txBody>
      </p:sp>
      <p:pic>
        <p:nvPicPr>
          <p:cNvPr id="92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1219200"/>
            <a:ext cx="4038600"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5"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9218" name="Object 3"/>
          <p:cNvGraphicFramePr>
            <a:graphicFrameLocks noChangeAspect="1"/>
          </p:cNvGraphicFramePr>
          <p:nvPr/>
        </p:nvGraphicFramePr>
        <p:xfrm>
          <a:off x="2647950" y="1295400"/>
          <a:ext cx="552450" cy="333375"/>
        </p:xfrm>
        <a:graphic>
          <a:graphicData uri="http://schemas.openxmlformats.org/presentationml/2006/ole">
            <mc:AlternateContent xmlns:mc="http://schemas.openxmlformats.org/markup-compatibility/2006">
              <mc:Choice xmlns:v="urn:schemas-microsoft-com:vml" Requires="v">
                <p:oleObj spid="_x0000_s9548" name="Equation" r:id="rId4" imgW="380880" imgH="228600" progId="Equation.3">
                  <p:embed/>
                </p:oleObj>
              </mc:Choice>
              <mc:Fallback>
                <p:oleObj name="Equation" r:id="rId4" imgW="380880" imgH="2286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47950" y="1295400"/>
                        <a:ext cx="552450" cy="333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36"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9219" name="Object 5"/>
          <p:cNvGraphicFramePr>
            <a:graphicFrameLocks noChangeAspect="1"/>
          </p:cNvGraphicFramePr>
          <p:nvPr/>
        </p:nvGraphicFramePr>
        <p:xfrm>
          <a:off x="1414463" y="1658938"/>
          <a:ext cx="1397000" cy="627062"/>
        </p:xfrm>
        <a:graphic>
          <a:graphicData uri="http://schemas.openxmlformats.org/presentationml/2006/ole">
            <mc:AlternateContent xmlns:mc="http://schemas.openxmlformats.org/markup-compatibility/2006">
              <mc:Choice xmlns:v="urn:schemas-microsoft-com:vml" Requires="v">
                <p:oleObj spid="_x0000_s9549" name="Equation" r:id="rId6" imgW="1028520" imgH="457200" progId="Equation.3">
                  <p:embed/>
                </p:oleObj>
              </mc:Choice>
              <mc:Fallback>
                <p:oleObj name="Equation" r:id="rId6" imgW="1028520" imgH="4572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14463" y="1658938"/>
                        <a:ext cx="1397000" cy="627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37"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9220" name="Object 7"/>
          <p:cNvGraphicFramePr>
            <a:graphicFrameLocks noChangeAspect="1"/>
          </p:cNvGraphicFramePr>
          <p:nvPr/>
        </p:nvGraphicFramePr>
        <p:xfrm>
          <a:off x="2633663" y="2363788"/>
          <a:ext cx="1485900" cy="320675"/>
        </p:xfrm>
        <a:graphic>
          <a:graphicData uri="http://schemas.openxmlformats.org/presentationml/2006/ole">
            <mc:AlternateContent xmlns:mc="http://schemas.openxmlformats.org/markup-compatibility/2006">
              <mc:Choice xmlns:v="urn:schemas-microsoft-com:vml" Requires="v">
                <p:oleObj spid="_x0000_s9550" name="Equation" r:id="rId8" imgW="1079280" imgH="228600" progId="Equation.3">
                  <p:embed/>
                </p:oleObj>
              </mc:Choice>
              <mc:Fallback>
                <p:oleObj name="Equation" r:id="rId8" imgW="1079280" imgH="228600"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33663" y="2363788"/>
                        <a:ext cx="1485900" cy="320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38" name="Rectangle 10"/>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9221" name="Object 9"/>
          <p:cNvGraphicFramePr>
            <a:graphicFrameLocks noChangeAspect="1"/>
          </p:cNvGraphicFramePr>
          <p:nvPr/>
        </p:nvGraphicFramePr>
        <p:xfrm>
          <a:off x="1254125" y="2755900"/>
          <a:ext cx="2941638" cy="644525"/>
        </p:xfrm>
        <a:graphic>
          <a:graphicData uri="http://schemas.openxmlformats.org/presentationml/2006/ole">
            <mc:AlternateContent xmlns:mc="http://schemas.openxmlformats.org/markup-compatibility/2006">
              <mc:Choice xmlns:v="urn:schemas-microsoft-com:vml" Requires="v">
                <p:oleObj spid="_x0000_s9551" name="Equation" r:id="rId10" imgW="2070000" imgH="457200" progId="Equation.3">
                  <p:embed/>
                </p:oleObj>
              </mc:Choice>
              <mc:Fallback>
                <p:oleObj name="Equation" r:id="rId10" imgW="2070000" imgH="457200" progId="Equation.3">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54125" y="2755900"/>
                        <a:ext cx="2941638" cy="644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39" name="Rectangle 1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9222" name="Object 11"/>
          <p:cNvGraphicFramePr>
            <a:graphicFrameLocks noChangeAspect="1"/>
          </p:cNvGraphicFramePr>
          <p:nvPr/>
        </p:nvGraphicFramePr>
        <p:xfrm>
          <a:off x="1077913" y="3382963"/>
          <a:ext cx="3662362" cy="685800"/>
        </p:xfrm>
        <a:graphic>
          <a:graphicData uri="http://schemas.openxmlformats.org/presentationml/2006/ole">
            <mc:AlternateContent xmlns:mc="http://schemas.openxmlformats.org/markup-compatibility/2006">
              <mc:Choice xmlns:v="urn:schemas-microsoft-com:vml" Requires="v">
                <p:oleObj spid="_x0000_s9552" name="Equation" r:id="rId12" imgW="2590560" imgH="482400" progId="Equation.3">
                  <p:embed/>
                </p:oleObj>
              </mc:Choice>
              <mc:Fallback>
                <p:oleObj name="Equation" r:id="rId12" imgW="2590560" imgH="482400" progId="Equation.3">
                  <p:embed/>
                  <p:pic>
                    <p:nvPicPr>
                      <p:cNvPr id="0"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77913" y="3382963"/>
                        <a:ext cx="3662362"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3" name="Object 13"/>
          <p:cNvGraphicFramePr>
            <a:graphicFrameLocks noChangeAspect="1"/>
          </p:cNvGraphicFramePr>
          <p:nvPr/>
        </p:nvGraphicFramePr>
        <p:xfrm>
          <a:off x="1319213" y="2344738"/>
          <a:ext cx="501650" cy="320675"/>
        </p:xfrm>
        <a:graphic>
          <a:graphicData uri="http://schemas.openxmlformats.org/presentationml/2006/ole">
            <mc:AlternateContent xmlns:mc="http://schemas.openxmlformats.org/markup-compatibility/2006">
              <mc:Choice xmlns:v="urn:schemas-microsoft-com:vml" Requires="v">
                <p:oleObj spid="_x0000_s9553" name="Equation" r:id="rId14" imgW="380880" imgH="241200" progId="Equation.3">
                  <p:embed/>
                </p:oleObj>
              </mc:Choice>
              <mc:Fallback>
                <p:oleObj name="Equation" r:id="rId14" imgW="380880" imgH="241200" progId="Equation.3">
                  <p:embed/>
                  <p:pic>
                    <p:nvPicPr>
                      <p:cNvPr id="0" name="Object 1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19213" y="2344738"/>
                        <a:ext cx="501650" cy="320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ight Arrow 15"/>
          <p:cNvSpPr/>
          <p:nvPr/>
        </p:nvSpPr>
        <p:spPr>
          <a:xfrm>
            <a:off x="1966913" y="2468563"/>
            <a:ext cx="381000" cy="7620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241" name="Rectangle 1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9224" name="Object 14"/>
          <p:cNvGraphicFramePr>
            <a:graphicFrameLocks noChangeAspect="1"/>
          </p:cNvGraphicFramePr>
          <p:nvPr/>
        </p:nvGraphicFramePr>
        <p:xfrm>
          <a:off x="1128713" y="4144963"/>
          <a:ext cx="2197100" cy="304800"/>
        </p:xfrm>
        <a:graphic>
          <a:graphicData uri="http://schemas.openxmlformats.org/presentationml/2006/ole">
            <mc:AlternateContent xmlns:mc="http://schemas.openxmlformats.org/markup-compatibility/2006">
              <mc:Choice xmlns:v="urn:schemas-microsoft-com:vml" Requires="v">
                <p:oleObj spid="_x0000_s9554" name="Equation" r:id="rId16" imgW="1651000" imgH="228600" progId="Equation.3">
                  <p:embed/>
                </p:oleObj>
              </mc:Choice>
              <mc:Fallback>
                <p:oleObj name="Equation" r:id="rId16" imgW="1651000" imgH="228600" progId="Equation.3">
                  <p:embed/>
                  <p:pic>
                    <p:nvPicPr>
                      <p:cNvPr id="0" name="Object 1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128713" y="4144963"/>
                        <a:ext cx="21971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42" name="Rectangle 1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9225" name="Object 16"/>
          <p:cNvGraphicFramePr>
            <a:graphicFrameLocks noChangeAspect="1"/>
          </p:cNvGraphicFramePr>
          <p:nvPr/>
        </p:nvGraphicFramePr>
        <p:xfrm>
          <a:off x="1319213" y="4602163"/>
          <a:ext cx="2476500" cy="698500"/>
        </p:xfrm>
        <a:graphic>
          <a:graphicData uri="http://schemas.openxmlformats.org/presentationml/2006/ole">
            <mc:AlternateContent xmlns:mc="http://schemas.openxmlformats.org/markup-compatibility/2006">
              <mc:Choice xmlns:v="urn:schemas-microsoft-com:vml" Requires="v">
                <p:oleObj spid="_x0000_s9555" name="Equation" r:id="rId18" imgW="1726920" imgH="482400" progId="Equation.3">
                  <p:embed/>
                </p:oleObj>
              </mc:Choice>
              <mc:Fallback>
                <p:oleObj name="Equation" r:id="rId18" imgW="1726920" imgH="482400" progId="Equation.3">
                  <p:embed/>
                  <p:pic>
                    <p:nvPicPr>
                      <p:cNvPr id="0" name="Object 1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319213" y="4602163"/>
                        <a:ext cx="2476500" cy="698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43" name="Rectangle 1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9226" name="Object 18"/>
          <p:cNvGraphicFramePr>
            <a:graphicFrameLocks noChangeAspect="1"/>
          </p:cNvGraphicFramePr>
          <p:nvPr/>
        </p:nvGraphicFramePr>
        <p:xfrm>
          <a:off x="4040188" y="4021138"/>
          <a:ext cx="1997075" cy="582612"/>
        </p:xfrm>
        <a:graphic>
          <a:graphicData uri="http://schemas.openxmlformats.org/presentationml/2006/ole">
            <mc:AlternateContent xmlns:mc="http://schemas.openxmlformats.org/markup-compatibility/2006">
              <mc:Choice xmlns:v="urn:schemas-microsoft-com:vml" Requires="v">
                <p:oleObj spid="_x0000_s9556" name="Equation" r:id="rId20" imgW="1473120" imgH="431640" progId="Equation.3">
                  <p:embed/>
                </p:oleObj>
              </mc:Choice>
              <mc:Fallback>
                <p:oleObj name="Equation" r:id="rId20" imgW="1473120" imgH="431640" progId="Equation.3">
                  <p:embed/>
                  <p:pic>
                    <p:nvPicPr>
                      <p:cNvPr id="0" name="Object 18"/>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040188" y="4021138"/>
                        <a:ext cx="1997075" cy="582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Right Arrow 22"/>
          <p:cNvSpPr/>
          <p:nvPr/>
        </p:nvSpPr>
        <p:spPr>
          <a:xfrm>
            <a:off x="3414713" y="4259263"/>
            <a:ext cx="381000" cy="7620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245" name="Rectangle 2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9227" name="Object 20"/>
          <p:cNvGraphicFramePr>
            <a:graphicFrameLocks noChangeAspect="1"/>
          </p:cNvGraphicFramePr>
          <p:nvPr/>
        </p:nvGraphicFramePr>
        <p:xfrm>
          <a:off x="4668838" y="4656138"/>
          <a:ext cx="3087687" cy="673100"/>
        </p:xfrm>
        <a:graphic>
          <a:graphicData uri="http://schemas.openxmlformats.org/presentationml/2006/ole">
            <mc:AlternateContent xmlns:mc="http://schemas.openxmlformats.org/markup-compatibility/2006">
              <mc:Choice xmlns:v="urn:schemas-microsoft-com:vml" Requires="v">
                <p:oleObj spid="_x0000_s9557" name="Equation" r:id="rId22" imgW="2463480" imgH="533160" progId="Equation.3">
                  <p:embed/>
                </p:oleObj>
              </mc:Choice>
              <mc:Fallback>
                <p:oleObj name="Equation" r:id="rId22" imgW="2463480" imgH="533160" progId="Equation.3">
                  <p:embed/>
                  <p:pic>
                    <p:nvPicPr>
                      <p:cNvPr id="0" name="Object 20"/>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668838" y="4656138"/>
                        <a:ext cx="3087687"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Left-Right Arrow 25"/>
          <p:cNvSpPr/>
          <p:nvPr/>
        </p:nvSpPr>
        <p:spPr>
          <a:xfrm>
            <a:off x="3948113" y="4906963"/>
            <a:ext cx="457200" cy="152400"/>
          </a:xfrm>
          <a:prstGeom prst="lef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247" name="Rectangle 2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9228" name="Object 22"/>
          <p:cNvGraphicFramePr>
            <a:graphicFrameLocks noChangeAspect="1"/>
          </p:cNvGraphicFramePr>
          <p:nvPr/>
        </p:nvGraphicFramePr>
        <p:xfrm>
          <a:off x="1828800" y="5562600"/>
          <a:ext cx="3303588" cy="685800"/>
        </p:xfrm>
        <a:graphic>
          <a:graphicData uri="http://schemas.openxmlformats.org/presentationml/2006/ole">
            <mc:AlternateContent xmlns:mc="http://schemas.openxmlformats.org/markup-compatibility/2006">
              <mc:Choice xmlns:v="urn:schemas-microsoft-com:vml" Requires="v">
                <p:oleObj spid="_x0000_s9558" name="Equation" r:id="rId24" imgW="2336760" imgH="482400" progId="Equation.3">
                  <p:embed/>
                </p:oleObj>
              </mc:Choice>
              <mc:Fallback>
                <p:oleObj name="Equation" r:id="rId24" imgW="2336760" imgH="482400" progId="Equation.3">
                  <p:embed/>
                  <p:pic>
                    <p:nvPicPr>
                      <p:cNvPr id="0" name="Object 22"/>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828800" y="5562600"/>
                        <a:ext cx="3303588"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48" name="Rectangle 2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sp>
        <p:nvSpPr>
          <p:cNvPr id="9249" name="Rectangle 2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sp>
        <p:nvSpPr>
          <p:cNvPr id="9250" name="Rectangle 2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pSp>
        <p:nvGrpSpPr>
          <p:cNvPr id="9251" name="Group 37"/>
          <p:cNvGrpSpPr>
            <a:grpSpLocks/>
          </p:cNvGrpSpPr>
          <p:nvPr/>
        </p:nvGrpSpPr>
        <p:grpSpPr bwMode="auto">
          <a:xfrm>
            <a:off x="1695450" y="6203950"/>
            <a:ext cx="6772275" cy="654050"/>
            <a:chOff x="1509713" y="6049963"/>
            <a:chExt cx="6772275" cy="654050"/>
          </a:xfrm>
        </p:grpSpPr>
        <p:graphicFrame>
          <p:nvGraphicFramePr>
            <p:cNvPr id="9229" name="Object 24"/>
            <p:cNvGraphicFramePr>
              <a:graphicFrameLocks noChangeAspect="1"/>
            </p:cNvGraphicFramePr>
            <p:nvPr/>
          </p:nvGraphicFramePr>
          <p:xfrm>
            <a:off x="1509713" y="6230938"/>
            <a:ext cx="1981200" cy="290512"/>
          </p:xfrm>
          <a:graphic>
            <a:graphicData uri="http://schemas.openxmlformats.org/presentationml/2006/ole">
              <mc:AlternateContent xmlns:mc="http://schemas.openxmlformats.org/markup-compatibility/2006">
                <mc:Choice xmlns:v="urn:schemas-microsoft-com:vml" Requires="v">
                  <p:oleObj spid="_x0000_s9559" name="Equation" r:id="rId26" imgW="1497950" imgH="215806" progId="Equation.3">
                    <p:embed/>
                  </p:oleObj>
                </mc:Choice>
                <mc:Fallback>
                  <p:oleObj name="Equation" r:id="rId26" imgW="1497950" imgH="215806" progId="Equation.3">
                    <p:embed/>
                    <p:pic>
                      <p:nvPicPr>
                        <p:cNvPr id="0" name="Object 24"/>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509713" y="6230938"/>
                          <a:ext cx="1981200" cy="290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30" name="Object 26"/>
            <p:cNvGraphicFramePr>
              <a:graphicFrameLocks noChangeAspect="1"/>
            </p:cNvGraphicFramePr>
            <p:nvPr/>
          </p:nvGraphicFramePr>
          <p:xfrm>
            <a:off x="4100513" y="6230938"/>
            <a:ext cx="990600" cy="312737"/>
          </p:xfrm>
          <a:graphic>
            <a:graphicData uri="http://schemas.openxmlformats.org/presentationml/2006/ole">
              <mc:AlternateContent xmlns:mc="http://schemas.openxmlformats.org/markup-compatibility/2006">
                <mc:Choice xmlns:v="urn:schemas-microsoft-com:vml" Requires="v">
                  <p:oleObj spid="_x0000_s9560" name="Equation" r:id="rId28" imgW="723586" imgH="228501" progId="Equation.3">
                    <p:embed/>
                  </p:oleObj>
                </mc:Choice>
                <mc:Fallback>
                  <p:oleObj name="Equation" r:id="rId28" imgW="723586" imgH="228501" progId="Equation.3">
                    <p:embed/>
                    <p:pic>
                      <p:nvPicPr>
                        <p:cNvPr id="0" name="Object 26"/>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100513" y="6230938"/>
                          <a:ext cx="990600" cy="312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 name="Right Arrow 32"/>
            <p:cNvSpPr/>
            <p:nvPr/>
          </p:nvSpPr>
          <p:spPr>
            <a:xfrm>
              <a:off x="3519488" y="6326188"/>
              <a:ext cx="381000" cy="7620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aphicFrame>
          <p:nvGraphicFramePr>
            <p:cNvPr id="9231" name="Object 28"/>
            <p:cNvGraphicFramePr>
              <a:graphicFrameLocks noChangeAspect="1"/>
            </p:cNvGraphicFramePr>
            <p:nvPr/>
          </p:nvGraphicFramePr>
          <p:xfrm>
            <a:off x="5786438" y="6049963"/>
            <a:ext cx="2495550" cy="654050"/>
          </p:xfrm>
          <a:graphic>
            <a:graphicData uri="http://schemas.openxmlformats.org/presentationml/2006/ole">
              <mc:AlternateContent xmlns:mc="http://schemas.openxmlformats.org/markup-compatibility/2006">
                <mc:Choice xmlns:v="urn:schemas-microsoft-com:vml" Requires="v">
                  <p:oleObj spid="_x0000_s9561" name="Equation" r:id="rId30" imgW="1854000" imgH="482400" progId="Equation.3">
                    <p:embed/>
                  </p:oleObj>
                </mc:Choice>
                <mc:Fallback>
                  <p:oleObj name="Equation" r:id="rId30" imgW="1854000" imgH="482400" progId="Equation.3">
                    <p:embed/>
                    <p:pic>
                      <p:nvPicPr>
                        <p:cNvPr id="0" name="Object 28"/>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5786438" y="6049963"/>
                          <a:ext cx="2495550" cy="654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 name="Right Arrow 35"/>
            <p:cNvSpPr/>
            <p:nvPr/>
          </p:nvSpPr>
          <p:spPr>
            <a:xfrm>
              <a:off x="5167313" y="6354763"/>
              <a:ext cx="381000" cy="7620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4" name="Content Placeholder 2"/>
          <p:cNvSpPr>
            <a:spLocks noGrp="1"/>
          </p:cNvSpPr>
          <p:nvPr>
            <p:ph idx="1"/>
          </p:nvPr>
        </p:nvSpPr>
        <p:spPr>
          <a:xfrm>
            <a:off x="990600" y="152400"/>
            <a:ext cx="8686800" cy="5973763"/>
          </a:xfrm>
        </p:spPr>
        <p:txBody>
          <a:bodyPr>
            <a:normAutofit fontScale="92500" lnSpcReduction="10000"/>
          </a:bodyPr>
          <a:lstStyle/>
          <a:p>
            <a:pPr marL="365760" indent="-283464" eaLnBrk="1" fontAlgn="auto" hangingPunct="1">
              <a:spcBef>
                <a:spcPct val="0"/>
              </a:spcBef>
              <a:spcAft>
                <a:spcPts val="0"/>
              </a:spcAft>
              <a:buFont typeface="Wingdings 2"/>
              <a:buNone/>
              <a:defRPr/>
            </a:pPr>
            <a:r>
              <a:rPr lang="en-US" sz="3900" smtClean="0">
                <a:solidFill>
                  <a:schemeClr val="tx2">
                    <a:satMod val="130000"/>
                  </a:schemeClr>
                </a:solidFill>
                <a:effectLst>
                  <a:outerShdw blurRad="50000" dist="30000" dir="5400000" algn="tl" rotWithShape="0">
                    <a:srgbClr val="000000">
                      <a:alpha val="30000"/>
                    </a:srgbClr>
                  </a:outerShdw>
                </a:effectLst>
                <a:latin typeface="Times New Roman" pitchFamily="18" charset="0"/>
                <a:ea typeface="+mj-ea"/>
                <a:cs typeface="Times New Roman" pitchFamily="18" charset="0"/>
              </a:rPr>
              <a:t>Mạch khuếch đại hiệu</a:t>
            </a:r>
          </a:p>
          <a:p>
            <a:pPr marL="365760" indent="-283464" eaLnBrk="1" fontAlgn="auto" hangingPunct="1">
              <a:spcAft>
                <a:spcPts val="0"/>
              </a:spcAft>
              <a:buFontTx/>
              <a:buNone/>
              <a:defRPr/>
            </a:pPr>
            <a:endParaRPr lang="en-US" sz="1800" smtClean="0">
              <a:latin typeface="Times New Roman" pitchFamily="18" charset="0"/>
              <a:cs typeface="Times New Roman" pitchFamily="18" charset="0"/>
            </a:endParaRPr>
          </a:p>
          <a:p>
            <a:pPr marL="365760" indent="-283464" eaLnBrk="1" fontAlgn="auto" hangingPunct="1">
              <a:spcAft>
                <a:spcPts val="0"/>
              </a:spcAft>
              <a:buFontTx/>
              <a:buNone/>
              <a:defRPr/>
            </a:pPr>
            <a:endParaRPr lang="en-US" sz="1800" smtClean="0">
              <a:latin typeface="Times New Roman" pitchFamily="18" charset="0"/>
              <a:cs typeface="Times New Roman" pitchFamily="18" charset="0"/>
            </a:endParaRPr>
          </a:p>
          <a:p>
            <a:pPr marL="365760" indent="-283464" eaLnBrk="1" fontAlgn="auto" hangingPunct="1">
              <a:spcAft>
                <a:spcPts val="0"/>
              </a:spcAft>
              <a:buFontTx/>
              <a:buNone/>
              <a:defRPr/>
            </a:pPr>
            <a:endParaRPr lang="en-US" sz="1800" smtClean="0">
              <a:latin typeface="Times New Roman" pitchFamily="18" charset="0"/>
              <a:cs typeface="Times New Roman" pitchFamily="18" charset="0"/>
            </a:endParaRPr>
          </a:p>
          <a:p>
            <a:pPr marL="365760" indent="-283464" eaLnBrk="1" fontAlgn="auto" hangingPunct="1">
              <a:spcAft>
                <a:spcPts val="0"/>
              </a:spcAft>
              <a:buFontTx/>
              <a:buNone/>
              <a:defRPr/>
            </a:pPr>
            <a:r>
              <a:rPr lang="en-US" sz="1800" smtClean="0">
                <a:latin typeface="Times New Roman" pitchFamily="18" charset="0"/>
                <a:cs typeface="Times New Roman" pitchFamily="18" charset="0"/>
              </a:rPr>
              <a:t>Nếu:            thì mạch trở thành</a:t>
            </a:r>
          </a:p>
          <a:p>
            <a:pPr marL="365760" indent="-283464" eaLnBrk="1" fontAlgn="auto" hangingPunct="1">
              <a:spcAft>
                <a:spcPts val="0"/>
              </a:spcAft>
              <a:buFontTx/>
              <a:buNone/>
              <a:defRPr/>
            </a:pPr>
            <a:endParaRPr lang="en-US" sz="1800" smtClean="0">
              <a:latin typeface="Times New Roman" pitchFamily="18" charset="0"/>
              <a:cs typeface="Times New Roman" pitchFamily="18" charset="0"/>
            </a:endParaRPr>
          </a:p>
          <a:p>
            <a:pPr marL="365760" indent="-283464" eaLnBrk="1" fontAlgn="auto" hangingPunct="1">
              <a:spcAft>
                <a:spcPts val="0"/>
              </a:spcAft>
              <a:buFontTx/>
              <a:buNone/>
              <a:defRPr/>
            </a:pPr>
            <a:endParaRPr lang="en-US" sz="1800" smtClean="0">
              <a:latin typeface="Times New Roman" pitchFamily="18" charset="0"/>
              <a:cs typeface="Times New Roman" pitchFamily="18" charset="0"/>
            </a:endParaRPr>
          </a:p>
          <a:p>
            <a:pPr marL="365760" indent="-283464" eaLnBrk="1" fontAlgn="auto" hangingPunct="1">
              <a:spcAft>
                <a:spcPts val="0"/>
              </a:spcAft>
              <a:buFontTx/>
              <a:buNone/>
              <a:defRPr/>
            </a:pPr>
            <a:endParaRPr lang="en-US" sz="1800" smtClean="0">
              <a:latin typeface="Times New Roman" pitchFamily="18" charset="0"/>
              <a:cs typeface="Times New Roman" pitchFamily="18" charset="0"/>
            </a:endParaRPr>
          </a:p>
          <a:p>
            <a:pPr marL="365760" indent="-283464" eaLnBrk="1" fontAlgn="auto" hangingPunct="1">
              <a:spcAft>
                <a:spcPts val="0"/>
              </a:spcAft>
              <a:buFontTx/>
              <a:buNone/>
              <a:defRPr/>
            </a:pPr>
            <a:endParaRPr lang="en-US" sz="1800" smtClean="0">
              <a:latin typeface="Times New Roman" pitchFamily="18" charset="0"/>
              <a:cs typeface="Times New Roman" pitchFamily="18" charset="0"/>
            </a:endParaRPr>
          </a:p>
          <a:p>
            <a:pPr marL="365760" indent="-283464" eaLnBrk="1" fontAlgn="auto" hangingPunct="1">
              <a:spcAft>
                <a:spcPts val="0"/>
              </a:spcAft>
              <a:buFontTx/>
              <a:buNone/>
              <a:defRPr/>
            </a:pPr>
            <a:endParaRPr lang="en-US" sz="1800" smtClean="0">
              <a:latin typeface="Times New Roman" pitchFamily="18" charset="0"/>
              <a:cs typeface="Times New Roman" pitchFamily="18" charset="0"/>
            </a:endParaRPr>
          </a:p>
          <a:p>
            <a:pPr marL="365760" indent="-283464" eaLnBrk="1" fontAlgn="auto" hangingPunct="1">
              <a:spcAft>
                <a:spcPts val="0"/>
              </a:spcAft>
              <a:buFontTx/>
              <a:buNone/>
              <a:defRPr/>
            </a:pPr>
            <a:r>
              <a:rPr lang="en-US" sz="1800" smtClean="0">
                <a:latin typeface="Times New Roman" pitchFamily="18" charset="0"/>
                <a:cs typeface="Times New Roman" pitchFamily="18" charset="0"/>
              </a:rPr>
              <a:t>Nếu:           thì mạch trở thành:</a:t>
            </a:r>
          </a:p>
          <a:p>
            <a:pPr marL="365760" indent="-283464" eaLnBrk="1" fontAlgn="auto" hangingPunct="1">
              <a:spcAft>
                <a:spcPts val="0"/>
              </a:spcAft>
              <a:buFontTx/>
              <a:buNone/>
              <a:defRPr/>
            </a:pPr>
            <a:endParaRPr lang="en-US" sz="1800" smtClean="0">
              <a:latin typeface="Times New Roman" pitchFamily="18" charset="0"/>
              <a:cs typeface="Times New Roman" pitchFamily="18" charset="0"/>
            </a:endParaRPr>
          </a:p>
          <a:p>
            <a:pPr marL="365760" indent="-283464" eaLnBrk="1" fontAlgn="auto" hangingPunct="1">
              <a:spcAft>
                <a:spcPts val="0"/>
              </a:spcAft>
              <a:buFontTx/>
              <a:buNone/>
              <a:defRPr/>
            </a:pPr>
            <a:endParaRPr lang="en-US" sz="1800" smtClean="0">
              <a:latin typeface="Times New Roman" pitchFamily="18" charset="0"/>
              <a:cs typeface="Times New Roman" pitchFamily="18" charset="0"/>
            </a:endParaRPr>
          </a:p>
          <a:p>
            <a:pPr marL="365760" indent="-283464" eaLnBrk="1" fontAlgn="auto" hangingPunct="1">
              <a:spcAft>
                <a:spcPts val="0"/>
              </a:spcAft>
              <a:buFontTx/>
              <a:buNone/>
              <a:defRPr/>
            </a:pPr>
            <a:endParaRPr lang="en-US" sz="1800" smtClean="0">
              <a:latin typeface="Times New Roman" pitchFamily="18" charset="0"/>
              <a:cs typeface="Times New Roman" pitchFamily="18" charset="0"/>
            </a:endParaRPr>
          </a:p>
          <a:p>
            <a:pPr marL="365760" indent="-283464" eaLnBrk="1" fontAlgn="auto" hangingPunct="1">
              <a:spcAft>
                <a:spcPts val="0"/>
              </a:spcAft>
              <a:buFontTx/>
              <a:buNone/>
              <a:defRPr/>
            </a:pPr>
            <a:endParaRPr lang="en-US" sz="1800" smtClean="0">
              <a:latin typeface="Times New Roman" pitchFamily="18" charset="0"/>
              <a:cs typeface="Times New Roman" pitchFamily="18" charset="0"/>
            </a:endParaRPr>
          </a:p>
          <a:p>
            <a:pPr marL="365760" indent="-283464" eaLnBrk="1" fontAlgn="auto" hangingPunct="1">
              <a:spcAft>
                <a:spcPts val="0"/>
              </a:spcAft>
              <a:buFontTx/>
              <a:buNone/>
              <a:defRPr/>
            </a:pPr>
            <a:endParaRPr lang="en-US" sz="1800" smtClean="0">
              <a:latin typeface="Times New Roman" pitchFamily="18" charset="0"/>
              <a:cs typeface="Times New Roman" pitchFamily="18" charset="0"/>
            </a:endParaRPr>
          </a:p>
          <a:p>
            <a:pPr marL="365760" indent="-283464" eaLnBrk="1" fontAlgn="auto" hangingPunct="1">
              <a:spcAft>
                <a:spcPts val="0"/>
              </a:spcAft>
              <a:buFontTx/>
              <a:buNone/>
              <a:defRPr/>
            </a:pPr>
            <a:r>
              <a:rPr lang="en-US" sz="1800" smtClean="0">
                <a:latin typeface="Times New Roman" pitchFamily="18" charset="0"/>
                <a:cs typeface="Times New Roman" pitchFamily="18" charset="0"/>
              </a:rPr>
              <a:t>Vây:</a:t>
            </a:r>
          </a:p>
          <a:p>
            <a:pPr marL="365760" indent="-283464" eaLnBrk="1" fontAlgn="auto" hangingPunct="1">
              <a:spcAft>
                <a:spcPts val="0"/>
              </a:spcAft>
              <a:buFontTx/>
              <a:buNone/>
              <a:defRPr/>
            </a:pPr>
            <a:endParaRPr lang="en-US" sz="1800" smtClean="0">
              <a:latin typeface="Times New Roman" pitchFamily="18" charset="0"/>
              <a:cs typeface="Times New Roman" pitchFamily="18" charset="0"/>
            </a:endParaRPr>
          </a:p>
        </p:txBody>
      </p:sp>
      <p:grpSp>
        <p:nvGrpSpPr>
          <p:cNvPr id="10249" name="Group 2"/>
          <p:cNvGrpSpPr>
            <a:grpSpLocks/>
          </p:cNvGrpSpPr>
          <p:nvPr/>
        </p:nvGrpSpPr>
        <p:grpSpPr bwMode="auto">
          <a:xfrm>
            <a:off x="5562600" y="76200"/>
            <a:ext cx="3505200" cy="2057400"/>
            <a:chOff x="4941" y="4658"/>
            <a:chExt cx="3720" cy="2595"/>
          </a:xfrm>
        </p:grpSpPr>
        <p:pic>
          <p:nvPicPr>
            <p:cNvPr id="1026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1" y="4883"/>
              <a:ext cx="3720" cy="2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65" name="Text Box 4"/>
            <p:cNvSpPr txBox="1">
              <a:spLocks noChangeArrowheads="1"/>
            </p:cNvSpPr>
            <p:nvPr/>
          </p:nvSpPr>
          <p:spPr bwMode="auto">
            <a:xfrm>
              <a:off x="6727" y="4658"/>
              <a:ext cx="84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Aft>
                  <a:spcPts val="1000"/>
                </a:spcAft>
              </a:pPr>
              <a:r>
                <a:rPr lang="en-US" sz="1000">
                  <a:latin typeface="Calibri" pitchFamily="34" charset="0"/>
                </a:rPr>
                <a:t>αR1</a:t>
              </a:r>
              <a:endParaRPr lang="en-US">
                <a:latin typeface="Gill Sans MT" pitchFamily="34" charset="0"/>
              </a:endParaRPr>
            </a:p>
          </p:txBody>
        </p:sp>
        <p:sp>
          <p:nvSpPr>
            <p:cNvPr id="10266" name="Text Box 5"/>
            <p:cNvSpPr txBox="1">
              <a:spLocks noChangeArrowheads="1"/>
            </p:cNvSpPr>
            <p:nvPr/>
          </p:nvSpPr>
          <p:spPr bwMode="auto">
            <a:xfrm>
              <a:off x="6307" y="6358"/>
              <a:ext cx="735"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Aft>
                  <a:spcPts val="1000"/>
                </a:spcAft>
              </a:pPr>
              <a:r>
                <a:rPr lang="en-US" sz="1000">
                  <a:latin typeface="Calibri" pitchFamily="34" charset="0"/>
                </a:rPr>
                <a:t>αR2</a:t>
              </a:r>
              <a:endParaRPr lang="en-US">
                <a:latin typeface="Gill Sans MT" pitchFamily="34" charset="0"/>
              </a:endParaRPr>
            </a:p>
          </p:txBody>
        </p:sp>
      </p:grpSp>
      <p:sp>
        <p:nvSpPr>
          <p:cNvPr id="10250"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10242" name="Object 6"/>
          <p:cNvGraphicFramePr>
            <a:graphicFrameLocks noChangeAspect="1"/>
          </p:cNvGraphicFramePr>
          <p:nvPr/>
        </p:nvGraphicFramePr>
        <p:xfrm>
          <a:off x="1600200" y="1676400"/>
          <a:ext cx="622300" cy="304800"/>
        </p:xfrm>
        <a:graphic>
          <a:graphicData uri="http://schemas.openxmlformats.org/presentationml/2006/ole">
            <mc:AlternateContent xmlns:mc="http://schemas.openxmlformats.org/markup-compatibility/2006">
              <mc:Choice xmlns:v="urn:schemas-microsoft-com:vml" Requires="v">
                <p:oleObj spid="_x0000_s10393" name="Equation" r:id="rId4" imgW="444114" imgH="215713" progId="Equation.3">
                  <p:embed/>
                </p:oleObj>
              </mc:Choice>
              <mc:Fallback>
                <p:oleObj name="Equation" r:id="rId4" imgW="444114" imgH="215713"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0200" y="1676400"/>
                        <a:ext cx="6223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0251" name="Group 8"/>
          <p:cNvGrpSpPr>
            <a:grpSpLocks/>
          </p:cNvGrpSpPr>
          <p:nvPr/>
        </p:nvGrpSpPr>
        <p:grpSpPr bwMode="auto">
          <a:xfrm>
            <a:off x="3810000" y="1447800"/>
            <a:ext cx="3200400" cy="1762125"/>
            <a:chOff x="4716" y="7508"/>
            <a:chExt cx="3720" cy="2775"/>
          </a:xfrm>
        </p:grpSpPr>
        <p:pic>
          <p:nvPicPr>
            <p:cNvPr id="10261"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16" y="7733"/>
              <a:ext cx="3720" cy="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62" name="Text Box 10"/>
            <p:cNvSpPr txBox="1">
              <a:spLocks noChangeArrowheads="1"/>
            </p:cNvSpPr>
            <p:nvPr/>
          </p:nvSpPr>
          <p:spPr bwMode="auto">
            <a:xfrm>
              <a:off x="6141" y="9158"/>
              <a:ext cx="735"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Aft>
                  <a:spcPts val="1000"/>
                </a:spcAft>
              </a:pPr>
              <a:r>
                <a:rPr lang="en-US" sz="1000">
                  <a:latin typeface="Calibri" pitchFamily="34" charset="0"/>
                </a:rPr>
                <a:t>αR2</a:t>
              </a:r>
              <a:endParaRPr lang="en-US">
                <a:latin typeface="Gill Sans MT" pitchFamily="34" charset="0"/>
              </a:endParaRPr>
            </a:p>
          </p:txBody>
        </p:sp>
        <p:sp>
          <p:nvSpPr>
            <p:cNvPr id="10263" name="Text Box 11"/>
            <p:cNvSpPr txBox="1">
              <a:spLocks noChangeArrowheads="1"/>
            </p:cNvSpPr>
            <p:nvPr/>
          </p:nvSpPr>
          <p:spPr bwMode="auto">
            <a:xfrm>
              <a:off x="6486" y="7508"/>
              <a:ext cx="84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Aft>
                  <a:spcPts val="1000"/>
                </a:spcAft>
              </a:pPr>
              <a:r>
                <a:rPr lang="en-US" sz="1000">
                  <a:latin typeface="Calibri" pitchFamily="34" charset="0"/>
                </a:rPr>
                <a:t>αR1</a:t>
              </a:r>
              <a:endParaRPr lang="en-US">
                <a:latin typeface="Gill Sans MT" pitchFamily="34" charset="0"/>
              </a:endParaRPr>
            </a:p>
          </p:txBody>
        </p:sp>
      </p:grpSp>
      <p:sp>
        <p:nvSpPr>
          <p:cNvPr id="10252" name="Rectangle 1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10243" name="Object 12"/>
          <p:cNvGraphicFramePr>
            <a:graphicFrameLocks noChangeAspect="1"/>
          </p:cNvGraphicFramePr>
          <p:nvPr/>
        </p:nvGraphicFramePr>
        <p:xfrm>
          <a:off x="1216025" y="2057400"/>
          <a:ext cx="1984375" cy="609600"/>
        </p:xfrm>
        <a:graphic>
          <a:graphicData uri="http://schemas.openxmlformats.org/presentationml/2006/ole">
            <mc:AlternateContent xmlns:mc="http://schemas.openxmlformats.org/markup-compatibility/2006">
              <mc:Choice xmlns:v="urn:schemas-microsoft-com:vml" Requires="v">
                <p:oleObj spid="_x0000_s10394" name="Equation" r:id="rId7" imgW="1459866" imgH="444307" progId="Equation.3">
                  <p:embed/>
                </p:oleObj>
              </mc:Choice>
              <mc:Fallback>
                <p:oleObj name="Equation" r:id="rId7" imgW="1459866" imgH="444307"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16025" y="2057400"/>
                        <a:ext cx="1984375"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3" name="Rectangle 1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10244" name="Object 14"/>
          <p:cNvGraphicFramePr>
            <a:graphicFrameLocks noChangeAspect="1"/>
          </p:cNvGraphicFramePr>
          <p:nvPr/>
        </p:nvGraphicFramePr>
        <p:xfrm>
          <a:off x="1600200" y="3505200"/>
          <a:ext cx="533400" cy="284163"/>
        </p:xfrm>
        <a:graphic>
          <a:graphicData uri="http://schemas.openxmlformats.org/presentationml/2006/ole">
            <mc:AlternateContent xmlns:mc="http://schemas.openxmlformats.org/markup-compatibility/2006">
              <mc:Choice xmlns:v="urn:schemas-microsoft-com:vml" Requires="v">
                <p:oleObj spid="_x0000_s10395" name="Equation" r:id="rId9" imgW="444307" imgH="241195" progId="Equation.3">
                  <p:embed/>
                </p:oleObj>
              </mc:Choice>
              <mc:Fallback>
                <p:oleObj name="Equation" r:id="rId9" imgW="444307" imgH="241195" progId="Equation.3">
                  <p:embed/>
                  <p:pic>
                    <p:nvPicPr>
                      <p:cNvPr id="0"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00200" y="3505200"/>
                        <a:ext cx="533400" cy="284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0254" name="Group 16"/>
          <p:cNvGrpSpPr>
            <a:grpSpLocks/>
          </p:cNvGrpSpPr>
          <p:nvPr/>
        </p:nvGrpSpPr>
        <p:grpSpPr bwMode="auto">
          <a:xfrm>
            <a:off x="4038600" y="3124200"/>
            <a:ext cx="3429000" cy="2057400"/>
            <a:chOff x="4821" y="11258"/>
            <a:chExt cx="3705" cy="2610"/>
          </a:xfrm>
        </p:grpSpPr>
        <p:pic>
          <p:nvPicPr>
            <p:cNvPr id="10258" name="Picture 1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21" y="11498"/>
              <a:ext cx="3705" cy="2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9" name="Text Box 18"/>
            <p:cNvSpPr txBox="1">
              <a:spLocks noChangeArrowheads="1"/>
            </p:cNvSpPr>
            <p:nvPr/>
          </p:nvSpPr>
          <p:spPr bwMode="auto">
            <a:xfrm>
              <a:off x="6186" y="12938"/>
              <a:ext cx="735"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Aft>
                  <a:spcPts val="1000"/>
                </a:spcAft>
              </a:pPr>
              <a:r>
                <a:rPr lang="en-US" sz="1000">
                  <a:latin typeface="Calibri" pitchFamily="34" charset="0"/>
                </a:rPr>
                <a:t>αR2</a:t>
              </a:r>
              <a:endParaRPr lang="en-US">
                <a:latin typeface="Gill Sans MT" pitchFamily="34" charset="0"/>
              </a:endParaRPr>
            </a:p>
          </p:txBody>
        </p:sp>
        <p:sp>
          <p:nvSpPr>
            <p:cNvPr id="10260" name="Text Box 19"/>
            <p:cNvSpPr txBox="1">
              <a:spLocks noChangeArrowheads="1"/>
            </p:cNvSpPr>
            <p:nvPr/>
          </p:nvSpPr>
          <p:spPr bwMode="auto">
            <a:xfrm>
              <a:off x="6546" y="11258"/>
              <a:ext cx="84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Aft>
                  <a:spcPts val="1000"/>
                </a:spcAft>
              </a:pPr>
              <a:r>
                <a:rPr lang="en-US" sz="1000">
                  <a:latin typeface="Calibri" pitchFamily="34" charset="0"/>
                </a:rPr>
                <a:t>αR1</a:t>
              </a:r>
              <a:endParaRPr lang="en-US">
                <a:latin typeface="Gill Sans MT" pitchFamily="34" charset="0"/>
              </a:endParaRPr>
            </a:p>
          </p:txBody>
        </p:sp>
      </p:grpSp>
      <p:sp>
        <p:nvSpPr>
          <p:cNvPr id="10255" name="Rectangle 2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10245" name="Object 20"/>
          <p:cNvGraphicFramePr>
            <a:graphicFrameLocks noChangeAspect="1"/>
          </p:cNvGraphicFramePr>
          <p:nvPr/>
        </p:nvGraphicFramePr>
        <p:xfrm>
          <a:off x="1143000" y="4038600"/>
          <a:ext cx="2736850" cy="609600"/>
        </p:xfrm>
        <a:graphic>
          <a:graphicData uri="http://schemas.openxmlformats.org/presentationml/2006/ole">
            <mc:AlternateContent xmlns:mc="http://schemas.openxmlformats.org/markup-compatibility/2006">
              <mc:Choice xmlns:v="urn:schemas-microsoft-com:vml" Requires="v">
                <p:oleObj spid="_x0000_s10396" name="Equation" r:id="rId12" imgW="2005729" imgH="444307" progId="Equation.3">
                  <p:embed/>
                </p:oleObj>
              </mc:Choice>
              <mc:Fallback>
                <p:oleObj name="Equation" r:id="rId12" imgW="2005729" imgH="444307" progId="Equation.3">
                  <p:embed/>
                  <p:pic>
                    <p:nvPicPr>
                      <p:cNvPr id="0" name="Object 2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43000" y="4038600"/>
                        <a:ext cx="273685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6" name="Rectangle 2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10246" name="Object 22"/>
          <p:cNvGraphicFramePr>
            <a:graphicFrameLocks noChangeAspect="1"/>
          </p:cNvGraphicFramePr>
          <p:nvPr/>
        </p:nvGraphicFramePr>
        <p:xfrm>
          <a:off x="914400" y="4724400"/>
          <a:ext cx="2593975" cy="609600"/>
        </p:xfrm>
        <a:graphic>
          <a:graphicData uri="http://schemas.openxmlformats.org/presentationml/2006/ole">
            <mc:AlternateContent xmlns:mc="http://schemas.openxmlformats.org/markup-compatibility/2006">
              <mc:Choice xmlns:v="urn:schemas-microsoft-com:vml" Requires="v">
                <p:oleObj spid="_x0000_s10397" name="Equation" r:id="rId14" imgW="2070100" imgH="482600" progId="Equation.3">
                  <p:embed/>
                </p:oleObj>
              </mc:Choice>
              <mc:Fallback>
                <p:oleObj name="Equation" r:id="rId14" imgW="2070100" imgH="482600" progId="Equation.3">
                  <p:embed/>
                  <p:pic>
                    <p:nvPicPr>
                      <p:cNvPr id="0" name="Object 2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14400" y="4724400"/>
                        <a:ext cx="2593975"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7" name="Rectangle 2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10247" name="Object 24"/>
          <p:cNvGraphicFramePr>
            <a:graphicFrameLocks noChangeAspect="1"/>
          </p:cNvGraphicFramePr>
          <p:nvPr/>
        </p:nvGraphicFramePr>
        <p:xfrm>
          <a:off x="2133600" y="5486400"/>
          <a:ext cx="1714500" cy="381000"/>
        </p:xfrm>
        <a:graphic>
          <a:graphicData uri="http://schemas.openxmlformats.org/presentationml/2006/ole">
            <mc:AlternateContent xmlns:mc="http://schemas.openxmlformats.org/markup-compatibility/2006">
              <mc:Choice xmlns:v="urn:schemas-microsoft-com:vml" Requires="v">
                <p:oleObj spid="_x0000_s10398" name="Equation" r:id="rId16" imgW="1028700" imgH="228600" progId="Equation.3">
                  <p:embed/>
                </p:oleObj>
              </mc:Choice>
              <mc:Fallback>
                <p:oleObj name="Equation" r:id="rId16" imgW="1028700" imgH="228600" progId="Equation.3">
                  <p:embed/>
                  <p:pic>
                    <p:nvPicPr>
                      <p:cNvPr id="0" name="Object 2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133600" y="5486400"/>
                        <a:ext cx="17145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28600"/>
            <a:ext cx="7499350" cy="808038"/>
          </a:xfrm>
        </p:spPr>
        <p:txBody>
          <a:bodyPr vert="horz" wrap="square" lIns="91440" tIns="45720" rIns="91440" bIns="45720" numCol="1" anchorCtr="0" compatLnSpc="1">
            <a:prstTxWarp prst="textNoShape">
              <a:avLst/>
            </a:prstTxWarp>
          </a:bodyPr>
          <a:lstStyle/>
          <a:p>
            <a:pPr algn="ctr" eaLnBrk="1" hangingPunct="1">
              <a:defRPr/>
            </a:pPr>
            <a:r>
              <a:rPr lang="en-US" dirty="0" err="1" smtClean="0">
                <a:effectLst>
                  <a:outerShdw blurRad="38100" dist="38100" dir="2700000" algn="tl">
                    <a:srgbClr val="C0C0C0"/>
                  </a:outerShdw>
                </a:effectLst>
                <a:latin typeface="Times New Roman" pitchFamily="18" charset="0"/>
                <a:cs typeface="Times New Roman" pitchFamily="18" charset="0"/>
              </a:rPr>
              <a:t>Mạch</a:t>
            </a:r>
            <a:r>
              <a:rPr lang="en-US" dirty="0" smtClean="0">
                <a:effectLst>
                  <a:outerShdw blurRad="38100" dist="38100" dir="2700000" algn="tl">
                    <a:srgbClr val="C0C0C0"/>
                  </a:outerShdw>
                </a:effectLst>
                <a:latin typeface="Times New Roman" pitchFamily="18" charset="0"/>
                <a:cs typeface="Times New Roman" pitchFamily="18" charset="0"/>
              </a:rPr>
              <a:t> </a:t>
            </a:r>
            <a:r>
              <a:rPr lang="en-US" dirty="0" err="1" smtClean="0">
                <a:effectLst>
                  <a:outerShdw blurRad="38100" dist="38100" dir="2700000" algn="tl">
                    <a:srgbClr val="C0C0C0"/>
                  </a:outerShdw>
                </a:effectLst>
                <a:latin typeface="Times New Roman" pitchFamily="18" charset="0"/>
                <a:cs typeface="Times New Roman" pitchFamily="18" charset="0"/>
              </a:rPr>
              <a:t>tích</a:t>
            </a:r>
            <a:r>
              <a:rPr lang="en-US" dirty="0" smtClean="0">
                <a:effectLst>
                  <a:outerShdw blurRad="38100" dist="38100" dir="2700000" algn="tl">
                    <a:srgbClr val="C0C0C0"/>
                  </a:outerShdw>
                </a:effectLst>
                <a:latin typeface="Times New Roman" pitchFamily="18" charset="0"/>
                <a:cs typeface="Times New Roman" pitchFamily="18" charset="0"/>
              </a:rPr>
              <a:t> </a:t>
            </a:r>
            <a:r>
              <a:rPr lang="en-US" dirty="0" err="1" smtClean="0">
                <a:effectLst>
                  <a:outerShdw blurRad="38100" dist="38100" dir="2700000" algn="tl">
                    <a:srgbClr val="C0C0C0"/>
                  </a:outerShdw>
                </a:effectLst>
                <a:latin typeface="Times New Roman" pitchFamily="18" charset="0"/>
                <a:cs typeface="Times New Roman" pitchFamily="18" charset="0"/>
              </a:rPr>
              <a:t>phân</a:t>
            </a:r>
            <a:endParaRPr lang="en-US" dirty="0" smtClean="0">
              <a:effectLst>
                <a:outerShdw blurRad="38100" dist="38100" dir="2700000" algn="tl">
                  <a:srgbClr val="C0C0C0"/>
                </a:outerShdw>
              </a:effectLst>
            </a:endParaRPr>
          </a:p>
        </p:txBody>
      </p:sp>
      <p:sp>
        <p:nvSpPr>
          <p:cNvPr id="11270" name="Rectangle 6"/>
          <p:cNvSpPr>
            <a:spLocks noGrp="1"/>
          </p:cNvSpPr>
          <p:nvPr>
            <p:ph type="body" sz="half" idx="4294967295"/>
          </p:nvPr>
        </p:nvSpPr>
        <p:spPr>
          <a:xfrm>
            <a:off x="1219200" y="2743200"/>
            <a:ext cx="7715250" cy="3886200"/>
          </a:xfrm>
        </p:spPr>
        <p:txBody>
          <a:bodyPr/>
          <a:lstStyle/>
          <a:p>
            <a:pPr eaLnBrk="1" hangingPunct="1">
              <a:lnSpc>
                <a:spcPct val="80000"/>
              </a:lnSpc>
              <a:buClr>
                <a:srgbClr val="C00000"/>
              </a:buClr>
              <a:buSzPct val="95000"/>
              <a:buFont typeface="Wingdings" pitchFamily="2" charset="2"/>
              <a:buChar char="v"/>
            </a:pPr>
            <a:r>
              <a:rPr lang="en-US" sz="2000" smtClean="0">
                <a:latin typeface="Times New Roman" pitchFamily="18" charset="0"/>
              </a:rPr>
              <a:t> Dòng qua điện trở R= dòng qua tụ điện C:</a:t>
            </a:r>
          </a:p>
          <a:p>
            <a:pPr eaLnBrk="1" hangingPunct="1">
              <a:lnSpc>
                <a:spcPct val="80000"/>
              </a:lnSpc>
              <a:buClr>
                <a:srgbClr val="C00000"/>
              </a:buClr>
              <a:buSzPct val="95000"/>
              <a:buFont typeface="Wingdings 2" pitchFamily="18" charset="2"/>
              <a:buNone/>
            </a:pPr>
            <a:endParaRPr lang="en-US" sz="2000" smtClean="0">
              <a:latin typeface="Times New Roman" pitchFamily="18" charset="0"/>
            </a:endParaRPr>
          </a:p>
          <a:p>
            <a:pPr eaLnBrk="1" hangingPunct="1">
              <a:lnSpc>
                <a:spcPct val="80000"/>
              </a:lnSpc>
              <a:buClr>
                <a:srgbClr val="C00000"/>
              </a:buClr>
              <a:buSzPct val="95000"/>
              <a:buFont typeface="Wingdings" pitchFamily="2" charset="2"/>
              <a:buChar char="v"/>
            </a:pPr>
            <a:endParaRPr lang="en-US" sz="2000" smtClean="0">
              <a:latin typeface="Times New Roman" pitchFamily="18" charset="0"/>
            </a:endParaRPr>
          </a:p>
          <a:p>
            <a:pPr eaLnBrk="1" hangingPunct="1">
              <a:lnSpc>
                <a:spcPct val="80000"/>
              </a:lnSpc>
              <a:buClr>
                <a:srgbClr val="C00000"/>
              </a:buClr>
              <a:buSzPct val="95000"/>
              <a:buFont typeface="Wingdings 2" pitchFamily="18" charset="2"/>
              <a:buNone/>
            </a:pPr>
            <a:r>
              <a:rPr lang="en-US" sz="2000" smtClean="0">
                <a:latin typeface="Times New Roman" pitchFamily="18" charset="0"/>
              </a:rPr>
              <a:t>	Tích phân 2 vế: </a:t>
            </a:r>
          </a:p>
          <a:p>
            <a:pPr eaLnBrk="1" hangingPunct="1">
              <a:lnSpc>
                <a:spcPct val="80000"/>
              </a:lnSpc>
            </a:pPr>
            <a:endParaRPr lang="en-US" sz="2000" smtClean="0">
              <a:latin typeface="Times New Roman" pitchFamily="18" charset="0"/>
            </a:endParaRPr>
          </a:p>
          <a:p>
            <a:pPr eaLnBrk="1" hangingPunct="1">
              <a:lnSpc>
                <a:spcPct val="80000"/>
              </a:lnSpc>
            </a:pPr>
            <a:endParaRPr lang="en-US" sz="2000" smtClean="0">
              <a:latin typeface="Times New Roman" pitchFamily="18" charset="0"/>
            </a:endParaRPr>
          </a:p>
          <a:p>
            <a:pPr eaLnBrk="1" hangingPunct="1">
              <a:lnSpc>
                <a:spcPct val="120000"/>
              </a:lnSpc>
            </a:pPr>
            <a:r>
              <a:rPr lang="en-US" sz="2000" smtClean="0">
                <a:latin typeface="Times New Roman" pitchFamily="18" charset="0"/>
              </a:rPr>
              <a:t>Vậy điện áp ra sẽ bằng tích phân của điện áp vào chia cho hằng số thời gian </a:t>
            </a:r>
            <a:r>
              <a:rPr lang="en-US" sz="2000" smtClean="0">
                <a:latin typeface="Times New Roman" pitchFamily="18" charset="0"/>
                <a:sym typeface="Symbol" pitchFamily="18" charset="2"/>
              </a:rPr>
              <a:t></a:t>
            </a:r>
            <a:r>
              <a:rPr lang="en-US" sz="2000" smtClean="0">
                <a:latin typeface="Times New Roman" pitchFamily="18" charset="0"/>
              </a:rPr>
              <a:t> = RC</a:t>
            </a:r>
          </a:p>
          <a:p>
            <a:pPr eaLnBrk="1" hangingPunct="1">
              <a:lnSpc>
                <a:spcPct val="120000"/>
              </a:lnSpc>
            </a:pPr>
            <a:r>
              <a:rPr lang="en-US" sz="2000" smtClean="0">
                <a:latin typeface="Times New Roman" pitchFamily="18" charset="0"/>
              </a:rPr>
              <a:t>Biến </a:t>
            </a:r>
            <a:r>
              <a:rPr lang="en-US" sz="2000" smtClean="0">
                <a:latin typeface="Times New Roman" pitchFamily="18" charset="0"/>
                <a:sym typeface="Symbol" pitchFamily="18" charset="2"/>
              </a:rPr>
              <a:t></a:t>
            </a:r>
            <a:r>
              <a:rPr lang="en-US" sz="2000" smtClean="0">
                <a:latin typeface="Times New Roman" pitchFamily="18" charset="0"/>
              </a:rPr>
              <a:t> có thể được định nghĩa như là thời gian cần thiết cho điện áp Vr đạt tới biên độ bằng với điện áp vào, bắt đầu từ điều kiện 0 và với điện áp vào là hằng số.</a:t>
            </a:r>
          </a:p>
          <a:p>
            <a:pPr eaLnBrk="1" hangingPunct="1">
              <a:lnSpc>
                <a:spcPct val="80000"/>
              </a:lnSpc>
            </a:pPr>
            <a:endParaRPr lang="en-US" sz="2000" smtClean="0">
              <a:latin typeface="Times New Roman" pitchFamily="18" charset="0"/>
            </a:endParaRPr>
          </a:p>
          <a:p>
            <a:pPr eaLnBrk="1" hangingPunct="1">
              <a:lnSpc>
                <a:spcPct val="80000"/>
              </a:lnSpc>
            </a:pPr>
            <a:endParaRPr lang="en-US" sz="2000" smtClean="0">
              <a:latin typeface="Times New Roman" pitchFamily="18" charset="0"/>
            </a:endParaRPr>
          </a:p>
          <a:p>
            <a:pPr eaLnBrk="1" hangingPunct="1">
              <a:lnSpc>
                <a:spcPct val="80000"/>
              </a:lnSpc>
            </a:pPr>
            <a:endParaRPr lang="en-US" sz="2000" smtClean="0">
              <a:latin typeface="Times New Roman" pitchFamily="18" charset="0"/>
            </a:endParaRPr>
          </a:p>
        </p:txBody>
      </p:sp>
      <p:sp>
        <p:nvSpPr>
          <p:cNvPr id="11271" name="Rectangle 14"/>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AU"/>
          </a:p>
        </p:txBody>
      </p:sp>
      <p:graphicFrame>
        <p:nvGraphicFramePr>
          <p:cNvPr id="11266" name="Object 19"/>
          <p:cNvGraphicFramePr>
            <a:graphicFrameLocks noChangeAspect="1"/>
          </p:cNvGraphicFramePr>
          <p:nvPr/>
        </p:nvGraphicFramePr>
        <p:xfrm>
          <a:off x="3429000" y="3962400"/>
          <a:ext cx="2693988" cy="549275"/>
        </p:xfrm>
        <a:graphic>
          <a:graphicData uri="http://schemas.openxmlformats.org/presentationml/2006/ole">
            <mc:AlternateContent xmlns:mc="http://schemas.openxmlformats.org/markup-compatibility/2006">
              <mc:Choice xmlns:v="urn:schemas-microsoft-com:vml" Requires="v">
                <p:oleObj spid="_x0000_s11343" name="Equation" r:id="rId3" imgW="1917360" imgH="393480" progId="Equation.3">
                  <p:embed/>
                </p:oleObj>
              </mc:Choice>
              <mc:Fallback>
                <p:oleObj name="Equation" r:id="rId3" imgW="1917360" imgH="393480" progId="Equation.3">
                  <p:embed/>
                  <p:pic>
                    <p:nvPicPr>
                      <p:cNvPr id="0"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0" y="3962400"/>
                        <a:ext cx="2693988" cy="54927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1272" name="Group 24"/>
          <p:cNvGrpSpPr>
            <a:grpSpLocks/>
          </p:cNvGrpSpPr>
          <p:nvPr/>
        </p:nvGrpSpPr>
        <p:grpSpPr bwMode="auto">
          <a:xfrm>
            <a:off x="3200400" y="838200"/>
            <a:ext cx="3206750" cy="1676400"/>
            <a:chOff x="3124200" y="990599"/>
            <a:chExt cx="3207372" cy="1676400"/>
          </a:xfrm>
        </p:grpSpPr>
        <p:grpSp>
          <p:nvGrpSpPr>
            <p:cNvPr id="11275" name="Group 8"/>
            <p:cNvGrpSpPr>
              <a:grpSpLocks/>
            </p:cNvGrpSpPr>
            <p:nvPr/>
          </p:nvGrpSpPr>
          <p:grpSpPr bwMode="auto">
            <a:xfrm>
              <a:off x="3124200" y="990599"/>
              <a:ext cx="3207372" cy="1676400"/>
              <a:chOff x="7320" y="5110"/>
              <a:chExt cx="3360" cy="1845"/>
            </a:xfrm>
          </p:grpSpPr>
          <p:pic>
            <p:nvPicPr>
              <p:cNvPr id="11278" name="Picture 9" descr="6"/>
              <p:cNvPicPr>
                <a:picLocks noChangeAspect="1" noChangeArrowheads="1"/>
              </p:cNvPicPr>
              <p:nvPr/>
            </p:nvPicPr>
            <p:blipFill>
              <a:blip r:embed="rId5">
                <a:clrChange>
                  <a:clrFrom>
                    <a:srgbClr val="BFBFBF"/>
                  </a:clrFrom>
                  <a:clrTo>
                    <a:srgbClr val="BFBFBF">
                      <a:alpha val="0"/>
                    </a:srgbClr>
                  </a:clrTo>
                </a:clrChange>
                <a:grayscl/>
                <a:biLevel thresh="50000"/>
                <a:extLst>
                  <a:ext uri="{28A0092B-C50C-407E-A947-70E740481C1C}">
                    <a14:useLocalDpi xmlns:a14="http://schemas.microsoft.com/office/drawing/2010/main" val="0"/>
                  </a:ext>
                </a:extLst>
              </a:blip>
              <a:srcRect/>
              <a:stretch>
                <a:fillRect/>
              </a:stretch>
            </p:blipFill>
            <p:spPr bwMode="auto">
              <a:xfrm>
                <a:off x="7320" y="5110"/>
                <a:ext cx="3360" cy="1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9" name="Text Box 10"/>
              <p:cNvSpPr txBox="1">
                <a:spLocks noChangeArrowheads="1"/>
              </p:cNvSpPr>
              <p:nvPr/>
            </p:nvSpPr>
            <p:spPr bwMode="auto">
              <a:xfrm>
                <a:off x="7401" y="6608"/>
                <a:ext cx="912" cy="2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endParaRPr lang="en-US"/>
              </a:p>
            </p:txBody>
          </p:sp>
        </p:grpSp>
        <p:sp>
          <p:nvSpPr>
            <p:cNvPr id="11276" name="TextBox 27"/>
            <p:cNvSpPr txBox="1">
              <a:spLocks noChangeArrowheads="1"/>
            </p:cNvSpPr>
            <p:nvPr/>
          </p:nvSpPr>
          <p:spPr bwMode="auto">
            <a:xfrm>
              <a:off x="3124200" y="2133600"/>
              <a:ext cx="1371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sz="1400">
                  <a:latin typeface="Times New Roman" pitchFamily="18" charset="0"/>
                  <a:cs typeface="Times New Roman" pitchFamily="18" charset="0"/>
                </a:rPr>
                <a:t>Điểm đất ảo</a:t>
              </a:r>
            </a:p>
          </p:txBody>
        </p:sp>
        <p:cxnSp>
          <p:nvCxnSpPr>
            <p:cNvPr id="24" name="Straight Arrow Connector 23"/>
            <p:cNvCxnSpPr/>
            <p:nvPr/>
          </p:nvCxnSpPr>
          <p:spPr>
            <a:xfrm flipV="1">
              <a:off x="4095938" y="1866899"/>
              <a:ext cx="457289" cy="365125"/>
            </a:xfrm>
            <a:prstGeom prst="straightConnector1">
              <a:avLst/>
            </a:prstGeom>
            <a:ln>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6" name="Group 27"/>
          <p:cNvGrpSpPr/>
          <p:nvPr/>
        </p:nvGrpSpPr>
        <p:grpSpPr>
          <a:xfrm>
            <a:off x="3200400" y="3124200"/>
            <a:ext cx="3230563" cy="554038"/>
            <a:chOff x="3246438" y="3124200"/>
            <a:chExt cx="3230562" cy="554038"/>
          </a:xfrm>
          <a:solidFill>
            <a:srgbClr val="FF0066"/>
          </a:solidFill>
        </p:grpSpPr>
        <p:graphicFrame>
          <p:nvGraphicFramePr>
            <p:cNvPr id="11267" name="Object 13"/>
            <p:cNvGraphicFramePr>
              <a:graphicFrameLocks noChangeAspect="1"/>
            </p:cNvGraphicFramePr>
            <p:nvPr/>
          </p:nvGraphicFramePr>
          <p:xfrm>
            <a:off x="3246438" y="3124200"/>
            <a:ext cx="1284287" cy="554038"/>
          </p:xfrm>
          <a:graphic>
            <a:graphicData uri="http://schemas.openxmlformats.org/presentationml/2006/ole">
              <mc:AlternateContent xmlns:mc="http://schemas.openxmlformats.org/markup-compatibility/2006">
                <mc:Choice xmlns:v="urn:schemas-microsoft-com:vml" Requires="v">
                  <p:oleObj spid="_x0000_s11344" name="Equation" r:id="rId6" imgW="901440" imgH="393480" progId="Equation.3">
                    <p:embed/>
                  </p:oleObj>
                </mc:Choice>
                <mc:Fallback>
                  <p:oleObj name="Equation" r:id="rId6" imgW="901440" imgH="393480" progId="Equation.3">
                    <p:embed/>
                    <p:pic>
                      <p:nvPicPr>
                        <p:cNvPr id="0"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46438" y="3124200"/>
                          <a:ext cx="1284287" cy="554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Left-Right Arrow 25"/>
            <p:cNvSpPr/>
            <p:nvPr/>
          </p:nvSpPr>
          <p:spPr>
            <a:xfrm>
              <a:off x="4648200" y="3324225"/>
              <a:ext cx="381000" cy="152400"/>
            </a:xfrm>
            <a:prstGeom prst="leftRightArrow">
              <a:avLst/>
            </a:prstGeom>
            <a:grp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aphicFrame>
          <p:nvGraphicFramePr>
            <p:cNvPr id="11268" name="Object 13"/>
            <p:cNvGraphicFramePr>
              <a:graphicFrameLocks noChangeAspect="1"/>
            </p:cNvGraphicFramePr>
            <p:nvPr/>
          </p:nvGraphicFramePr>
          <p:xfrm>
            <a:off x="5157787" y="3124200"/>
            <a:ext cx="1319213" cy="554038"/>
          </p:xfrm>
          <a:graphic>
            <a:graphicData uri="http://schemas.openxmlformats.org/presentationml/2006/ole">
              <mc:AlternateContent xmlns:mc="http://schemas.openxmlformats.org/markup-compatibility/2006">
                <mc:Choice xmlns:v="urn:schemas-microsoft-com:vml" Requires="v">
                  <p:oleObj spid="_x0000_s11345" name="Equation" r:id="rId8" imgW="927000" imgH="393480" progId="Equation.3">
                    <p:embed/>
                  </p:oleObj>
                </mc:Choice>
                <mc:Fallback>
                  <p:oleObj name="Equation" r:id="rId8" imgW="927000" imgH="393480" progId="Equation.3">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57787" y="3124200"/>
                          <a:ext cx="1319213" cy="554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304800"/>
            <a:ext cx="7499350" cy="884238"/>
          </a:xfrm>
        </p:spPr>
        <p:txBody>
          <a:bodyPr vert="horz" wrap="square" lIns="91440" tIns="45720" rIns="91440" bIns="45720" numCol="1" anchorCtr="0" compatLnSpc="1">
            <a:prstTxWarp prst="textNoShape">
              <a:avLst/>
            </a:prstTxWarp>
          </a:bodyPr>
          <a:lstStyle/>
          <a:p>
            <a:pPr algn="ctr" eaLnBrk="1" hangingPunct="1">
              <a:defRPr/>
            </a:pPr>
            <a:r>
              <a:rPr lang="en-US" dirty="0" err="1" smtClean="0">
                <a:effectLst>
                  <a:outerShdw blurRad="38100" dist="38100" dir="2700000" algn="tl">
                    <a:srgbClr val="C0C0C0"/>
                  </a:outerShdw>
                </a:effectLst>
                <a:latin typeface="Times New Roman" pitchFamily="18" charset="0"/>
                <a:cs typeface="Times New Roman" pitchFamily="18" charset="0"/>
              </a:rPr>
              <a:t>Mạch</a:t>
            </a:r>
            <a:r>
              <a:rPr lang="en-US" dirty="0" smtClean="0">
                <a:effectLst>
                  <a:outerShdw blurRad="38100" dist="38100" dir="2700000" algn="tl">
                    <a:srgbClr val="C0C0C0"/>
                  </a:outerShdw>
                </a:effectLst>
                <a:latin typeface="Times New Roman" pitchFamily="18" charset="0"/>
                <a:cs typeface="Times New Roman" pitchFamily="18" charset="0"/>
              </a:rPr>
              <a:t> </a:t>
            </a:r>
            <a:r>
              <a:rPr lang="en-US" dirty="0" err="1" smtClean="0">
                <a:effectLst>
                  <a:outerShdw blurRad="38100" dist="38100" dir="2700000" algn="tl">
                    <a:srgbClr val="C0C0C0"/>
                  </a:outerShdw>
                </a:effectLst>
                <a:latin typeface="Times New Roman" pitchFamily="18" charset="0"/>
                <a:cs typeface="Times New Roman" pitchFamily="18" charset="0"/>
              </a:rPr>
              <a:t>tích</a:t>
            </a:r>
            <a:r>
              <a:rPr lang="en-US" dirty="0" smtClean="0">
                <a:effectLst>
                  <a:outerShdw blurRad="38100" dist="38100" dir="2700000" algn="tl">
                    <a:srgbClr val="C0C0C0"/>
                  </a:outerShdw>
                </a:effectLst>
                <a:latin typeface="Times New Roman" pitchFamily="18" charset="0"/>
                <a:cs typeface="Times New Roman" pitchFamily="18" charset="0"/>
              </a:rPr>
              <a:t> </a:t>
            </a:r>
            <a:r>
              <a:rPr lang="en-US" dirty="0" err="1" smtClean="0">
                <a:effectLst>
                  <a:outerShdw blurRad="38100" dist="38100" dir="2700000" algn="tl">
                    <a:srgbClr val="C0C0C0"/>
                  </a:outerShdw>
                </a:effectLst>
                <a:latin typeface="Times New Roman" pitchFamily="18" charset="0"/>
                <a:cs typeface="Times New Roman" pitchFamily="18" charset="0"/>
              </a:rPr>
              <a:t>phân</a:t>
            </a:r>
            <a:endParaRPr lang="en-US" dirty="0" smtClean="0">
              <a:effectLst>
                <a:outerShdw blurRad="38100" dist="38100" dir="2700000" algn="tl">
                  <a:srgbClr val="C0C0C0"/>
                </a:outerShdw>
              </a:effectLst>
            </a:endParaRPr>
          </a:p>
        </p:txBody>
      </p:sp>
      <p:sp>
        <p:nvSpPr>
          <p:cNvPr id="32771" name="Rectangle 5"/>
          <p:cNvSpPr>
            <a:spLocks noGrp="1"/>
          </p:cNvSpPr>
          <p:nvPr>
            <p:ph type="body" sz="half" idx="4294967295"/>
          </p:nvPr>
        </p:nvSpPr>
        <p:spPr>
          <a:xfrm>
            <a:off x="838200" y="1219200"/>
            <a:ext cx="7848600" cy="5486400"/>
          </a:xfrm>
        </p:spPr>
        <p:txBody>
          <a:bodyPr/>
          <a:lstStyle/>
          <a:p>
            <a:pPr eaLnBrk="1" hangingPunct="1">
              <a:lnSpc>
                <a:spcPct val="80000"/>
              </a:lnSpc>
            </a:pPr>
            <a:r>
              <a:rPr lang="en-US" sz="2000" b="1" i="1" smtClean="0">
                <a:solidFill>
                  <a:srgbClr val="FF0000"/>
                </a:solidFill>
                <a:latin typeface="Constantia" pitchFamily="18" charset="0"/>
              </a:rPr>
              <a:t>Sơ đồ mạch thực tế</a:t>
            </a:r>
          </a:p>
          <a:p>
            <a:pPr eaLnBrk="1" hangingPunct="1">
              <a:lnSpc>
                <a:spcPct val="80000"/>
              </a:lnSpc>
            </a:pPr>
            <a:endParaRPr lang="en-US" sz="2000" smtClean="0">
              <a:latin typeface="Constantia" pitchFamily="18" charset="0"/>
            </a:endParaRPr>
          </a:p>
          <a:p>
            <a:pPr eaLnBrk="1" hangingPunct="1">
              <a:lnSpc>
                <a:spcPct val="80000"/>
              </a:lnSpc>
            </a:pPr>
            <a:endParaRPr lang="en-US" sz="2000" smtClean="0">
              <a:latin typeface="Constantia" pitchFamily="18" charset="0"/>
            </a:endParaRPr>
          </a:p>
          <a:p>
            <a:pPr eaLnBrk="1" hangingPunct="1">
              <a:lnSpc>
                <a:spcPct val="80000"/>
              </a:lnSpc>
            </a:pPr>
            <a:endParaRPr lang="en-US" sz="2000" smtClean="0">
              <a:latin typeface="Constantia" pitchFamily="18" charset="0"/>
            </a:endParaRPr>
          </a:p>
          <a:p>
            <a:pPr eaLnBrk="1" hangingPunct="1">
              <a:lnSpc>
                <a:spcPct val="80000"/>
              </a:lnSpc>
            </a:pPr>
            <a:endParaRPr lang="en-US" sz="2000" smtClean="0">
              <a:latin typeface="Constantia" pitchFamily="18" charset="0"/>
            </a:endParaRPr>
          </a:p>
          <a:p>
            <a:pPr eaLnBrk="1" hangingPunct="1">
              <a:lnSpc>
                <a:spcPct val="80000"/>
              </a:lnSpc>
            </a:pPr>
            <a:endParaRPr lang="en-US" sz="2000" smtClean="0">
              <a:latin typeface="Constantia" pitchFamily="18" charset="0"/>
            </a:endParaRPr>
          </a:p>
          <a:p>
            <a:pPr eaLnBrk="1" hangingPunct="1">
              <a:lnSpc>
                <a:spcPct val="120000"/>
              </a:lnSpc>
            </a:pPr>
            <a:r>
              <a:rPr lang="en-US" sz="1800" smtClean="0">
                <a:latin typeface="Constantia" pitchFamily="18" charset="0"/>
              </a:rPr>
              <a:t>Với bộ KĐTT thực, ta có thể tìm được điện áp lệch không, xuất hiện như là điện áp dc tại đầu vào và khi được tích phân sẽ xuất hiện tại đầu ra như là một điện áp tăng tuyến tính. Tương tự, một phần của dòng thiên áp cũng được tích phân, tạo nên sự thay đổi của điện áp ra.</a:t>
            </a:r>
          </a:p>
          <a:p>
            <a:pPr eaLnBrk="1" hangingPunct="1">
              <a:lnSpc>
                <a:spcPct val="120000"/>
              </a:lnSpc>
            </a:pPr>
            <a:r>
              <a:rPr lang="en-US" sz="1800" smtClean="0">
                <a:latin typeface="Constantia" pitchFamily="18" charset="0"/>
              </a:rPr>
              <a:t>Hai nguyên nhân gây lỗi trên thực tế sẽ đưa bộ KĐTT đến trạng thái bão hoà. </a:t>
            </a:r>
            <a:r>
              <a:rPr lang="es-ES" sz="1800" smtClean="0">
                <a:latin typeface="Constantia" pitchFamily="18" charset="0"/>
              </a:rPr>
              <a:t>Đây chính là một hạn chế của mạch. Vấn đề này sẽ được khắc phục bởi việc nối thêm 1 điện trở giữa đầu vào không đảo và đất, để bù ảnh hưởng của dòng thiên áp; đồng thời thêm điện trở mắc song song với tụ C để trung hoà ảnh hưởng của điện áp lệch </a:t>
            </a:r>
            <a:endParaRPr lang="en-US" sz="1800" smtClean="0">
              <a:latin typeface="Constantia" pitchFamily="18" charset="0"/>
            </a:endParaRPr>
          </a:p>
        </p:txBody>
      </p:sp>
      <p:sp>
        <p:nvSpPr>
          <p:cNvPr id="32772" name="Rectangle 14"/>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AU"/>
          </a:p>
        </p:txBody>
      </p:sp>
      <p:grpSp>
        <p:nvGrpSpPr>
          <p:cNvPr id="32773" name="Group 23"/>
          <p:cNvGrpSpPr>
            <a:grpSpLocks/>
          </p:cNvGrpSpPr>
          <p:nvPr/>
        </p:nvGrpSpPr>
        <p:grpSpPr bwMode="auto">
          <a:xfrm>
            <a:off x="4114800" y="1143000"/>
            <a:ext cx="3733800" cy="1981200"/>
            <a:chOff x="4114800" y="1143000"/>
            <a:chExt cx="3733800" cy="1981200"/>
          </a:xfrm>
        </p:grpSpPr>
        <p:grpSp>
          <p:nvGrpSpPr>
            <p:cNvPr id="32774" name="Group 23"/>
            <p:cNvGrpSpPr>
              <a:grpSpLocks/>
            </p:cNvGrpSpPr>
            <p:nvPr/>
          </p:nvGrpSpPr>
          <p:grpSpPr bwMode="auto">
            <a:xfrm>
              <a:off x="4114800" y="1143000"/>
              <a:ext cx="3733800" cy="1981200"/>
              <a:chOff x="1815" y="13220"/>
              <a:chExt cx="3660" cy="2670"/>
            </a:xfrm>
          </p:grpSpPr>
          <p:grpSp>
            <p:nvGrpSpPr>
              <p:cNvPr id="32776" name="Group 24"/>
              <p:cNvGrpSpPr>
                <a:grpSpLocks/>
              </p:cNvGrpSpPr>
              <p:nvPr/>
            </p:nvGrpSpPr>
            <p:grpSpPr bwMode="auto">
              <a:xfrm>
                <a:off x="1815" y="13220"/>
                <a:ext cx="3660" cy="2670"/>
                <a:chOff x="7275" y="13648"/>
                <a:chExt cx="3660" cy="2670"/>
              </a:xfrm>
            </p:grpSpPr>
            <p:pic>
              <p:nvPicPr>
                <p:cNvPr id="32778" name="Picture 25" descr="6"/>
                <p:cNvPicPr>
                  <a:picLocks noChangeAspect="1" noChangeArrowheads="1"/>
                </p:cNvPicPr>
                <p:nvPr/>
              </p:nvPicPr>
              <p:blipFill>
                <a:blip r:embed="rId2">
                  <a:clrChange>
                    <a:clrFrom>
                      <a:srgbClr val="BFBFBF"/>
                    </a:clrFrom>
                    <a:clrTo>
                      <a:srgbClr val="BFBFBF">
                        <a:alpha val="0"/>
                      </a:srgbClr>
                    </a:clrTo>
                  </a:clrChange>
                  <a:grayscl/>
                  <a:biLevel thresh="50000"/>
                  <a:extLst>
                    <a:ext uri="{28A0092B-C50C-407E-A947-70E740481C1C}">
                      <a14:useLocalDpi xmlns:a14="http://schemas.microsoft.com/office/drawing/2010/main" val="0"/>
                    </a:ext>
                  </a:extLst>
                </a:blip>
                <a:srcRect r="3862"/>
                <a:stretch>
                  <a:fillRect/>
                </a:stretch>
              </p:blipFill>
              <p:spPr bwMode="auto">
                <a:xfrm>
                  <a:off x="7275" y="13648"/>
                  <a:ext cx="3360" cy="2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9" name="Text Box 26"/>
                <p:cNvSpPr txBox="1">
                  <a:spLocks noChangeArrowheads="1"/>
                </p:cNvSpPr>
                <p:nvPr/>
              </p:nvSpPr>
              <p:spPr bwMode="auto">
                <a:xfrm>
                  <a:off x="10365" y="14873"/>
                  <a:ext cx="570" cy="45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1100"/>
                    <a:t>Vr</a:t>
                  </a:r>
                  <a:endParaRPr lang="en-US"/>
                </a:p>
              </p:txBody>
            </p:sp>
            <p:sp>
              <p:nvSpPr>
                <p:cNvPr id="32780" name="Text Box 27"/>
                <p:cNvSpPr txBox="1">
                  <a:spLocks noChangeArrowheads="1"/>
                </p:cNvSpPr>
                <p:nvPr/>
              </p:nvSpPr>
              <p:spPr bwMode="auto">
                <a:xfrm>
                  <a:off x="7401" y="16013"/>
                  <a:ext cx="912" cy="2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endParaRPr lang="en-US"/>
                </a:p>
              </p:txBody>
            </p:sp>
          </p:grpSp>
          <p:sp>
            <p:nvSpPr>
              <p:cNvPr id="32777" name="Text Box 28"/>
              <p:cNvSpPr txBox="1">
                <a:spLocks noChangeArrowheads="1"/>
              </p:cNvSpPr>
              <p:nvPr/>
            </p:nvSpPr>
            <p:spPr bwMode="auto">
              <a:xfrm>
                <a:off x="1872" y="14303"/>
                <a:ext cx="399" cy="3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endParaRPr lang="en-US"/>
              </a:p>
            </p:txBody>
          </p:sp>
        </p:grpSp>
        <p:sp>
          <p:nvSpPr>
            <p:cNvPr id="32775" name="TextBox 22"/>
            <p:cNvSpPr txBox="1">
              <a:spLocks noChangeArrowheads="1"/>
            </p:cNvSpPr>
            <p:nvPr/>
          </p:nvSpPr>
          <p:spPr bwMode="auto">
            <a:xfrm>
              <a:off x="4343400" y="1905000"/>
              <a:ext cx="685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a:t>v</a:t>
              </a:r>
              <a:r>
                <a:rPr lang="en-US" baseline="-25000"/>
                <a:t>in</a:t>
              </a:r>
            </a:p>
          </p:txBody>
        </p:sp>
      </p:gr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a:xfrm>
            <a:off x="1371600" y="304800"/>
            <a:ext cx="7499350" cy="731838"/>
          </a:xfrm>
        </p:spPr>
        <p:txBody>
          <a:bodyPr vert="horz" wrap="square" lIns="91440" tIns="45720" rIns="91440" bIns="45720" numCol="1" anchorCtr="0" compatLnSpc="1">
            <a:prstTxWarp prst="textNoShape">
              <a:avLst/>
            </a:prstTxWarp>
          </a:bodyPr>
          <a:lstStyle/>
          <a:p>
            <a:pPr algn="ctr" eaLnBrk="1" hangingPunct="1">
              <a:defRPr/>
            </a:pPr>
            <a:r>
              <a:rPr lang="en-US" sz="3600" dirty="0" err="1" smtClean="0">
                <a:effectLst>
                  <a:outerShdw blurRad="38100" dist="38100" dir="2700000" algn="tl">
                    <a:srgbClr val="C0C0C0"/>
                  </a:outerShdw>
                </a:effectLst>
                <a:latin typeface="Constantia" pitchFamily="18" charset="0"/>
              </a:rPr>
              <a:t>Mạch</a:t>
            </a:r>
            <a:r>
              <a:rPr lang="en-US" sz="3600" dirty="0" smtClean="0">
                <a:effectLst>
                  <a:outerShdw blurRad="38100" dist="38100" dir="2700000" algn="tl">
                    <a:srgbClr val="C0C0C0"/>
                  </a:outerShdw>
                </a:effectLst>
                <a:latin typeface="Constantia" pitchFamily="18" charset="0"/>
              </a:rPr>
              <a:t> vi </a:t>
            </a:r>
            <a:r>
              <a:rPr lang="en-US" sz="3600" dirty="0" err="1" smtClean="0">
                <a:effectLst>
                  <a:outerShdw blurRad="38100" dist="38100" dir="2700000" algn="tl">
                    <a:srgbClr val="C0C0C0"/>
                  </a:outerShdw>
                </a:effectLst>
                <a:latin typeface="Constantia" pitchFamily="18" charset="0"/>
              </a:rPr>
              <a:t>phân</a:t>
            </a:r>
            <a:endParaRPr lang="en-US" sz="3600" dirty="0" smtClean="0">
              <a:effectLst>
                <a:outerShdw blurRad="38100" dist="38100" dir="2700000" algn="tl">
                  <a:srgbClr val="C0C0C0"/>
                </a:outerShdw>
              </a:effectLst>
              <a:latin typeface="Constantia" pitchFamily="18" charset="0"/>
            </a:endParaRPr>
          </a:p>
        </p:txBody>
      </p:sp>
      <mc:AlternateContent xmlns:mc="http://schemas.openxmlformats.org/markup-compatibility/2006" xmlns:a14="http://schemas.microsoft.com/office/drawing/2010/main">
        <mc:Choice Requires="a14">
          <p:sp>
            <p:nvSpPr>
              <p:cNvPr id="12292" name="Rectangle 5"/>
              <p:cNvSpPr>
                <a:spLocks noGrp="1"/>
              </p:cNvSpPr>
              <p:nvPr>
                <p:ph type="body" sz="half" idx="1"/>
              </p:nvPr>
            </p:nvSpPr>
            <p:spPr>
              <a:xfrm>
                <a:off x="1066800" y="1143000"/>
                <a:ext cx="4267200" cy="5105400"/>
              </a:xfrm>
            </p:spPr>
            <p:txBody>
              <a:bodyPr/>
              <a:lstStyle/>
              <a:p>
                <a:pPr eaLnBrk="1" hangingPunct="1">
                  <a:lnSpc>
                    <a:spcPct val="90000"/>
                  </a:lnSpc>
                </a:pPr>
                <a:r>
                  <a:rPr lang="en-US" sz="1800" dirty="0" smtClean="0">
                    <a:latin typeface="Times New Roman" pitchFamily="18" charset="0"/>
                  </a:rPr>
                  <a:t>Sơ đồ mạch vi phân</a:t>
                </a:r>
              </a:p>
              <a:p>
                <a:pPr eaLnBrk="1" hangingPunct="1">
                  <a:lnSpc>
                    <a:spcPct val="90000"/>
                  </a:lnSpc>
                </a:pPr>
                <a:endParaRPr lang="en-US" sz="1800" dirty="0" smtClean="0">
                  <a:latin typeface="Times New Roman" pitchFamily="18" charset="0"/>
                </a:endParaRPr>
              </a:p>
              <a:p>
                <a:pPr eaLnBrk="1" hangingPunct="1">
                  <a:lnSpc>
                    <a:spcPct val="90000"/>
                  </a:lnSpc>
                </a:pPr>
                <a:endParaRPr lang="en-US" sz="1800" dirty="0" smtClean="0">
                  <a:latin typeface="Times New Roman" pitchFamily="18" charset="0"/>
                </a:endParaRPr>
              </a:p>
              <a:p>
                <a:pPr eaLnBrk="1" hangingPunct="1">
                  <a:lnSpc>
                    <a:spcPct val="90000"/>
                  </a:lnSpc>
                </a:pPr>
                <a:endParaRPr lang="en-US" sz="1800" dirty="0" smtClean="0">
                  <a:latin typeface="Times New Roman" pitchFamily="18" charset="0"/>
                </a:endParaRPr>
              </a:p>
              <a:p>
                <a:pPr eaLnBrk="1" hangingPunct="1">
                  <a:lnSpc>
                    <a:spcPct val="90000"/>
                  </a:lnSpc>
                </a:pPr>
                <a:endParaRPr lang="en-US" sz="1800" dirty="0" smtClean="0">
                  <a:latin typeface="Times New Roman" pitchFamily="18" charset="0"/>
                </a:endParaRPr>
              </a:p>
              <a:p>
                <a:pPr eaLnBrk="1" hangingPunct="1">
                  <a:lnSpc>
                    <a:spcPct val="90000"/>
                  </a:lnSpc>
                </a:pPr>
                <a:r>
                  <a:rPr lang="en-US" sz="1800" dirty="0" smtClean="0">
                    <a:latin typeface="Times New Roman" pitchFamily="18" charset="0"/>
                  </a:rPr>
                  <a:t>Dòng chảy qua R : i = V</a:t>
                </a:r>
                <a:r>
                  <a:rPr lang="en-US" sz="1800" baseline="-25000" dirty="0" smtClean="0">
                    <a:latin typeface="Times New Roman" pitchFamily="18" charset="0"/>
                  </a:rPr>
                  <a:t>r</a:t>
                </a:r>
                <a:r>
                  <a:rPr lang="en-US" sz="1800" dirty="0" smtClean="0">
                    <a:latin typeface="Times New Roman" pitchFamily="18" charset="0"/>
                  </a:rPr>
                  <a:t>/R.</a:t>
                </a:r>
              </a:p>
              <a:p>
                <a:pPr eaLnBrk="1" hangingPunct="1">
                  <a:lnSpc>
                    <a:spcPct val="90000"/>
                  </a:lnSpc>
                </a:pPr>
                <a:r>
                  <a:rPr lang="en-US" sz="1800" dirty="0" smtClean="0">
                    <a:latin typeface="Times New Roman" pitchFamily="18" charset="0"/>
                  </a:rPr>
                  <a:t>Với tụ điện, ta có quan hệ sau:</a:t>
                </a:r>
              </a:p>
              <a:p>
                <a:pPr algn="ctr" eaLnBrk="1" hangingPunct="1">
                  <a:lnSpc>
                    <a:spcPct val="90000"/>
                  </a:lnSpc>
                  <a:buFont typeface="Wingdings 2" pitchFamily="18" charset="2"/>
                  <a:buNone/>
                </a:pPr>
                <a:r>
                  <a:rPr lang="en-US" sz="1800" dirty="0" smtClean="0">
                    <a:latin typeface="Times New Roman" pitchFamily="18" charset="0"/>
                  </a:rPr>
                  <a:t>i=C*dV/dt.</a:t>
                </a:r>
              </a:p>
              <a:p>
                <a:pPr eaLnBrk="1" hangingPunct="1">
                  <a:lnSpc>
                    <a:spcPct val="90000"/>
                  </a:lnSpc>
                </a:pPr>
                <a:r>
                  <a:rPr lang="en-US" sz="1800" dirty="0" smtClean="0">
                    <a:latin typeface="Times New Roman" pitchFamily="18" charset="0"/>
                  </a:rPr>
                  <a:t>Vì trở kháng vào bằng vô cùng, nên dòng qua tụ sẽ bằng với dòng qua trở R</a:t>
                </a:r>
              </a:p>
              <a:p>
                <a:pPr marL="82550" indent="0" eaLnBrk="1" hangingPunct="1">
                  <a:lnSpc>
                    <a:spcPct val="90000"/>
                  </a:lnSpc>
                  <a:buNone/>
                </a:pPr>
                <a14:m>
                  <m:oMathPara xmlns:m="http://schemas.openxmlformats.org/officeDocument/2006/math">
                    <m:oMathParaPr>
                      <m:jc m:val="centerGroup"/>
                    </m:oMathParaPr>
                    <m:oMath xmlns:m="http://schemas.openxmlformats.org/officeDocument/2006/math">
                      <m:sSub>
                        <m:sSubPr>
                          <m:ctrlPr>
                            <a:rPr lang="en-US" sz="1800" i="1" smtClean="0">
                              <a:latin typeface="Cambria Math"/>
                            </a:rPr>
                          </m:ctrlPr>
                        </m:sSubPr>
                        <m:e>
                          <m:r>
                            <a:rPr lang="en-US" sz="1800" b="0" i="1" smtClean="0">
                              <a:latin typeface="Cambria Math"/>
                            </a:rPr>
                            <m:t>𝑉</m:t>
                          </m:r>
                        </m:e>
                        <m:sub>
                          <m:r>
                            <a:rPr lang="en-US" sz="1800" b="0" i="1" smtClean="0">
                              <a:latin typeface="Cambria Math"/>
                            </a:rPr>
                            <m:t>𝑟</m:t>
                          </m:r>
                        </m:sub>
                      </m:sSub>
                      <m:r>
                        <a:rPr lang="en-US" sz="1800" b="0" i="1" smtClean="0">
                          <a:latin typeface="Cambria Math"/>
                        </a:rPr>
                        <m:t>=−</m:t>
                      </m:r>
                      <m:r>
                        <a:rPr lang="en-US" sz="1800" b="0" i="1" smtClean="0">
                          <a:latin typeface="Cambria Math"/>
                        </a:rPr>
                        <m:t>𝑅𝐶</m:t>
                      </m:r>
                      <m:f>
                        <m:fPr>
                          <m:ctrlPr>
                            <a:rPr lang="en-US" sz="1800" b="0" i="1" smtClean="0">
                              <a:latin typeface="Cambria Math"/>
                            </a:rPr>
                          </m:ctrlPr>
                        </m:fPr>
                        <m:num>
                          <m:r>
                            <a:rPr lang="en-US" sz="1800" b="0" i="1" smtClean="0">
                              <a:latin typeface="Cambria Math"/>
                            </a:rPr>
                            <m:t>𝑑</m:t>
                          </m:r>
                          <m:sSub>
                            <m:sSubPr>
                              <m:ctrlPr>
                                <a:rPr lang="en-US" sz="1800" b="0" i="1" smtClean="0">
                                  <a:latin typeface="Cambria Math"/>
                                </a:rPr>
                              </m:ctrlPr>
                            </m:sSubPr>
                            <m:e>
                              <m:r>
                                <a:rPr lang="en-US" sz="1800" b="0" i="1" smtClean="0">
                                  <a:latin typeface="Cambria Math"/>
                                </a:rPr>
                                <m:t>𝑉</m:t>
                              </m:r>
                            </m:e>
                            <m:sub>
                              <m:r>
                                <a:rPr lang="en-US" sz="1800" b="0" i="1" smtClean="0">
                                  <a:latin typeface="Cambria Math"/>
                                </a:rPr>
                                <m:t>𝑣</m:t>
                              </m:r>
                            </m:sub>
                          </m:sSub>
                        </m:num>
                        <m:den>
                          <m:r>
                            <a:rPr lang="en-US" sz="1800" b="0" i="1" smtClean="0">
                              <a:latin typeface="Cambria Math"/>
                            </a:rPr>
                            <m:t>𝑑𝑡</m:t>
                          </m:r>
                        </m:den>
                      </m:f>
                    </m:oMath>
                  </m:oMathPara>
                </a14:m>
                <a:endParaRPr lang="en-US" sz="1800" dirty="0" smtClean="0">
                  <a:latin typeface="Times New Roman" pitchFamily="18" charset="0"/>
                </a:endParaRPr>
              </a:p>
              <a:p>
                <a:pPr eaLnBrk="1" hangingPunct="1">
                  <a:lnSpc>
                    <a:spcPct val="90000"/>
                  </a:lnSpc>
                </a:pPr>
                <a:r>
                  <a:rPr lang="en-US" sz="1800" dirty="0" smtClean="0">
                    <a:latin typeface="Times New Roman" pitchFamily="18" charset="0"/>
                  </a:rPr>
                  <a:t>Khi  tần số tăng, biên độ điện áp ra cũng như hệ số khuếch đại cũng tăng từ công thức trên ta thấy: </a:t>
                </a:r>
                <a:r>
                  <a:rPr lang="en-US" sz="1800" b="1" i="1" dirty="0" smtClean="0">
                    <a:latin typeface="Times New Roman" pitchFamily="18" charset="0"/>
                  </a:rPr>
                  <a:t>Vr tỷ lệ với </a:t>
                </a:r>
                <a:r>
                  <a:rPr lang="el-GR" sz="1800" b="1" i="1" dirty="0" smtClean="0">
                    <a:latin typeface="Times New Roman" pitchFamily="18" charset="0"/>
                  </a:rPr>
                  <a:t>ω</a:t>
                </a:r>
                <a:r>
                  <a:rPr lang="en-US" sz="1800" dirty="0" smtClean="0">
                    <a:latin typeface="Times New Roman" pitchFamily="18" charset="0"/>
                  </a:rPr>
                  <a:t> </a:t>
                </a:r>
              </a:p>
              <a:p>
                <a:pPr eaLnBrk="1" hangingPunct="1">
                  <a:lnSpc>
                    <a:spcPct val="90000"/>
                  </a:lnSpc>
                </a:pPr>
                <a:endParaRPr lang="en-US" sz="1800" dirty="0" smtClean="0">
                  <a:latin typeface="Times New Roman" pitchFamily="18" charset="0"/>
                </a:endParaRPr>
              </a:p>
            </p:txBody>
          </p:sp>
        </mc:Choice>
        <mc:Fallback xmlns="">
          <p:sp>
            <p:nvSpPr>
              <p:cNvPr id="12292" name="Rectangle 5"/>
              <p:cNvSpPr>
                <a:spLocks noGrp="1" noRot="1" noChangeAspect="1" noMove="1" noResize="1" noEditPoints="1" noAdjustHandles="1" noChangeArrowheads="1" noChangeShapeType="1" noTextEdit="1"/>
              </p:cNvSpPr>
              <p:nvPr>
                <p:ph type="body" sz="half" idx="1"/>
              </p:nvPr>
            </p:nvSpPr>
            <p:spPr>
              <a:xfrm>
                <a:off x="1066800" y="1143000"/>
                <a:ext cx="4267200" cy="5105400"/>
              </a:xfrm>
              <a:blipFill rotWithShape="1">
                <a:blip r:embed="rId2"/>
                <a:stretch>
                  <a:fillRect t="-1075" r="-2143"/>
                </a:stretch>
              </a:blipFill>
            </p:spPr>
            <p:txBody>
              <a:bodyPr/>
              <a:lstStyle/>
              <a:p>
                <a:r>
                  <a:rPr lang="en-US">
                    <a:noFill/>
                  </a:rPr>
                  <a:t> </a:t>
                </a:r>
              </a:p>
            </p:txBody>
          </p:sp>
        </mc:Fallback>
      </mc:AlternateContent>
      <p:sp>
        <p:nvSpPr>
          <p:cNvPr id="3" name="Title 1"/>
          <p:cNvSpPr>
            <a:spLocks noGrp="1"/>
          </p:cNvSpPr>
          <p:nvPr>
            <p:ph type="body" sz="half" idx="2"/>
          </p:nvPr>
        </p:nvSpPr>
        <p:spPr>
          <a:xfrm>
            <a:off x="4876800" y="1143000"/>
            <a:ext cx="4057650" cy="5105400"/>
          </a:xfrm>
        </p:spPr>
        <p:txBody>
          <a:bodyPr/>
          <a:lstStyle/>
          <a:p>
            <a:pPr eaLnBrk="1" hangingPunct="1">
              <a:lnSpc>
                <a:spcPct val="90000"/>
              </a:lnSpc>
              <a:defRPr/>
            </a:pPr>
            <a:r>
              <a:rPr lang="en-US" sz="1800" dirty="0" err="1" smtClean="0">
                <a:effectLst>
                  <a:outerShdw blurRad="38100" dist="38100" dir="2700000" algn="tl">
                    <a:srgbClr val="C0C0C0"/>
                  </a:outerShdw>
                </a:effectLst>
                <a:latin typeface="Times New Roman" pitchFamily="18" charset="0"/>
                <a:cs typeface="Times New Roman" pitchFamily="18" charset="0"/>
              </a:rPr>
              <a:t>Sơ</a:t>
            </a:r>
            <a:r>
              <a:rPr lang="en-US" sz="1800" dirty="0" smtClean="0">
                <a:effectLst>
                  <a:outerShdw blurRad="38100" dist="38100" dir="2700000" algn="tl">
                    <a:srgbClr val="C0C0C0"/>
                  </a:outerShdw>
                </a:effectLst>
                <a:latin typeface="Times New Roman" pitchFamily="18" charset="0"/>
                <a:cs typeface="Times New Roman" pitchFamily="18" charset="0"/>
              </a:rPr>
              <a:t> </a:t>
            </a:r>
            <a:r>
              <a:rPr lang="en-US" sz="1800" dirty="0" err="1" smtClean="0">
                <a:effectLst>
                  <a:outerShdw blurRad="38100" dist="38100" dir="2700000" algn="tl">
                    <a:srgbClr val="C0C0C0"/>
                  </a:outerShdw>
                </a:effectLst>
                <a:latin typeface="Times New Roman" pitchFamily="18" charset="0"/>
                <a:cs typeface="Times New Roman" pitchFamily="18" charset="0"/>
              </a:rPr>
              <a:t>đồ</a:t>
            </a:r>
            <a:r>
              <a:rPr lang="en-US" sz="1800" dirty="0" smtClean="0">
                <a:effectLst>
                  <a:outerShdw blurRad="38100" dist="38100" dir="2700000" algn="tl">
                    <a:srgbClr val="C0C0C0"/>
                  </a:outerShdw>
                </a:effectLst>
                <a:latin typeface="Times New Roman" pitchFamily="18" charset="0"/>
                <a:cs typeface="Times New Roman" pitchFamily="18" charset="0"/>
              </a:rPr>
              <a:t> </a:t>
            </a:r>
            <a:r>
              <a:rPr lang="en-US" sz="1800" dirty="0" err="1" smtClean="0">
                <a:effectLst>
                  <a:outerShdw blurRad="38100" dist="38100" dir="2700000" algn="tl">
                    <a:srgbClr val="C0C0C0"/>
                  </a:outerShdw>
                </a:effectLst>
                <a:latin typeface="Times New Roman" pitchFamily="18" charset="0"/>
                <a:cs typeface="Times New Roman" pitchFamily="18" charset="0"/>
              </a:rPr>
              <a:t>mạch</a:t>
            </a:r>
            <a:r>
              <a:rPr lang="en-US" sz="1800" dirty="0" smtClean="0">
                <a:effectLst>
                  <a:outerShdw blurRad="38100" dist="38100" dir="2700000" algn="tl">
                    <a:srgbClr val="C0C0C0"/>
                  </a:outerShdw>
                </a:effectLst>
                <a:latin typeface="Times New Roman" pitchFamily="18" charset="0"/>
                <a:cs typeface="Times New Roman" pitchFamily="18" charset="0"/>
              </a:rPr>
              <a:t> </a:t>
            </a:r>
            <a:r>
              <a:rPr lang="en-US" sz="1800" dirty="0" err="1" smtClean="0">
                <a:effectLst>
                  <a:outerShdw blurRad="38100" dist="38100" dir="2700000" algn="tl">
                    <a:srgbClr val="C0C0C0"/>
                  </a:outerShdw>
                </a:effectLst>
                <a:latin typeface="Times New Roman" pitchFamily="18" charset="0"/>
                <a:cs typeface="Times New Roman" pitchFamily="18" charset="0"/>
              </a:rPr>
              <a:t>biến</a:t>
            </a:r>
            <a:r>
              <a:rPr lang="en-US" sz="1800" dirty="0" smtClean="0">
                <a:effectLst>
                  <a:outerShdw blurRad="38100" dist="38100" dir="2700000" algn="tl">
                    <a:srgbClr val="C0C0C0"/>
                  </a:outerShdw>
                </a:effectLst>
                <a:latin typeface="Times New Roman" pitchFamily="18" charset="0"/>
                <a:cs typeface="Times New Roman" pitchFamily="18" charset="0"/>
              </a:rPr>
              <a:t> </a:t>
            </a:r>
            <a:r>
              <a:rPr lang="en-US" sz="1800" dirty="0" err="1" smtClean="0">
                <a:effectLst>
                  <a:outerShdw blurRad="38100" dist="38100" dir="2700000" algn="tl">
                    <a:srgbClr val="C0C0C0"/>
                  </a:outerShdw>
                </a:effectLst>
                <a:latin typeface="Times New Roman" pitchFamily="18" charset="0"/>
                <a:cs typeface="Times New Roman" pitchFamily="18" charset="0"/>
              </a:rPr>
              <a:t>đổi</a:t>
            </a:r>
            <a:r>
              <a:rPr lang="en-US" sz="1800" dirty="0" smtClean="0">
                <a:effectLst>
                  <a:outerShdw blurRad="38100" dist="38100" dir="2700000" algn="tl">
                    <a:srgbClr val="C0C0C0"/>
                  </a:outerShdw>
                </a:effectLst>
                <a:latin typeface="Times New Roman" pitchFamily="18" charset="0"/>
                <a:cs typeface="Times New Roman" pitchFamily="18" charset="0"/>
              </a:rPr>
              <a:t> </a:t>
            </a:r>
            <a:r>
              <a:rPr lang="en-US" sz="1800" dirty="0" err="1" smtClean="0">
                <a:effectLst>
                  <a:outerShdw blurRad="38100" dist="38100" dir="2700000" algn="tl">
                    <a:srgbClr val="C0C0C0"/>
                  </a:outerShdw>
                </a:effectLst>
                <a:latin typeface="Times New Roman" pitchFamily="18" charset="0"/>
                <a:cs typeface="Times New Roman" pitchFamily="18" charset="0"/>
              </a:rPr>
              <a:t>tần</a:t>
            </a:r>
            <a:r>
              <a:rPr lang="en-US" sz="1800" dirty="0" smtClean="0">
                <a:effectLst>
                  <a:outerShdw blurRad="38100" dist="38100" dir="2700000" algn="tl">
                    <a:srgbClr val="C0C0C0"/>
                  </a:outerShdw>
                </a:effectLst>
                <a:latin typeface="Times New Roman" pitchFamily="18" charset="0"/>
                <a:cs typeface="Times New Roman" pitchFamily="18" charset="0"/>
              </a:rPr>
              <a:t> </a:t>
            </a:r>
            <a:r>
              <a:rPr lang="en-US" sz="1800" dirty="0" err="1" smtClean="0">
                <a:effectLst>
                  <a:outerShdw blurRad="38100" dist="38100" dir="2700000" algn="tl">
                    <a:srgbClr val="C0C0C0"/>
                  </a:outerShdw>
                </a:effectLst>
                <a:latin typeface="Times New Roman" pitchFamily="18" charset="0"/>
                <a:cs typeface="Times New Roman" pitchFamily="18" charset="0"/>
              </a:rPr>
              <a:t>số</a:t>
            </a:r>
            <a:r>
              <a:rPr lang="en-US" sz="1800" dirty="0" smtClean="0">
                <a:effectLst>
                  <a:outerShdw blurRad="38100" dist="38100" dir="2700000" algn="tl">
                    <a:srgbClr val="C0C0C0"/>
                  </a:outerShdw>
                </a:effectLst>
                <a:latin typeface="Times New Roman" pitchFamily="18" charset="0"/>
                <a:cs typeface="Times New Roman" pitchFamily="18" charset="0"/>
              </a:rPr>
              <a:t> / </a:t>
            </a:r>
            <a:r>
              <a:rPr lang="en-US" sz="1800" dirty="0" err="1" smtClean="0">
                <a:effectLst>
                  <a:outerShdw blurRad="38100" dist="38100" dir="2700000" algn="tl">
                    <a:srgbClr val="C0C0C0"/>
                  </a:outerShdw>
                </a:effectLst>
                <a:latin typeface="Times New Roman" pitchFamily="18" charset="0"/>
                <a:cs typeface="Times New Roman" pitchFamily="18" charset="0"/>
              </a:rPr>
              <a:t>điện</a:t>
            </a:r>
            <a:r>
              <a:rPr lang="en-US" sz="1800" dirty="0" smtClean="0">
                <a:effectLst>
                  <a:outerShdw blurRad="38100" dist="38100" dir="2700000" algn="tl">
                    <a:srgbClr val="C0C0C0"/>
                  </a:outerShdw>
                </a:effectLst>
                <a:latin typeface="Times New Roman" pitchFamily="18" charset="0"/>
                <a:cs typeface="Times New Roman" pitchFamily="18" charset="0"/>
              </a:rPr>
              <a:t> </a:t>
            </a:r>
            <a:r>
              <a:rPr lang="en-US" sz="1800" dirty="0" err="1" smtClean="0">
                <a:effectLst>
                  <a:outerShdw blurRad="38100" dist="38100" dir="2700000" algn="tl">
                    <a:srgbClr val="C0C0C0"/>
                  </a:outerShdw>
                </a:effectLst>
                <a:latin typeface="Times New Roman" pitchFamily="18" charset="0"/>
                <a:cs typeface="Times New Roman" pitchFamily="18" charset="0"/>
              </a:rPr>
              <a:t>áp</a:t>
            </a:r>
            <a:r>
              <a:rPr lang="en-US" sz="1800" dirty="0" smtClean="0">
                <a:latin typeface="Times New Roman" pitchFamily="18" charset="0"/>
                <a:cs typeface="Times New Roman" pitchFamily="18" charset="0"/>
              </a:rPr>
              <a:t> </a:t>
            </a:r>
          </a:p>
          <a:p>
            <a:pPr eaLnBrk="1" hangingPunct="1">
              <a:lnSpc>
                <a:spcPct val="90000"/>
              </a:lnSpc>
              <a:defRPr/>
            </a:pPr>
            <a:endParaRPr lang="en-US" sz="1800" dirty="0" smtClean="0">
              <a:latin typeface="Times New Roman" pitchFamily="18" charset="0"/>
              <a:cs typeface="Times New Roman" pitchFamily="18" charset="0"/>
            </a:endParaRPr>
          </a:p>
          <a:p>
            <a:pPr eaLnBrk="1" hangingPunct="1">
              <a:lnSpc>
                <a:spcPct val="90000"/>
              </a:lnSpc>
              <a:defRPr/>
            </a:pPr>
            <a:endParaRPr lang="en-US" sz="1800" dirty="0" smtClean="0">
              <a:latin typeface="Times New Roman" pitchFamily="18" charset="0"/>
              <a:cs typeface="Times New Roman" pitchFamily="18" charset="0"/>
            </a:endParaRPr>
          </a:p>
          <a:p>
            <a:pPr eaLnBrk="1" hangingPunct="1">
              <a:lnSpc>
                <a:spcPct val="90000"/>
              </a:lnSpc>
              <a:defRPr/>
            </a:pPr>
            <a:endParaRPr lang="en-US" sz="1800" dirty="0" smtClean="0">
              <a:latin typeface="Times New Roman" pitchFamily="18" charset="0"/>
              <a:cs typeface="Times New Roman" pitchFamily="18" charset="0"/>
            </a:endParaRPr>
          </a:p>
          <a:p>
            <a:pPr eaLnBrk="1" hangingPunct="1">
              <a:lnSpc>
                <a:spcPct val="90000"/>
              </a:lnSpc>
              <a:defRPr/>
            </a:pPr>
            <a:endParaRPr lang="en-US" sz="1800" dirty="0" smtClean="0">
              <a:latin typeface="Times New Roman" pitchFamily="18" charset="0"/>
              <a:cs typeface="Times New Roman" pitchFamily="18" charset="0"/>
            </a:endParaRPr>
          </a:p>
          <a:p>
            <a:pPr eaLnBrk="1" hangingPunct="1">
              <a:lnSpc>
                <a:spcPct val="90000"/>
              </a:lnSpc>
              <a:defRPr/>
            </a:pPr>
            <a:endParaRPr lang="en-US" sz="1800" dirty="0" smtClean="0">
              <a:latin typeface="Times New Roman" pitchFamily="18" charset="0"/>
              <a:cs typeface="Times New Roman" pitchFamily="18" charset="0"/>
            </a:endParaRPr>
          </a:p>
          <a:p>
            <a:pPr eaLnBrk="1" hangingPunct="1">
              <a:lnSpc>
                <a:spcPct val="90000"/>
              </a:lnSpc>
              <a:defRPr/>
            </a:pPr>
            <a:r>
              <a:rPr lang="en-US" sz="1800" dirty="0" err="1" smtClean="0">
                <a:latin typeface="Times New Roman" pitchFamily="18" charset="0"/>
                <a:cs typeface="Times New Roman" pitchFamily="18" charset="0"/>
              </a:rPr>
              <a:t>Nếu</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tần</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số</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bằng</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vô</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cùng</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tụ</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điện</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sẽ</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có</a:t>
            </a:r>
            <a:r>
              <a:rPr lang="en-US" sz="1800" dirty="0" smtClean="0">
                <a:latin typeface="Times New Roman" pitchFamily="18" charset="0"/>
                <a:cs typeface="Times New Roman" pitchFamily="18" charset="0"/>
              </a:rPr>
              <a:t> dung </a:t>
            </a:r>
            <a:r>
              <a:rPr lang="en-US" sz="1800" dirty="0" err="1" smtClean="0">
                <a:latin typeface="Times New Roman" pitchFamily="18" charset="0"/>
                <a:cs typeface="Times New Roman" pitchFamily="18" charset="0"/>
              </a:rPr>
              <a:t>kháng</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bằng</a:t>
            </a:r>
            <a:r>
              <a:rPr lang="en-US" sz="1800" dirty="0" smtClean="0">
                <a:latin typeface="Times New Roman" pitchFamily="18" charset="0"/>
                <a:cs typeface="Times New Roman" pitchFamily="18" charset="0"/>
              </a:rPr>
              <a:t> 0, </a:t>
            </a:r>
            <a:r>
              <a:rPr lang="en-US" sz="1800" dirty="0" err="1" smtClean="0">
                <a:latin typeface="Times New Roman" pitchFamily="18" charset="0"/>
                <a:cs typeface="Times New Roman" pitchFamily="18" charset="0"/>
              </a:rPr>
              <a:t>tức</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là</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hệ</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số</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khuếch</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đại</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bằng</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vô</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cùng</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với</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mạch</a:t>
            </a:r>
            <a:r>
              <a:rPr lang="en-US" sz="1800" dirty="0" smtClean="0">
                <a:latin typeface="Times New Roman" pitchFamily="18" charset="0"/>
                <a:cs typeface="Times New Roman" pitchFamily="18" charset="0"/>
              </a:rPr>
              <a:t> vi </a:t>
            </a:r>
            <a:r>
              <a:rPr lang="en-US" sz="1800" dirty="0" err="1" smtClean="0">
                <a:latin typeface="Times New Roman" pitchFamily="18" charset="0"/>
                <a:cs typeface="Times New Roman" pitchFamily="18" charset="0"/>
              </a:rPr>
              <a:t>phân</a:t>
            </a:r>
            <a:r>
              <a:rPr lang="en-US" sz="1800" dirty="0" smtClean="0">
                <a:latin typeface="Times New Roman" pitchFamily="18" charset="0"/>
                <a:cs typeface="Times New Roman" pitchFamily="18" charset="0"/>
              </a:rPr>
              <a:t>. </a:t>
            </a:r>
          </a:p>
          <a:p>
            <a:pPr eaLnBrk="1" hangingPunct="1">
              <a:lnSpc>
                <a:spcPct val="90000"/>
              </a:lnSpc>
              <a:defRPr/>
            </a:pPr>
            <a:r>
              <a:rPr lang="en-US" sz="1800" dirty="0" err="1" smtClean="0">
                <a:latin typeface="Times New Roman" pitchFamily="18" charset="0"/>
                <a:cs typeface="Times New Roman" pitchFamily="18" charset="0"/>
              </a:rPr>
              <a:t>Hệ</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số</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khuếch</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đại</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cao</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khiến</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mạch</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không</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ổn</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định</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và</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nhiễu</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giao</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thoa</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tại</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tần</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số</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cao</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sẽ</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được</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khuếch</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đại</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gây</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biến</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dạng</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tín</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hiệu</a:t>
            </a:r>
            <a:r>
              <a:rPr lang="en-US" sz="1800" dirty="0" smtClean="0">
                <a:latin typeface="Times New Roman" pitchFamily="18" charset="0"/>
                <a:cs typeface="Times New Roman" pitchFamily="18" charset="0"/>
              </a:rPr>
              <a:t> ban </a:t>
            </a:r>
            <a:r>
              <a:rPr lang="en-US" sz="1800" dirty="0" err="1" smtClean="0">
                <a:latin typeface="Times New Roman" pitchFamily="18" charset="0"/>
                <a:cs typeface="Times New Roman" pitchFamily="18" charset="0"/>
              </a:rPr>
              <a:t>đầu</a:t>
            </a:r>
            <a:r>
              <a:rPr lang="en-US" sz="1800" dirty="0" smtClean="0">
                <a:latin typeface="Times New Roman" pitchFamily="18" charset="0"/>
                <a:cs typeface="Times New Roman" pitchFamily="18" charset="0"/>
              </a:rPr>
              <a:t>. </a:t>
            </a:r>
          </a:p>
          <a:p>
            <a:pPr eaLnBrk="1" hangingPunct="1">
              <a:lnSpc>
                <a:spcPct val="90000"/>
              </a:lnSpc>
              <a:defRPr/>
            </a:pPr>
            <a:r>
              <a:rPr lang="en-US" sz="1800" dirty="0" err="1" smtClean="0">
                <a:latin typeface="Times New Roman" pitchFamily="18" charset="0"/>
                <a:cs typeface="Times New Roman" pitchFamily="18" charset="0"/>
              </a:rPr>
              <a:t>Điện</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trở</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R1</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sẽ</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được</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mắc</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nối</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tiếp</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với</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tụ</a:t>
            </a:r>
            <a:r>
              <a:rPr lang="en-US" sz="1800" dirty="0" smtClean="0">
                <a:latin typeface="Times New Roman" pitchFamily="18" charset="0"/>
                <a:cs typeface="Times New Roman" pitchFamily="18" charset="0"/>
              </a:rPr>
              <a:t> C </a:t>
            </a:r>
            <a:r>
              <a:rPr lang="en-US" sz="1800" dirty="0" err="1" smtClean="0">
                <a:latin typeface="Times New Roman" pitchFamily="18" charset="0"/>
                <a:cs typeface="Times New Roman" pitchFamily="18" charset="0"/>
              </a:rPr>
              <a:t>như</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hình</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trên</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để</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giới</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hạn</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hệ</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số</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khuếch</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đại</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của</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mạch</a:t>
            </a:r>
            <a:r>
              <a:rPr lang="en-US" sz="1800" dirty="0" smtClean="0">
                <a:latin typeface="Times New Roman" pitchFamily="18" charset="0"/>
                <a:cs typeface="Times New Roman" pitchFamily="18" charset="0"/>
              </a:rPr>
              <a:t> vi </a:t>
            </a:r>
            <a:r>
              <a:rPr lang="en-US" sz="1800" dirty="0" err="1" smtClean="0">
                <a:latin typeface="Times New Roman" pitchFamily="18" charset="0"/>
                <a:cs typeface="Times New Roman" pitchFamily="18" charset="0"/>
              </a:rPr>
              <a:t>phân</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với</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tỷ</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số</a:t>
            </a:r>
            <a:r>
              <a:rPr lang="en-US" sz="1800" dirty="0" smtClean="0">
                <a:latin typeface="Times New Roman" pitchFamily="18" charset="0"/>
                <a:cs typeface="Times New Roman" pitchFamily="18" charset="0"/>
              </a:rPr>
              <a:t> R/</a:t>
            </a:r>
            <a:r>
              <a:rPr lang="en-US" sz="1800" dirty="0" err="1" smtClean="0">
                <a:latin typeface="Times New Roman" pitchFamily="18" charset="0"/>
                <a:cs typeface="Times New Roman" pitchFamily="18" charset="0"/>
              </a:rPr>
              <a:t>R1</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tại</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tần</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số</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cao</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khi</a:t>
            </a:r>
            <a:r>
              <a:rPr lang="en-US" sz="1800" dirty="0" smtClean="0">
                <a:latin typeface="Times New Roman" pitchFamily="18" charset="0"/>
                <a:cs typeface="Times New Roman" pitchFamily="18" charset="0"/>
              </a:rPr>
              <a:t> dung </a:t>
            </a:r>
            <a:r>
              <a:rPr lang="en-US" sz="1800" dirty="0" err="1" smtClean="0">
                <a:latin typeface="Times New Roman" pitchFamily="18" charset="0"/>
                <a:cs typeface="Times New Roman" pitchFamily="18" charset="0"/>
              </a:rPr>
              <a:t>kháng</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của</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tụ</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là</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rất</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nhỏ</a:t>
            </a:r>
            <a:endParaRPr lang="en-AU" sz="1800" dirty="0" smtClean="0">
              <a:latin typeface="Times New Roman" pitchFamily="18" charset="0"/>
              <a:cs typeface="Times New Roman" pitchFamily="18" charset="0"/>
            </a:endParaRPr>
          </a:p>
          <a:p>
            <a:pPr eaLnBrk="1" hangingPunct="1">
              <a:lnSpc>
                <a:spcPct val="90000"/>
              </a:lnSpc>
              <a:defRPr/>
            </a:pPr>
            <a:endParaRPr lang="en-US" sz="1600" dirty="0" smtClean="0">
              <a:latin typeface="Times New Roman" pitchFamily="18" charset="0"/>
              <a:cs typeface="Times New Roman" pitchFamily="18" charset="0"/>
            </a:endParaRPr>
          </a:p>
        </p:txBody>
      </p:sp>
      <p:grpSp>
        <p:nvGrpSpPr>
          <p:cNvPr id="12294" name="Group 8"/>
          <p:cNvGrpSpPr>
            <a:grpSpLocks/>
          </p:cNvGrpSpPr>
          <p:nvPr/>
        </p:nvGrpSpPr>
        <p:grpSpPr bwMode="auto">
          <a:xfrm>
            <a:off x="6024563" y="1524000"/>
            <a:ext cx="2433637" cy="1371600"/>
            <a:chOff x="7230" y="7603"/>
            <a:chExt cx="3591" cy="1969"/>
          </a:xfrm>
        </p:grpSpPr>
        <p:pic>
          <p:nvPicPr>
            <p:cNvPr id="12302" name="Picture 9" descr="7"/>
            <p:cNvPicPr>
              <a:picLocks noChangeAspect="1" noChangeArrowheads="1"/>
            </p:cNvPicPr>
            <p:nvPr/>
          </p:nvPicPr>
          <p:blipFill>
            <a:blip r:embed="rId3">
              <a:clrChange>
                <a:clrFrom>
                  <a:srgbClr val="BFBFBF"/>
                </a:clrFrom>
                <a:clrTo>
                  <a:srgbClr val="BFBFBF">
                    <a:alpha val="0"/>
                  </a:srgbClr>
                </a:clrTo>
              </a:clrChange>
              <a:grayscl/>
              <a:biLevel thresh="50000"/>
              <a:extLst>
                <a:ext uri="{28A0092B-C50C-407E-A947-70E740481C1C}">
                  <a14:useLocalDpi xmlns:a14="http://schemas.microsoft.com/office/drawing/2010/main" val="0"/>
                </a:ext>
              </a:extLst>
            </a:blip>
            <a:srcRect r="2272"/>
            <a:stretch>
              <a:fillRect/>
            </a:stretch>
          </p:blipFill>
          <p:spPr bwMode="auto">
            <a:xfrm>
              <a:off x="7455" y="7603"/>
              <a:ext cx="3225" cy="1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03" name="Text Box 10"/>
            <p:cNvSpPr txBox="1">
              <a:spLocks noChangeArrowheads="1"/>
            </p:cNvSpPr>
            <p:nvPr/>
          </p:nvSpPr>
          <p:spPr bwMode="auto">
            <a:xfrm>
              <a:off x="10251" y="8831"/>
              <a:ext cx="570" cy="45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1100"/>
                <a:t>Vr</a:t>
              </a:r>
              <a:endParaRPr lang="en-US"/>
            </a:p>
          </p:txBody>
        </p:sp>
        <p:sp>
          <p:nvSpPr>
            <p:cNvPr id="12304" name="Text Box 11"/>
            <p:cNvSpPr txBox="1">
              <a:spLocks noChangeArrowheads="1"/>
            </p:cNvSpPr>
            <p:nvPr/>
          </p:nvSpPr>
          <p:spPr bwMode="auto">
            <a:xfrm>
              <a:off x="7515" y="9116"/>
              <a:ext cx="912" cy="45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endParaRPr lang="en-US"/>
            </a:p>
          </p:txBody>
        </p:sp>
        <p:sp>
          <p:nvSpPr>
            <p:cNvPr id="12305" name="Text Box 12"/>
            <p:cNvSpPr txBox="1">
              <a:spLocks noChangeArrowheads="1"/>
            </p:cNvSpPr>
            <p:nvPr/>
          </p:nvSpPr>
          <p:spPr bwMode="auto">
            <a:xfrm>
              <a:off x="7230" y="8318"/>
              <a:ext cx="684" cy="17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1100"/>
                <a:t>Vr</a:t>
              </a:r>
              <a:endParaRPr lang="en-US"/>
            </a:p>
          </p:txBody>
        </p:sp>
      </p:grpSp>
      <p:sp>
        <p:nvSpPr>
          <p:cNvPr id="12295" name="Rectangle 14"/>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AU"/>
          </a:p>
        </p:txBody>
      </p:sp>
      <p:sp>
        <p:nvSpPr>
          <p:cNvPr id="12296" name="Rectangle 16"/>
          <p:cNvSpPr>
            <a:spLocks noChangeArrowheads="1"/>
          </p:cNvSpPr>
          <p:nvPr/>
        </p:nvSpPr>
        <p:spPr bwMode="auto">
          <a:xfrm>
            <a:off x="0" y="33575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AU"/>
          </a:p>
        </p:txBody>
      </p:sp>
      <p:grpSp>
        <p:nvGrpSpPr>
          <p:cNvPr id="12297" name="Group 18"/>
          <p:cNvGrpSpPr>
            <a:grpSpLocks/>
          </p:cNvGrpSpPr>
          <p:nvPr/>
        </p:nvGrpSpPr>
        <p:grpSpPr bwMode="auto">
          <a:xfrm>
            <a:off x="1981200" y="1219200"/>
            <a:ext cx="2743200" cy="1576388"/>
            <a:chOff x="1981200" y="1219200"/>
            <a:chExt cx="2743200" cy="1575647"/>
          </a:xfrm>
        </p:grpSpPr>
        <p:pic>
          <p:nvPicPr>
            <p:cNvPr id="12299" name="Picture 18" descr="7"/>
            <p:cNvPicPr>
              <a:picLocks noChangeAspect="1" noChangeArrowheads="1"/>
            </p:cNvPicPr>
            <p:nvPr/>
          </p:nvPicPr>
          <p:blipFill>
            <a:blip r:embed="rId4">
              <a:clrChange>
                <a:clrFrom>
                  <a:srgbClr val="BFBFBF"/>
                </a:clrFrom>
                <a:clrTo>
                  <a:srgbClr val="BFBFBF">
                    <a:alpha val="0"/>
                  </a:srgbClr>
                </a:clrTo>
              </a:clrChange>
              <a:grayscl/>
              <a:biLevel thresh="50000"/>
              <a:extLst>
                <a:ext uri="{28A0092B-C50C-407E-A947-70E740481C1C}">
                  <a14:useLocalDpi xmlns:a14="http://schemas.microsoft.com/office/drawing/2010/main" val="0"/>
                </a:ext>
              </a:extLst>
            </a:blip>
            <a:srcRect b="4581"/>
            <a:stretch>
              <a:fillRect/>
            </a:stretch>
          </p:blipFill>
          <p:spPr bwMode="auto">
            <a:xfrm>
              <a:off x="1981200" y="1219200"/>
              <a:ext cx="2667915" cy="1575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00" name="Text Box 19"/>
            <p:cNvSpPr txBox="1">
              <a:spLocks noChangeArrowheads="1"/>
            </p:cNvSpPr>
            <p:nvPr/>
          </p:nvSpPr>
          <p:spPr bwMode="auto">
            <a:xfrm>
              <a:off x="2042369" y="1749458"/>
              <a:ext cx="429125" cy="23949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sz="1100"/>
                <a:t>V</a:t>
              </a:r>
              <a:r>
                <a:rPr lang="en-US" sz="1100" baseline="-25000"/>
                <a:t>v</a:t>
              </a:r>
              <a:endParaRPr lang="en-US" baseline="-25000"/>
            </a:p>
          </p:txBody>
        </p:sp>
        <p:sp>
          <p:nvSpPr>
            <p:cNvPr id="12301" name="Text Box 20"/>
            <p:cNvSpPr txBox="1">
              <a:spLocks noChangeArrowheads="1"/>
            </p:cNvSpPr>
            <p:nvPr/>
          </p:nvSpPr>
          <p:spPr bwMode="auto">
            <a:xfrm>
              <a:off x="4295275" y="2228454"/>
              <a:ext cx="429125" cy="28739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1100"/>
                <a:t>Vr</a:t>
              </a:r>
              <a:endParaRPr lang="en-US"/>
            </a:p>
          </p:txBody>
        </p:sp>
      </p:grpSp>
      <p:sp>
        <p:nvSpPr>
          <p:cNvPr id="12298" name="Text Box 21"/>
          <p:cNvSpPr txBox="1">
            <a:spLocks noChangeArrowheads="1"/>
          </p:cNvSpPr>
          <p:nvPr/>
        </p:nvSpPr>
        <p:spPr bwMode="auto">
          <a:xfrm>
            <a:off x="1989138" y="2563813"/>
            <a:ext cx="804862" cy="2873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sz="half" idx="1"/>
          </p:nvPr>
        </p:nvSpPr>
        <p:spPr>
          <a:xfrm>
            <a:off x="1435100" y="1524000"/>
            <a:ext cx="3657600" cy="4664075"/>
          </a:xfrm>
        </p:spPr>
        <p:txBody>
          <a:bodyPr/>
          <a:lstStyle/>
          <a:p>
            <a:pPr eaLnBrk="1" hangingPunct="1"/>
            <a:r>
              <a:rPr lang="en-US" sz="2000" smtClean="0">
                <a:latin typeface="Times New Roman" pitchFamily="18" charset="0"/>
                <a:cs typeface="Times New Roman" pitchFamily="18" charset="0"/>
              </a:rPr>
              <a:t>Mạch so sánh tín hiệu vào V</a:t>
            </a:r>
            <a:r>
              <a:rPr lang="en-US" sz="2000" baseline="-25000" smtClean="0">
                <a:latin typeface="Times New Roman" pitchFamily="18" charset="0"/>
                <a:cs typeface="Times New Roman" pitchFamily="18" charset="0"/>
              </a:rPr>
              <a:t>v</a:t>
            </a:r>
            <a:r>
              <a:rPr lang="en-US" sz="2000" smtClean="0">
                <a:latin typeface="Times New Roman" pitchFamily="18" charset="0"/>
                <a:cs typeface="Times New Roman" pitchFamily="18" charset="0"/>
              </a:rPr>
              <a:t> và tín hiệu chuẩn V</a:t>
            </a:r>
            <a:r>
              <a:rPr lang="en-US" sz="2000" baseline="-25000" smtClean="0">
                <a:latin typeface="Times New Roman" pitchFamily="18" charset="0"/>
                <a:cs typeface="Times New Roman" pitchFamily="18" charset="0"/>
              </a:rPr>
              <a:t>ref</a:t>
            </a:r>
            <a:r>
              <a:rPr lang="en-US" sz="2000" smtClean="0">
                <a:latin typeface="Times New Roman" pitchFamily="18" charset="0"/>
                <a:cs typeface="Times New Roman" pitchFamily="18" charset="0"/>
              </a:rPr>
              <a:t>. </a:t>
            </a:r>
          </a:p>
          <a:p>
            <a:pPr eaLnBrk="1" hangingPunct="1"/>
            <a:r>
              <a:rPr lang="en-US" sz="2000" smtClean="0">
                <a:latin typeface="Times New Roman" pitchFamily="18" charset="0"/>
                <a:cs typeface="Times New Roman" pitchFamily="18" charset="0"/>
              </a:rPr>
              <a:t>Mạch khuếch đại hoạt động trong miền không tuyến tính. </a:t>
            </a:r>
            <a:endParaRPr lang="en-AU" sz="2000" smtClean="0">
              <a:latin typeface="Times New Roman" pitchFamily="18" charset="0"/>
              <a:cs typeface="Times New Roman" pitchFamily="18" charset="0"/>
            </a:endParaRPr>
          </a:p>
          <a:p>
            <a:pPr eaLnBrk="1" hangingPunct="1"/>
            <a:r>
              <a:rPr lang="en-US" sz="2000" smtClean="0">
                <a:latin typeface="Times New Roman" pitchFamily="18" charset="0"/>
                <a:cs typeface="Times New Roman" pitchFamily="18" charset="0"/>
              </a:rPr>
              <a:t>Điện áp ra của bộ so sánh V</a:t>
            </a:r>
            <a:r>
              <a:rPr lang="en-US" sz="2000" baseline="-25000" smtClean="0">
                <a:latin typeface="Times New Roman" pitchFamily="18" charset="0"/>
                <a:cs typeface="Times New Roman" pitchFamily="18" charset="0"/>
              </a:rPr>
              <a:t>r</a:t>
            </a:r>
            <a:r>
              <a:rPr lang="en-US" sz="2000" smtClean="0">
                <a:latin typeface="Times New Roman" pitchFamily="18" charset="0"/>
                <a:cs typeface="Times New Roman" pitchFamily="18" charset="0"/>
              </a:rPr>
              <a:t> nhận một trong hai giá trị: V</a:t>
            </a:r>
            <a:r>
              <a:rPr lang="en-US" sz="2000" baseline="-25000" smtClean="0">
                <a:latin typeface="Times New Roman" pitchFamily="18" charset="0"/>
                <a:cs typeface="Times New Roman" pitchFamily="18" charset="0"/>
              </a:rPr>
              <a:t>min</a:t>
            </a:r>
            <a:r>
              <a:rPr lang="en-US" sz="2000" smtClean="0">
                <a:latin typeface="Times New Roman" pitchFamily="18" charset="0"/>
                <a:cs typeface="Times New Roman" pitchFamily="18" charset="0"/>
              </a:rPr>
              <a:t> hay V</a:t>
            </a:r>
            <a:r>
              <a:rPr lang="en-US" sz="2000" baseline="-25000" smtClean="0">
                <a:latin typeface="Times New Roman" pitchFamily="18" charset="0"/>
                <a:cs typeface="Times New Roman" pitchFamily="18" charset="0"/>
              </a:rPr>
              <a:t>max</a:t>
            </a:r>
            <a:r>
              <a:rPr lang="en-US" sz="2000" smtClean="0">
                <a:latin typeface="Times New Roman" pitchFamily="18" charset="0"/>
                <a:cs typeface="Times New Roman" pitchFamily="18" charset="0"/>
              </a:rPr>
              <a:t>. </a:t>
            </a:r>
          </a:p>
          <a:p>
            <a:pPr eaLnBrk="1" hangingPunct="1"/>
            <a:r>
              <a:rPr lang="en-US" sz="2000" smtClean="0">
                <a:latin typeface="Times New Roman" pitchFamily="18" charset="0"/>
                <a:cs typeface="Times New Roman" pitchFamily="18" charset="0"/>
              </a:rPr>
              <a:t>Ứng dụng chủ yếu của mạch là bộ phát hiện </a:t>
            </a:r>
            <a:r>
              <a:rPr lang="en-US" sz="2000" i="1" smtClean="0">
                <a:latin typeface="Times New Roman" pitchFamily="18" charset="0"/>
                <a:cs typeface="Times New Roman" pitchFamily="18" charset="0"/>
              </a:rPr>
              <a:t>qua mức 0</a:t>
            </a:r>
            <a:r>
              <a:rPr lang="en-US" sz="2000" smtClean="0">
                <a:latin typeface="Times New Roman" pitchFamily="18" charset="0"/>
                <a:cs typeface="Times New Roman" pitchFamily="18" charset="0"/>
              </a:rPr>
              <a:t> và mạch tạo xung vuông. </a:t>
            </a:r>
            <a:endParaRPr lang="en-AU" sz="2000" smtClean="0">
              <a:latin typeface="Times New Roman" pitchFamily="18" charset="0"/>
              <a:cs typeface="Times New Roman" pitchFamily="18" charset="0"/>
            </a:endParaRPr>
          </a:p>
          <a:p>
            <a:pPr eaLnBrk="1" hangingPunct="1"/>
            <a:endParaRPr lang="en-AU" sz="1800" smtClean="0">
              <a:latin typeface="Times New Roman" pitchFamily="18" charset="0"/>
              <a:cs typeface="Times New Roman" pitchFamily="18" charset="0"/>
            </a:endParaRPr>
          </a:p>
        </p:txBody>
      </p:sp>
      <p:sp>
        <p:nvSpPr>
          <p:cNvPr id="13316" name="Content Placeholder 3"/>
          <p:cNvSpPr>
            <a:spLocks noGrp="1"/>
          </p:cNvSpPr>
          <p:nvPr>
            <p:ph sz="half" idx="2"/>
          </p:nvPr>
        </p:nvSpPr>
        <p:spPr>
          <a:xfrm>
            <a:off x="5276850" y="1524000"/>
            <a:ext cx="3657600" cy="4664075"/>
          </a:xfrm>
        </p:spPr>
        <p:txBody>
          <a:bodyPr/>
          <a:lstStyle/>
          <a:p>
            <a:pPr eaLnBrk="1" hangingPunct="1"/>
            <a:r>
              <a:rPr lang="en-AU" sz="2000" smtClean="0">
                <a:latin typeface="Times New Roman" pitchFamily="18" charset="0"/>
                <a:cs typeface="Times New Roman" pitchFamily="18" charset="0"/>
              </a:rPr>
              <a:t>Sơ đồ mạch</a:t>
            </a:r>
          </a:p>
          <a:p>
            <a:pPr eaLnBrk="1" hangingPunct="1"/>
            <a:endParaRPr lang="en-AU" sz="2000" smtClean="0">
              <a:latin typeface="Times New Roman" pitchFamily="18" charset="0"/>
              <a:cs typeface="Times New Roman" pitchFamily="18" charset="0"/>
            </a:endParaRPr>
          </a:p>
          <a:p>
            <a:pPr eaLnBrk="1" hangingPunct="1"/>
            <a:endParaRPr lang="en-AU" sz="2000" smtClean="0">
              <a:latin typeface="Times New Roman" pitchFamily="18" charset="0"/>
              <a:cs typeface="Times New Roman" pitchFamily="18" charset="0"/>
            </a:endParaRPr>
          </a:p>
          <a:p>
            <a:pPr eaLnBrk="1" hangingPunct="1"/>
            <a:endParaRPr lang="en-AU" sz="2000" smtClean="0">
              <a:latin typeface="Times New Roman" pitchFamily="18" charset="0"/>
              <a:cs typeface="Times New Roman" pitchFamily="18" charset="0"/>
            </a:endParaRPr>
          </a:p>
          <a:p>
            <a:pPr eaLnBrk="1" hangingPunct="1"/>
            <a:r>
              <a:rPr lang="en-AU" sz="2000" smtClean="0">
                <a:latin typeface="Times New Roman" pitchFamily="18" charset="0"/>
                <a:cs typeface="Times New Roman" pitchFamily="18" charset="0"/>
              </a:rPr>
              <a:t>Giản đồ điện áp ra</a:t>
            </a:r>
          </a:p>
        </p:txBody>
      </p:sp>
      <p:grpSp>
        <p:nvGrpSpPr>
          <p:cNvPr id="13317" name="Group 2"/>
          <p:cNvGrpSpPr>
            <a:grpSpLocks/>
          </p:cNvGrpSpPr>
          <p:nvPr/>
        </p:nvGrpSpPr>
        <p:grpSpPr bwMode="auto">
          <a:xfrm>
            <a:off x="5867400" y="1828800"/>
            <a:ext cx="2366963" cy="1006475"/>
            <a:chOff x="7002" y="12431"/>
            <a:chExt cx="3729" cy="1587"/>
          </a:xfrm>
        </p:grpSpPr>
        <p:pic>
          <p:nvPicPr>
            <p:cNvPr id="13320" name="Picture 3" descr="8"/>
            <p:cNvPicPr>
              <a:picLocks noChangeAspect="1" noChangeArrowheads="1"/>
            </p:cNvPicPr>
            <p:nvPr/>
          </p:nvPicPr>
          <p:blipFill>
            <a:blip r:embed="rId3">
              <a:clrChange>
                <a:clrFrom>
                  <a:srgbClr val="BFBFBF"/>
                </a:clrFrom>
                <a:clrTo>
                  <a:srgbClr val="BFBFBF">
                    <a:alpha val="0"/>
                  </a:srgbClr>
                </a:clrTo>
              </a:clrChange>
              <a:grayscl/>
              <a:biLevel thresh="50000"/>
              <a:extLst>
                <a:ext uri="{28A0092B-C50C-407E-A947-70E740481C1C}">
                  <a14:useLocalDpi xmlns:a14="http://schemas.microsoft.com/office/drawing/2010/main" val="0"/>
                </a:ext>
              </a:extLst>
            </a:blip>
            <a:srcRect b="17343"/>
            <a:stretch>
              <a:fillRect/>
            </a:stretch>
          </p:blipFill>
          <p:spPr bwMode="auto">
            <a:xfrm>
              <a:off x="7161" y="12431"/>
              <a:ext cx="357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1" name="Text Box 4"/>
            <p:cNvSpPr txBox="1">
              <a:spLocks noChangeArrowheads="1"/>
            </p:cNvSpPr>
            <p:nvPr/>
          </p:nvSpPr>
          <p:spPr bwMode="auto">
            <a:xfrm>
              <a:off x="7173" y="13334"/>
              <a:ext cx="570" cy="45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Aft>
                  <a:spcPts val="1000"/>
                </a:spcAft>
              </a:pPr>
              <a:r>
                <a:rPr lang="en-AU" sz="1100">
                  <a:latin typeface="Calibri" pitchFamily="34" charset="0"/>
                </a:rPr>
                <a:t>Vv</a:t>
              </a:r>
              <a:endParaRPr lang="en-US"/>
            </a:p>
          </p:txBody>
        </p:sp>
        <p:sp>
          <p:nvSpPr>
            <p:cNvPr id="13322" name="Text Box 5"/>
            <p:cNvSpPr txBox="1">
              <a:spLocks noChangeArrowheads="1"/>
            </p:cNvSpPr>
            <p:nvPr/>
          </p:nvSpPr>
          <p:spPr bwMode="auto">
            <a:xfrm>
              <a:off x="7002" y="12764"/>
              <a:ext cx="741" cy="45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Aft>
                  <a:spcPts val="1000"/>
                </a:spcAft>
              </a:pPr>
              <a:r>
                <a:rPr lang="en-AU" sz="1100">
                  <a:latin typeface="Calibri" pitchFamily="34" charset="0"/>
                </a:rPr>
                <a:t>Vref</a:t>
              </a:r>
              <a:endParaRPr lang="en-US"/>
            </a:p>
          </p:txBody>
        </p:sp>
        <p:sp>
          <p:nvSpPr>
            <p:cNvPr id="13323" name="Text Box 6"/>
            <p:cNvSpPr txBox="1">
              <a:spLocks noChangeArrowheads="1"/>
            </p:cNvSpPr>
            <p:nvPr/>
          </p:nvSpPr>
          <p:spPr bwMode="auto">
            <a:xfrm>
              <a:off x="10137" y="13106"/>
              <a:ext cx="570" cy="45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Aft>
                  <a:spcPts val="1000"/>
                </a:spcAft>
              </a:pPr>
              <a:r>
                <a:rPr lang="en-AU" sz="1100">
                  <a:latin typeface="Calibri" pitchFamily="34" charset="0"/>
                </a:rPr>
                <a:t>Vr</a:t>
              </a:r>
              <a:endParaRPr lang="en-US"/>
            </a:p>
          </p:txBody>
        </p:sp>
      </p:grpSp>
      <p:sp>
        <p:nvSpPr>
          <p:cNvPr id="13318"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AU"/>
          </a:p>
        </p:txBody>
      </p:sp>
      <p:graphicFrame>
        <p:nvGraphicFramePr>
          <p:cNvPr id="13314" name="Object 7"/>
          <p:cNvGraphicFramePr>
            <a:graphicFrameLocks noChangeAspect="1"/>
          </p:cNvGraphicFramePr>
          <p:nvPr/>
        </p:nvGraphicFramePr>
        <p:xfrm>
          <a:off x="5638800" y="3581400"/>
          <a:ext cx="2730500" cy="1905000"/>
        </p:xfrm>
        <a:graphic>
          <a:graphicData uri="http://schemas.openxmlformats.org/presentationml/2006/ole">
            <mc:AlternateContent xmlns:mc="http://schemas.openxmlformats.org/markup-compatibility/2006">
              <mc:Choice xmlns:v="urn:schemas-microsoft-com:vml" Requires="v">
                <p:oleObj spid="_x0000_s13345" r:id="rId4" imgW="2362200" imgH="1925717" progId="Visio.Drawing.11">
                  <p:embed/>
                </p:oleObj>
              </mc:Choice>
              <mc:Fallback>
                <p:oleObj r:id="rId4" imgW="2362200" imgH="1925717" progId="Visio.Drawing.11">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38800" y="3581400"/>
                        <a:ext cx="2730500" cy="1905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Title 1"/>
          <p:cNvSpPr>
            <a:spLocks noGrp="1"/>
          </p:cNvSpPr>
          <p:nvPr>
            <p:ph type="title"/>
          </p:nvPr>
        </p:nvSpPr>
        <p:spPr bwMode="auto">
          <a:xfrm>
            <a:off x="1371600" y="304800"/>
            <a:ext cx="7499350" cy="731838"/>
          </a:xfrm>
        </p:spPr>
        <p:txBody>
          <a:bodyPr vert="horz" wrap="square" lIns="91440" tIns="45720" rIns="91440" bIns="45720" numCol="1" anchorCtr="0" compatLnSpc="1">
            <a:prstTxWarp prst="textNoShape">
              <a:avLst/>
            </a:prstTxWarp>
          </a:bodyPr>
          <a:lstStyle/>
          <a:p>
            <a:pPr algn="ctr" eaLnBrk="1" hangingPunct="1">
              <a:defRPr/>
            </a:pPr>
            <a:r>
              <a:rPr lang="en-US" sz="3600" dirty="0" err="1" smtClean="0">
                <a:effectLst>
                  <a:outerShdw blurRad="38100" dist="38100" dir="2700000" algn="tl">
                    <a:srgbClr val="C0C0C0"/>
                  </a:outerShdw>
                </a:effectLst>
                <a:latin typeface="Constantia" pitchFamily="18" charset="0"/>
              </a:rPr>
              <a:t>Mạch</a:t>
            </a:r>
            <a:r>
              <a:rPr lang="en-US" sz="3600" dirty="0" smtClean="0">
                <a:effectLst>
                  <a:outerShdw blurRad="38100" dist="38100" dir="2700000" algn="tl">
                    <a:srgbClr val="C0C0C0"/>
                  </a:outerShdw>
                </a:effectLst>
                <a:latin typeface="Constantia" pitchFamily="18" charset="0"/>
              </a:rPr>
              <a:t> so </a:t>
            </a:r>
            <a:r>
              <a:rPr lang="en-US" sz="3600" dirty="0" err="1" smtClean="0">
                <a:effectLst>
                  <a:outerShdw blurRad="38100" dist="38100" dir="2700000" algn="tl">
                    <a:srgbClr val="C0C0C0"/>
                  </a:outerShdw>
                </a:effectLst>
                <a:latin typeface="Constantia" pitchFamily="18" charset="0"/>
              </a:rPr>
              <a:t>sánh</a:t>
            </a:r>
            <a:endParaRPr lang="en-US" sz="3600" dirty="0" smtClean="0">
              <a:effectLst>
                <a:outerShdw blurRad="38100" dist="38100" dir="2700000" algn="tl">
                  <a:srgbClr val="C0C0C0"/>
                </a:outerShdw>
              </a:effectLst>
              <a:latin typeface="Constantia"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228600"/>
            <a:ext cx="7499350" cy="884238"/>
          </a:xfrm>
        </p:spPr>
        <p:txBody>
          <a:bodyPr/>
          <a:lstStyle/>
          <a:p>
            <a:pPr algn="ctr">
              <a:defRPr/>
            </a:pPr>
            <a:r>
              <a:rPr lang="en-AU" sz="4000" i="1" dirty="0" err="1" smtClean="0">
                <a:latin typeface="Constantia" pitchFamily="18" charset="0"/>
              </a:rPr>
              <a:t>Mạch</a:t>
            </a:r>
            <a:r>
              <a:rPr lang="en-AU" sz="4000" i="1" dirty="0" smtClean="0">
                <a:latin typeface="Constantia" pitchFamily="18" charset="0"/>
              </a:rPr>
              <a:t> </a:t>
            </a:r>
            <a:r>
              <a:rPr lang="en-AU" sz="4000" i="1" dirty="0" err="1" smtClean="0">
                <a:latin typeface="Constantia" pitchFamily="18" charset="0"/>
              </a:rPr>
              <a:t>khuếch</a:t>
            </a:r>
            <a:r>
              <a:rPr lang="en-AU" sz="4000" i="1" dirty="0" smtClean="0">
                <a:latin typeface="Constantia" pitchFamily="18" charset="0"/>
              </a:rPr>
              <a:t> </a:t>
            </a:r>
            <a:r>
              <a:rPr lang="en-AU" sz="4000" i="1" dirty="0" err="1" smtClean="0">
                <a:latin typeface="Constantia" pitchFamily="18" charset="0"/>
              </a:rPr>
              <a:t>đại</a:t>
            </a:r>
            <a:r>
              <a:rPr lang="en-AU" sz="4000" i="1" dirty="0" smtClean="0">
                <a:latin typeface="Constantia" pitchFamily="18" charset="0"/>
              </a:rPr>
              <a:t> </a:t>
            </a:r>
            <a:r>
              <a:rPr lang="en-AU" sz="4000" i="1" dirty="0" err="1" smtClean="0">
                <a:latin typeface="Constantia" pitchFamily="18" charset="0"/>
              </a:rPr>
              <a:t>loga</a:t>
            </a:r>
            <a:r>
              <a:rPr lang="en-AU" sz="4000" i="1" dirty="0" smtClean="0">
                <a:latin typeface="Constantia" pitchFamily="18" charset="0"/>
              </a:rPr>
              <a:t> </a:t>
            </a:r>
            <a:endParaRPr lang="en-AU" sz="4000" dirty="0">
              <a:latin typeface="Constantia" pitchFamily="18" charset="0"/>
            </a:endParaRPr>
          </a:p>
        </p:txBody>
      </p:sp>
      <p:sp>
        <p:nvSpPr>
          <p:cNvPr id="14341" name="Content Placeholder 2"/>
          <p:cNvSpPr>
            <a:spLocks noGrp="1"/>
          </p:cNvSpPr>
          <p:nvPr>
            <p:ph sz="half" idx="1"/>
          </p:nvPr>
        </p:nvSpPr>
        <p:spPr>
          <a:xfrm>
            <a:off x="1435100" y="1219200"/>
            <a:ext cx="3657600" cy="4968875"/>
          </a:xfrm>
        </p:spPr>
        <p:txBody>
          <a:bodyPr/>
          <a:lstStyle/>
          <a:p>
            <a:r>
              <a:rPr lang="en-AU" sz="1800" smtClean="0">
                <a:latin typeface="Times New Roman" pitchFamily="18" charset="0"/>
                <a:cs typeface="Times New Roman" pitchFamily="18" charset="0"/>
              </a:rPr>
              <a:t>Mạch tạo hàm loga cho điện áp đầu ra: U</a:t>
            </a:r>
            <a:r>
              <a:rPr lang="en-AU" sz="1800" baseline="-25000" smtClean="0">
                <a:latin typeface="Times New Roman" pitchFamily="18" charset="0"/>
                <a:cs typeface="Times New Roman" pitchFamily="18" charset="0"/>
              </a:rPr>
              <a:t>r</a:t>
            </a:r>
            <a:r>
              <a:rPr lang="en-AU" sz="1800" smtClean="0">
                <a:latin typeface="Times New Roman" pitchFamily="18" charset="0"/>
                <a:cs typeface="Times New Roman" pitchFamily="18" charset="0"/>
              </a:rPr>
              <a:t> = </a:t>
            </a:r>
            <a:r>
              <a:rPr lang="en-AU" sz="1800" smtClean="0">
                <a:latin typeface="Times New Roman" pitchFamily="18" charset="0"/>
                <a:cs typeface="Times New Roman" pitchFamily="18" charset="0"/>
                <a:sym typeface="Symbol" pitchFamily="18" charset="2"/>
              </a:rPr>
              <a:t></a:t>
            </a:r>
            <a:r>
              <a:rPr lang="en-AU" sz="1800" baseline="-25000" smtClean="0">
                <a:latin typeface="Times New Roman" pitchFamily="18" charset="0"/>
                <a:cs typeface="Times New Roman" pitchFamily="18" charset="0"/>
              </a:rPr>
              <a:t>1</a:t>
            </a:r>
            <a:r>
              <a:rPr lang="en-AU" sz="1800" smtClean="0">
                <a:latin typeface="Times New Roman" pitchFamily="18" charset="0"/>
                <a:cs typeface="Times New Roman" pitchFamily="18" charset="0"/>
              </a:rPr>
              <a:t>.ln(</a:t>
            </a:r>
            <a:r>
              <a:rPr lang="en-AU" sz="1800" smtClean="0">
                <a:latin typeface="Times New Roman" pitchFamily="18" charset="0"/>
                <a:cs typeface="Times New Roman" pitchFamily="18" charset="0"/>
                <a:sym typeface="Symbol" pitchFamily="18" charset="2"/>
              </a:rPr>
              <a:t></a:t>
            </a:r>
            <a:r>
              <a:rPr lang="en-AU" sz="1800" baseline="-25000" smtClean="0">
                <a:latin typeface="Times New Roman" pitchFamily="18" charset="0"/>
                <a:cs typeface="Times New Roman" pitchFamily="18" charset="0"/>
              </a:rPr>
              <a:t>2</a:t>
            </a:r>
            <a:r>
              <a:rPr lang="en-AU" sz="1800" smtClean="0">
                <a:latin typeface="Times New Roman" pitchFamily="18" charset="0"/>
                <a:cs typeface="Times New Roman" pitchFamily="18" charset="0"/>
              </a:rPr>
              <a:t>.U</a:t>
            </a:r>
            <a:r>
              <a:rPr lang="en-AU" sz="1800" baseline="-25000" smtClean="0">
                <a:latin typeface="Times New Roman" pitchFamily="18" charset="0"/>
                <a:cs typeface="Times New Roman" pitchFamily="18" charset="0"/>
              </a:rPr>
              <a:t>v</a:t>
            </a:r>
            <a:r>
              <a:rPr lang="en-AU" sz="1800" smtClean="0">
                <a:latin typeface="Times New Roman" pitchFamily="18" charset="0"/>
                <a:cs typeface="Times New Roman" pitchFamily="18" charset="0"/>
              </a:rPr>
              <a:t>)</a:t>
            </a:r>
          </a:p>
          <a:p>
            <a:r>
              <a:rPr lang="en-AU" sz="1800" smtClean="0">
                <a:latin typeface="Times New Roman" pitchFamily="18" charset="0"/>
                <a:cs typeface="Times New Roman" pitchFamily="18" charset="0"/>
              </a:rPr>
              <a:t>Biểu thức của dòng điện qua diode : </a:t>
            </a:r>
          </a:p>
          <a:p>
            <a:endParaRPr lang="en-AU" sz="1800" smtClean="0">
              <a:latin typeface="Times New Roman" pitchFamily="18" charset="0"/>
              <a:cs typeface="Times New Roman" pitchFamily="18" charset="0"/>
            </a:endParaRPr>
          </a:p>
          <a:p>
            <a:endParaRPr lang="en-AU" sz="1800" smtClean="0">
              <a:latin typeface="Times New Roman" pitchFamily="18" charset="0"/>
              <a:cs typeface="Times New Roman" pitchFamily="18" charset="0"/>
            </a:endParaRPr>
          </a:p>
          <a:p>
            <a:r>
              <a:rPr lang="en-AU" sz="1800" smtClean="0">
                <a:latin typeface="Times New Roman" pitchFamily="18" charset="0"/>
                <a:cs typeface="Times New Roman" pitchFamily="18" charset="0"/>
              </a:rPr>
              <a:t>Trong miền làm việc I</a:t>
            </a:r>
            <a:r>
              <a:rPr lang="en-AU" sz="1800" baseline="-25000" smtClean="0">
                <a:latin typeface="Times New Roman" pitchFamily="18" charset="0"/>
                <a:cs typeface="Times New Roman" pitchFamily="18" charset="0"/>
              </a:rPr>
              <a:t>D</a:t>
            </a:r>
            <a:r>
              <a:rPr lang="en-AU" sz="1800" smtClean="0">
                <a:latin typeface="Times New Roman" pitchFamily="18" charset="0"/>
                <a:cs typeface="Times New Roman" pitchFamily="18" charset="0"/>
              </a:rPr>
              <a:t> &gt;&gt; I</a:t>
            </a:r>
            <a:r>
              <a:rPr lang="en-AU" sz="1800" baseline="-25000" smtClean="0">
                <a:latin typeface="Times New Roman" pitchFamily="18" charset="0"/>
                <a:cs typeface="Times New Roman" pitchFamily="18" charset="0"/>
              </a:rPr>
              <a:t>S</a:t>
            </a:r>
            <a:r>
              <a:rPr lang="en-AU" sz="1800" smtClean="0">
                <a:latin typeface="Times New Roman" pitchFamily="18" charset="0"/>
                <a:cs typeface="Times New Roman" pitchFamily="18" charset="0"/>
              </a:rPr>
              <a:t> nên có thể coi gần đúng</a:t>
            </a:r>
          </a:p>
          <a:p>
            <a:pPr>
              <a:buFont typeface="Wingdings 2" pitchFamily="18" charset="2"/>
              <a:buNone/>
            </a:pPr>
            <a:endParaRPr lang="en-AU" sz="1800" smtClean="0">
              <a:latin typeface="Times New Roman" pitchFamily="18" charset="0"/>
              <a:cs typeface="Times New Roman" pitchFamily="18" charset="0"/>
            </a:endParaRPr>
          </a:p>
          <a:p>
            <a:endParaRPr lang="en-AU" sz="1800" smtClean="0">
              <a:latin typeface="Times New Roman" pitchFamily="18" charset="0"/>
              <a:cs typeface="Times New Roman" pitchFamily="18" charset="0"/>
            </a:endParaRPr>
          </a:p>
        </p:txBody>
      </p:sp>
      <p:sp>
        <p:nvSpPr>
          <p:cNvPr id="14342" name="Content Placeholder 3"/>
          <p:cNvSpPr>
            <a:spLocks noGrp="1"/>
          </p:cNvSpPr>
          <p:nvPr>
            <p:ph sz="half" idx="2"/>
          </p:nvPr>
        </p:nvSpPr>
        <p:spPr>
          <a:xfrm>
            <a:off x="5276850" y="1524000"/>
            <a:ext cx="3657600" cy="4664075"/>
          </a:xfrm>
        </p:spPr>
        <p:txBody>
          <a:bodyPr/>
          <a:lstStyle/>
          <a:p>
            <a:r>
              <a:rPr lang="en-AU" sz="2000" smtClean="0">
                <a:latin typeface="Times New Roman" pitchFamily="18" charset="0"/>
                <a:cs typeface="Times New Roman" pitchFamily="18" charset="0"/>
              </a:rPr>
              <a:t>Sơ đồ mạch</a:t>
            </a:r>
          </a:p>
          <a:p>
            <a:endParaRPr lang="en-AU" sz="1800" smtClean="0">
              <a:latin typeface="Times New Roman" pitchFamily="18" charset="0"/>
              <a:cs typeface="Times New Roman" pitchFamily="18" charset="0"/>
            </a:endParaRPr>
          </a:p>
          <a:p>
            <a:endParaRPr lang="en-AU" sz="1800" smtClean="0">
              <a:latin typeface="Times New Roman" pitchFamily="18" charset="0"/>
              <a:cs typeface="Times New Roman" pitchFamily="18" charset="0"/>
            </a:endParaRPr>
          </a:p>
          <a:p>
            <a:endParaRPr lang="en-AU" sz="1800" smtClean="0">
              <a:latin typeface="Times New Roman" pitchFamily="18" charset="0"/>
              <a:cs typeface="Times New Roman" pitchFamily="18" charset="0"/>
            </a:endParaRPr>
          </a:p>
          <a:p>
            <a:endParaRPr lang="en-AU" sz="1800" smtClean="0">
              <a:latin typeface="Times New Roman" pitchFamily="18" charset="0"/>
              <a:cs typeface="Times New Roman" pitchFamily="18" charset="0"/>
            </a:endParaRPr>
          </a:p>
          <a:p>
            <a:endParaRPr lang="en-AU" sz="1800" smtClean="0">
              <a:latin typeface="Times New Roman" pitchFamily="18" charset="0"/>
              <a:cs typeface="Times New Roman" pitchFamily="18" charset="0"/>
            </a:endParaRPr>
          </a:p>
          <a:p>
            <a:r>
              <a:rPr lang="en-AU" sz="1800" smtClean="0">
                <a:latin typeface="Times New Roman" pitchFamily="18" charset="0"/>
                <a:cs typeface="Times New Roman" pitchFamily="18" charset="0"/>
              </a:rPr>
              <a:t>Nếu KĐTT là lý tưởng sẽ có:</a:t>
            </a:r>
          </a:p>
          <a:p>
            <a:pPr>
              <a:buFont typeface="Wingdings 2" pitchFamily="18" charset="2"/>
              <a:buNone/>
            </a:pPr>
            <a:r>
              <a:rPr lang="en-AU" sz="1800" smtClean="0">
                <a:latin typeface="Times New Roman" pitchFamily="18" charset="0"/>
                <a:cs typeface="Times New Roman" pitchFamily="18" charset="0"/>
              </a:rPr>
              <a:t>	I</a:t>
            </a:r>
            <a:r>
              <a:rPr lang="en-AU" sz="1800" baseline="-25000" smtClean="0">
                <a:latin typeface="Times New Roman" pitchFamily="18" charset="0"/>
                <a:cs typeface="Times New Roman" pitchFamily="18" charset="0"/>
              </a:rPr>
              <a:t>D</a:t>
            </a:r>
            <a:r>
              <a:rPr lang="en-AU" sz="1800" smtClean="0">
                <a:latin typeface="Times New Roman" pitchFamily="18" charset="0"/>
                <a:cs typeface="Times New Roman" pitchFamily="18" charset="0"/>
              </a:rPr>
              <a:t> = U</a:t>
            </a:r>
            <a:r>
              <a:rPr lang="en-AU" sz="1800" baseline="-25000" smtClean="0">
                <a:latin typeface="Times New Roman" pitchFamily="18" charset="0"/>
                <a:cs typeface="Times New Roman" pitchFamily="18" charset="0"/>
              </a:rPr>
              <a:t>v</a:t>
            </a:r>
            <a:r>
              <a:rPr lang="en-AU" sz="1800" smtClean="0">
                <a:latin typeface="Times New Roman" pitchFamily="18" charset="0"/>
                <a:cs typeface="Times New Roman" pitchFamily="18" charset="0"/>
              </a:rPr>
              <a:t> /R và U</a:t>
            </a:r>
            <a:r>
              <a:rPr lang="en-AU" sz="1800" baseline="-25000" smtClean="0">
                <a:latin typeface="Times New Roman" pitchFamily="18" charset="0"/>
                <a:cs typeface="Times New Roman" pitchFamily="18" charset="0"/>
              </a:rPr>
              <a:t>ra</a:t>
            </a:r>
            <a:r>
              <a:rPr lang="en-AU" sz="1800" smtClean="0">
                <a:latin typeface="Times New Roman" pitchFamily="18" charset="0"/>
                <a:cs typeface="Times New Roman" pitchFamily="18" charset="0"/>
              </a:rPr>
              <a:t> = -U</a:t>
            </a:r>
            <a:r>
              <a:rPr lang="en-AU" sz="1800" baseline="-25000" smtClean="0">
                <a:latin typeface="Times New Roman" pitchFamily="18" charset="0"/>
                <a:cs typeface="Times New Roman" pitchFamily="18" charset="0"/>
              </a:rPr>
              <a:t>AK </a:t>
            </a:r>
          </a:p>
          <a:p>
            <a:pPr>
              <a:buFont typeface="Wingdings 2" pitchFamily="18" charset="2"/>
              <a:buNone/>
            </a:pPr>
            <a:r>
              <a:rPr lang="en-AU" sz="1800" baseline="-25000" smtClean="0">
                <a:latin typeface="Times New Roman" pitchFamily="18" charset="0"/>
                <a:cs typeface="Times New Roman" pitchFamily="18" charset="0"/>
              </a:rPr>
              <a:t>	</a:t>
            </a:r>
            <a:r>
              <a:rPr lang="en-AU" sz="1800" smtClean="0">
                <a:latin typeface="Times New Roman" pitchFamily="18" charset="0"/>
                <a:cs typeface="Times New Roman" pitchFamily="18" charset="0"/>
              </a:rPr>
              <a:t> </a:t>
            </a:r>
            <a:r>
              <a:rPr lang="en-AU" sz="1800" smtClean="0">
                <a:latin typeface="Times New Roman" pitchFamily="18" charset="0"/>
                <a:cs typeface="Times New Roman" pitchFamily="18" charset="0"/>
                <a:sym typeface="Wingdings" pitchFamily="2" charset="2"/>
              </a:rPr>
              <a:t></a:t>
            </a:r>
            <a:r>
              <a:rPr lang="en-AU" sz="1800" smtClean="0">
                <a:latin typeface="Times New Roman" pitchFamily="18" charset="0"/>
                <a:cs typeface="Times New Roman" pitchFamily="18" charset="0"/>
              </a:rPr>
              <a:t> U</a:t>
            </a:r>
            <a:r>
              <a:rPr lang="en-AU" sz="1800" baseline="-25000" smtClean="0">
                <a:latin typeface="Times New Roman" pitchFamily="18" charset="0"/>
                <a:cs typeface="Times New Roman" pitchFamily="18" charset="0"/>
              </a:rPr>
              <a:t>ra</a:t>
            </a:r>
            <a:r>
              <a:rPr lang="en-AU" sz="1800" smtClean="0">
                <a:latin typeface="Times New Roman" pitchFamily="18" charset="0"/>
                <a:cs typeface="Times New Roman" pitchFamily="18" charset="0"/>
              </a:rPr>
              <a:t> = -mU</a:t>
            </a:r>
            <a:r>
              <a:rPr lang="en-AU" sz="1800" baseline="-25000" smtClean="0">
                <a:latin typeface="Times New Roman" pitchFamily="18" charset="0"/>
                <a:cs typeface="Times New Roman" pitchFamily="18" charset="0"/>
              </a:rPr>
              <a:t>­T</a:t>
            </a:r>
            <a:r>
              <a:rPr lang="en-AU" sz="1800" smtClean="0">
                <a:latin typeface="Times New Roman" pitchFamily="18" charset="0"/>
                <a:cs typeface="Times New Roman" pitchFamily="18" charset="0"/>
              </a:rPr>
              <a:t>.ln(U</a:t>
            </a:r>
            <a:r>
              <a:rPr lang="en-AU" sz="1800" baseline="-25000" smtClean="0">
                <a:latin typeface="Times New Roman" pitchFamily="18" charset="0"/>
                <a:cs typeface="Times New Roman" pitchFamily="18" charset="0"/>
              </a:rPr>
              <a:t>v</a:t>
            </a:r>
            <a:r>
              <a:rPr lang="en-AU" sz="1800" smtClean="0">
                <a:latin typeface="Times New Roman" pitchFamily="18" charset="0"/>
                <a:cs typeface="Times New Roman" pitchFamily="18" charset="0"/>
              </a:rPr>
              <a:t> /I</a:t>
            </a:r>
            <a:r>
              <a:rPr lang="en-AU" sz="1800" baseline="-25000" smtClean="0">
                <a:latin typeface="Times New Roman" pitchFamily="18" charset="0"/>
                <a:cs typeface="Times New Roman" pitchFamily="18" charset="0"/>
              </a:rPr>
              <a:t>S</a:t>
            </a:r>
            <a:r>
              <a:rPr lang="en-AU" sz="1800" smtClean="0">
                <a:latin typeface="Times New Roman" pitchFamily="18" charset="0"/>
                <a:cs typeface="Times New Roman" pitchFamily="18" charset="0"/>
              </a:rPr>
              <a:t>.R)</a:t>
            </a:r>
          </a:p>
          <a:p>
            <a:r>
              <a:rPr lang="en-AU" sz="1800" smtClean="0">
                <a:latin typeface="Times New Roman" pitchFamily="18" charset="0"/>
                <a:cs typeface="Times New Roman" pitchFamily="18" charset="0"/>
              </a:rPr>
              <a:t>Có thể thay diode bằng transistor mắc kiểu diode sẽ loại trừ được hệ số m và mở rộng phạm vi làm việc của mạch.</a:t>
            </a:r>
          </a:p>
          <a:p>
            <a:pPr algn="ctr">
              <a:buFont typeface="Wingdings 2" pitchFamily="18" charset="2"/>
              <a:buNone/>
            </a:pPr>
            <a:r>
              <a:rPr lang="en-AU" sz="1800" smtClean="0">
                <a:latin typeface="Times New Roman" pitchFamily="18" charset="0"/>
                <a:cs typeface="Times New Roman" pitchFamily="18" charset="0"/>
              </a:rPr>
              <a:t>U</a:t>
            </a:r>
            <a:r>
              <a:rPr lang="en-AU" sz="1800" baseline="-25000" smtClean="0">
                <a:latin typeface="Times New Roman" pitchFamily="18" charset="0"/>
                <a:cs typeface="Times New Roman" pitchFamily="18" charset="0"/>
              </a:rPr>
              <a:t>r</a:t>
            </a:r>
            <a:r>
              <a:rPr lang="en-AU" sz="1800" smtClean="0">
                <a:latin typeface="Times New Roman" pitchFamily="18" charset="0"/>
                <a:cs typeface="Times New Roman" pitchFamily="18" charset="0"/>
              </a:rPr>
              <a:t> = -U</a:t>
            </a:r>
            <a:r>
              <a:rPr lang="en-AU" sz="1800" baseline="-25000" smtClean="0">
                <a:latin typeface="Times New Roman" pitchFamily="18" charset="0"/>
                <a:cs typeface="Times New Roman" pitchFamily="18" charset="0"/>
              </a:rPr>
              <a:t>BE</a:t>
            </a:r>
            <a:r>
              <a:rPr lang="en-AU" sz="1800" smtClean="0">
                <a:latin typeface="Times New Roman" pitchFamily="18" charset="0"/>
                <a:cs typeface="Times New Roman" pitchFamily="18" charset="0"/>
              </a:rPr>
              <a:t> = - U</a:t>
            </a:r>
            <a:r>
              <a:rPr lang="en-AU" sz="1800" baseline="-25000" smtClean="0">
                <a:latin typeface="Times New Roman" pitchFamily="18" charset="0"/>
                <a:cs typeface="Times New Roman" pitchFamily="18" charset="0"/>
              </a:rPr>
              <a:t>T</a:t>
            </a:r>
            <a:r>
              <a:rPr lang="en-AU" sz="1800" smtClean="0">
                <a:latin typeface="Times New Roman" pitchFamily="18" charset="0"/>
                <a:cs typeface="Times New Roman" pitchFamily="18" charset="0"/>
              </a:rPr>
              <a:t>ln(U</a:t>
            </a:r>
            <a:r>
              <a:rPr lang="en-AU" sz="1800" baseline="-25000" smtClean="0">
                <a:latin typeface="Times New Roman" pitchFamily="18" charset="0"/>
                <a:cs typeface="Times New Roman" pitchFamily="18" charset="0"/>
              </a:rPr>
              <a:t>v</a:t>
            </a:r>
            <a:r>
              <a:rPr lang="en-AU" sz="1800" smtClean="0">
                <a:latin typeface="Times New Roman" pitchFamily="18" charset="0"/>
                <a:cs typeface="Times New Roman" pitchFamily="18" charset="0"/>
              </a:rPr>
              <a:t> /I</a:t>
            </a:r>
            <a:r>
              <a:rPr lang="en-AU" sz="1800" baseline="-25000" smtClean="0">
                <a:latin typeface="Times New Roman" pitchFamily="18" charset="0"/>
                <a:cs typeface="Times New Roman" pitchFamily="18" charset="0"/>
              </a:rPr>
              <a:t>S</a:t>
            </a:r>
            <a:r>
              <a:rPr lang="en-AU" sz="1800" smtClean="0">
                <a:latin typeface="Times New Roman" pitchFamily="18" charset="0"/>
                <a:cs typeface="Times New Roman" pitchFamily="18" charset="0"/>
              </a:rPr>
              <a:t>.R)</a:t>
            </a:r>
          </a:p>
          <a:p>
            <a:endParaRPr lang="en-AU" sz="1800" smtClean="0">
              <a:latin typeface="Times New Roman" pitchFamily="18" charset="0"/>
              <a:cs typeface="Times New Roman" pitchFamily="18" charset="0"/>
            </a:endParaRPr>
          </a:p>
        </p:txBody>
      </p:sp>
      <p:sp>
        <p:nvSpPr>
          <p:cNvPr id="14343"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AU"/>
          </a:p>
        </p:txBody>
      </p:sp>
      <p:graphicFrame>
        <p:nvGraphicFramePr>
          <p:cNvPr id="14338" name="Object 1"/>
          <p:cNvGraphicFramePr>
            <a:graphicFrameLocks noChangeAspect="1"/>
          </p:cNvGraphicFramePr>
          <p:nvPr/>
        </p:nvGraphicFramePr>
        <p:xfrm>
          <a:off x="2286000" y="2590800"/>
          <a:ext cx="1874838" cy="609600"/>
        </p:xfrm>
        <a:graphic>
          <a:graphicData uri="http://schemas.openxmlformats.org/presentationml/2006/ole">
            <mc:AlternateContent xmlns:mc="http://schemas.openxmlformats.org/markup-compatibility/2006">
              <mc:Choice xmlns:v="urn:schemas-microsoft-com:vml" Requires="v">
                <p:oleObj spid="_x0000_s14388" name="Equation" r:id="rId3" imgW="1168400" imgH="381000" progId="Equation.3">
                  <p:embed/>
                </p:oleObj>
              </mc:Choice>
              <mc:Fallback>
                <p:oleObj name="Equation" r:id="rId3" imgW="1168400" imgH="38100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2590800"/>
                        <a:ext cx="1874838"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44"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AU"/>
          </a:p>
        </p:txBody>
      </p:sp>
      <p:graphicFrame>
        <p:nvGraphicFramePr>
          <p:cNvPr id="14339" name="Object 3"/>
          <p:cNvGraphicFramePr>
            <a:graphicFrameLocks noChangeAspect="1"/>
          </p:cNvGraphicFramePr>
          <p:nvPr/>
        </p:nvGraphicFramePr>
        <p:xfrm>
          <a:off x="1676400" y="3962400"/>
          <a:ext cx="3384550" cy="762000"/>
        </p:xfrm>
        <a:graphic>
          <a:graphicData uri="http://schemas.openxmlformats.org/presentationml/2006/ole">
            <mc:AlternateContent xmlns:mc="http://schemas.openxmlformats.org/markup-compatibility/2006">
              <mc:Choice xmlns:v="urn:schemas-microsoft-com:vml" Requires="v">
                <p:oleObj spid="_x0000_s14389" name="Equation" r:id="rId5" imgW="2197100" imgH="495300" progId="Equation.3">
                  <p:embed/>
                </p:oleObj>
              </mc:Choice>
              <mc:Fallback>
                <p:oleObj name="Equation" r:id="rId5" imgW="2197100" imgH="4953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6400" y="3962400"/>
                        <a:ext cx="3384550"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4345"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81500" y="1943100"/>
            <a:ext cx="4838700"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304800"/>
            <a:ext cx="7499350" cy="655638"/>
          </a:xfrm>
        </p:spPr>
        <p:txBody>
          <a:bodyPr/>
          <a:lstStyle/>
          <a:p>
            <a:pPr algn="ctr">
              <a:defRPr/>
            </a:pPr>
            <a:r>
              <a:rPr lang="en-AU" sz="3600" i="1" dirty="0" err="1" smtClean="0">
                <a:latin typeface="Constantia" pitchFamily="18" charset="0"/>
              </a:rPr>
              <a:t>Mạch</a:t>
            </a:r>
            <a:r>
              <a:rPr lang="en-AU" sz="3600" i="1" dirty="0" smtClean="0">
                <a:latin typeface="Constantia" pitchFamily="18" charset="0"/>
              </a:rPr>
              <a:t> </a:t>
            </a:r>
            <a:r>
              <a:rPr lang="en-AU" sz="3600" i="1" dirty="0" err="1" smtClean="0">
                <a:latin typeface="Constantia" pitchFamily="18" charset="0"/>
              </a:rPr>
              <a:t>đối</a:t>
            </a:r>
            <a:r>
              <a:rPr lang="en-AU" sz="3600" i="1" dirty="0" smtClean="0">
                <a:latin typeface="Constantia" pitchFamily="18" charset="0"/>
              </a:rPr>
              <a:t> </a:t>
            </a:r>
            <a:r>
              <a:rPr lang="en-AU" sz="3600" i="1" dirty="0" err="1" smtClean="0">
                <a:latin typeface="Constantia" pitchFamily="18" charset="0"/>
              </a:rPr>
              <a:t>loga</a:t>
            </a:r>
            <a:r>
              <a:rPr lang="en-AU" sz="3600" i="1" dirty="0" smtClean="0">
                <a:latin typeface="Constantia" pitchFamily="18" charset="0"/>
              </a:rPr>
              <a:t> (</a:t>
            </a:r>
            <a:r>
              <a:rPr lang="en-AU" sz="3600" i="1" dirty="0" err="1" smtClean="0">
                <a:latin typeface="Constantia" pitchFamily="18" charset="0"/>
              </a:rPr>
              <a:t>hàm</a:t>
            </a:r>
            <a:r>
              <a:rPr lang="en-AU" sz="3600" i="1" dirty="0" smtClean="0">
                <a:latin typeface="Constantia" pitchFamily="18" charset="0"/>
              </a:rPr>
              <a:t> </a:t>
            </a:r>
            <a:r>
              <a:rPr lang="en-AU" sz="3600" i="1" dirty="0" err="1" smtClean="0">
                <a:latin typeface="Constantia" pitchFamily="18" charset="0"/>
              </a:rPr>
              <a:t>mũ</a:t>
            </a:r>
            <a:r>
              <a:rPr lang="en-AU" sz="3600" i="1" dirty="0" smtClean="0">
                <a:latin typeface="Constantia" pitchFamily="18" charset="0"/>
              </a:rPr>
              <a:t>)</a:t>
            </a:r>
            <a:endParaRPr lang="en-AU" sz="3600" dirty="0">
              <a:latin typeface="Constantia" pitchFamily="18" charset="0"/>
            </a:endParaRPr>
          </a:p>
        </p:txBody>
      </p:sp>
      <p:sp>
        <p:nvSpPr>
          <p:cNvPr id="15365" name="Content Placeholder 2"/>
          <p:cNvSpPr>
            <a:spLocks noGrp="1"/>
          </p:cNvSpPr>
          <p:nvPr>
            <p:ph idx="1"/>
          </p:nvPr>
        </p:nvSpPr>
        <p:spPr>
          <a:xfrm>
            <a:off x="1066800" y="1066800"/>
            <a:ext cx="7867650" cy="5181600"/>
          </a:xfrm>
        </p:spPr>
        <p:txBody>
          <a:bodyPr/>
          <a:lstStyle/>
          <a:p>
            <a:r>
              <a:rPr lang="en-AU" sz="2400" smtClean="0">
                <a:latin typeface="Times New Roman" pitchFamily="18" charset="0"/>
                <a:cs typeface="Times New Roman" pitchFamily="18" charset="0"/>
              </a:rPr>
              <a:t>Mạch đối loga sử dụng các phần tử phi tuyến như diode và transistor ( tương tự mạch loga)</a:t>
            </a:r>
          </a:p>
          <a:p>
            <a:r>
              <a:rPr lang="en-AU" sz="2400" smtClean="0">
                <a:latin typeface="Times New Roman" pitchFamily="18" charset="0"/>
                <a:cs typeface="Times New Roman" pitchFamily="18" charset="0"/>
              </a:rPr>
              <a:t>Sơ đồ mạch</a:t>
            </a:r>
          </a:p>
          <a:p>
            <a:endParaRPr lang="en-AU" sz="2400" smtClean="0">
              <a:latin typeface="Times New Roman" pitchFamily="18" charset="0"/>
              <a:cs typeface="Times New Roman" pitchFamily="18" charset="0"/>
            </a:endParaRPr>
          </a:p>
          <a:p>
            <a:endParaRPr lang="en-AU" sz="2400" smtClean="0">
              <a:latin typeface="Times New Roman" pitchFamily="18" charset="0"/>
              <a:cs typeface="Times New Roman" pitchFamily="18" charset="0"/>
            </a:endParaRPr>
          </a:p>
          <a:p>
            <a:endParaRPr lang="en-AU" sz="2400" smtClean="0">
              <a:latin typeface="Times New Roman" pitchFamily="18" charset="0"/>
              <a:cs typeface="Times New Roman" pitchFamily="18" charset="0"/>
            </a:endParaRPr>
          </a:p>
          <a:p>
            <a:endParaRPr lang="en-AU" sz="2400" smtClean="0">
              <a:latin typeface="Times New Roman" pitchFamily="18" charset="0"/>
              <a:cs typeface="Times New Roman" pitchFamily="18" charset="0"/>
            </a:endParaRPr>
          </a:p>
          <a:p>
            <a:r>
              <a:rPr lang="en-AU" sz="2400" smtClean="0">
                <a:latin typeface="Times New Roman" pitchFamily="18" charset="0"/>
                <a:cs typeface="Times New Roman" pitchFamily="18" charset="0"/>
              </a:rPr>
              <a:t>Với mạch dùng diode có: </a:t>
            </a:r>
          </a:p>
          <a:p>
            <a:pPr>
              <a:buFont typeface="Wingdings 2" pitchFamily="18" charset="2"/>
              <a:buNone/>
            </a:pPr>
            <a:r>
              <a:rPr lang="en-AU" sz="2400" smtClean="0">
                <a:latin typeface="Times New Roman" pitchFamily="18" charset="0"/>
                <a:cs typeface="Times New Roman" pitchFamily="18" charset="0"/>
              </a:rPr>
              <a:t> </a:t>
            </a:r>
          </a:p>
          <a:p>
            <a:r>
              <a:rPr lang="en-AU" sz="2400" smtClean="0">
                <a:latin typeface="Times New Roman" pitchFamily="18" charset="0"/>
                <a:cs typeface="Times New Roman" pitchFamily="18" charset="0"/>
              </a:rPr>
              <a:t>Với mạch dùng transistor có: </a:t>
            </a:r>
          </a:p>
          <a:p>
            <a:pPr>
              <a:buFont typeface="Wingdings 2" pitchFamily="18" charset="2"/>
              <a:buNone/>
            </a:pPr>
            <a:r>
              <a:rPr lang="en-AU" sz="2400" smtClean="0">
                <a:latin typeface="Times New Roman" pitchFamily="18" charset="0"/>
                <a:cs typeface="Times New Roman" pitchFamily="18" charset="0"/>
              </a:rPr>
              <a:t> </a:t>
            </a:r>
          </a:p>
          <a:p>
            <a:endParaRPr lang="en-AU" sz="1800" smtClean="0">
              <a:latin typeface="Times New Roman" pitchFamily="18" charset="0"/>
              <a:cs typeface="Times New Roman" pitchFamily="18" charset="0"/>
            </a:endParaRPr>
          </a:p>
          <a:p>
            <a:endParaRPr lang="en-AU" sz="1800" smtClean="0">
              <a:latin typeface="Times New Roman" pitchFamily="18" charset="0"/>
              <a:cs typeface="Times New Roman" pitchFamily="18" charset="0"/>
            </a:endParaRPr>
          </a:p>
        </p:txBody>
      </p:sp>
      <p:pic>
        <p:nvPicPr>
          <p:cNvPr id="153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2209800"/>
            <a:ext cx="63373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7"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AU"/>
          </a:p>
        </p:txBody>
      </p:sp>
      <p:graphicFrame>
        <p:nvGraphicFramePr>
          <p:cNvPr id="15362" name="Object 3"/>
          <p:cNvGraphicFramePr>
            <a:graphicFrameLocks noChangeAspect="1"/>
          </p:cNvGraphicFramePr>
          <p:nvPr/>
        </p:nvGraphicFramePr>
        <p:xfrm>
          <a:off x="5105400" y="3962400"/>
          <a:ext cx="1676400" cy="593725"/>
        </p:xfrm>
        <a:graphic>
          <a:graphicData uri="http://schemas.openxmlformats.org/presentationml/2006/ole">
            <mc:AlternateContent xmlns:mc="http://schemas.openxmlformats.org/markup-compatibility/2006">
              <mc:Choice xmlns:v="urn:schemas-microsoft-com:vml" Requires="v">
                <p:oleObj spid="_x0000_s15411" name="Equation" r:id="rId4" imgW="1079032" imgH="380835" progId="Equation.3">
                  <p:embed/>
                </p:oleObj>
              </mc:Choice>
              <mc:Fallback>
                <p:oleObj name="Equation" r:id="rId4" imgW="1079032" imgH="380835"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5400" y="3962400"/>
                        <a:ext cx="1676400" cy="593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68"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AU"/>
          </a:p>
        </p:txBody>
      </p:sp>
      <p:graphicFrame>
        <p:nvGraphicFramePr>
          <p:cNvPr id="15363" name="Object 5"/>
          <p:cNvGraphicFramePr>
            <a:graphicFrameLocks noChangeAspect="1"/>
          </p:cNvGraphicFramePr>
          <p:nvPr/>
        </p:nvGraphicFramePr>
        <p:xfrm>
          <a:off x="5334000" y="4876800"/>
          <a:ext cx="1447800" cy="557213"/>
        </p:xfrm>
        <a:graphic>
          <a:graphicData uri="http://schemas.openxmlformats.org/presentationml/2006/ole">
            <mc:AlternateContent xmlns:mc="http://schemas.openxmlformats.org/markup-compatibility/2006">
              <mc:Choice xmlns:v="urn:schemas-microsoft-com:vml" Requires="v">
                <p:oleObj spid="_x0000_s15412" name="Equation" r:id="rId6" imgW="990170" imgH="380835" progId="Equation.3">
                  <p:embed/>
                </p:oleObj>
              </mc:Choice>
              <mc:Fallback>
                <p:oleObj name="Equation" r:id="rId6" imgW="990170" imgH="380835"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34000" y="4876800"/>
                        <a:ext cx="1447800" cy="557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100" y="457200"/>
            <a:ext cx="7499350" cy="960438"/>
          </a:xfrm>
        </p:spPr>
        <p:txBody>
          <a:bodyPr/>
          <a:lstStyle/>
          <a:p>
            <a:pPr algn="ctr">
              <a:defRPr/>
            </a:pPr>
            <a:r>
              <a:rPr lang="en-AU" sz="4000" i="1" dirty="0" err="1" smtClean="0">
                <a:latin typeface="Constantia" pitchFamily="18" charset="0"/>
              </a:rPr>
              <a:t>Mạch</a:t>
            </a:r>
            <a:r>
              <a:rPr lang="en-AU" sz="4000" i="1" dirty="0" smtClean="0">
                <a:latin typeface="Constantia" pitchFamily="18" charset="0"/>
              </a:rPr>
              <a:t> </a:t>
            </a:r>
            <a:r>
              <a:rPr lang="en-AU" sz="4000" i="1" dirty="0" err="1" smtClean="0">
                <a:latin typeface="Constantia" pitchFamily="18" charset="0"/>
              </a:rPr>
              <a:t>nhân</a:t>
            </a:r>
            <a:r>
              <a:rPr lang="en-AU" sz="4000" i="1" dirty="0" smtClean="0">
                <a:latin typeface="Constantia" pitchFamily="18" charset="0"/>
              </a:rPr>
              <a:t>/</a:t>
            </a:r>
            <a:r>
              <a:rPr lang="en-AU" sz="4000" i="1" dirty="0" err="1" smtClean="0">
                <a:latin typeface="Constantia" pitchFamily="18" charset="0"/>
              </a:rPr>
              <a:t>chia</a:t>
            </a:r>
            <a:r>
              <a:rPr lang="en-AU" sz="4000" i="1" dirty="0" smtClean="0">
                <a:latin typeface="Constantia" pitchFamily="18" charset="0"/>
              </a:rPr>
              <a:t> </a:t>
            </a:r>
            <a:r>
              <a:rPr lang="en-AU" sz="4000" i="1" dirty="0" err="1" smtClean="0">
                <a:latin typeface="Constantia" pitchFamily="18" charset="0"/>
              </a:rPr>
              <a:t>tương</a:t>
            </a:r>
            <a:r>
              <a:rPr lang="en-AU" sz="4000" i="1" dirty="0" smtClean="0">
                <a:latin typeface="Constantia" pitchFamily="18" charset="0"/>
              </a:rPr>
              <a:t> </a:t>
            </a:r>
            <a:r>
              <a:rPr lang="en-AU" sz="4000" i="1" dirty="0" err="1" smtClean="0">
                <a:latin typeface="Constantia" pitchFamily="18" charset="0"/>
              </a:rPr>
              <a:t>tự</a:t>
            </a:r>
            <a:endParaRPr lang="en-AU" sz="4000" dirty="0">
              <a:latin typeface="Constantia" pitchFamily="18" charset="0"/>
            </a:endParaRPr>
          </a:p>
        </p:txBody>
      </p:sp>
      <p:sp>
        <p:nvSpPr>
          <p:cNvPr id="16389" name="Content Placeholder 2"/>
          <p:cNvSpPr>
            <a:spLocks noGrp="1"/>
          </p:cNvSpPr>
          <p:nvPr>
            <p:ph idx="1"/>
          </p:nvPr>
        </p:nvSpPr>
        <p:spPr/>
        <p:txBody>
          <a:bodyPr/>
          <a:lstStyle/>
          <a:p>
            <a:r>
              <a:rPr lang="en-AU" sz="2400" smtClean="0">
                <a:latin typeface="Times New Roman" pitchFamily="18" charset="0"/>
                <a:cs typeface="Times New Roman" pitchFamily="18" charset="0"/>
              </a:rPr>
              <a:t>Mạch nhân (chia) tương tự được thực hiện bằng mạch khuếch đại loga và đối loga</a:t>
            </a:r>
          </a:p>
          <a:p>
            <a:r>
              <a:rPr lang="en-AU" sz="2400" smtClean="0">
                <a:latin typeface="Times New Roman" pitchFamily="18" charset="0"/>
                <a:cs typeface="Times New Roman" pitchFamily="18" charset="0"/>
              </a:rPr>
              <a:t>Sơ đồ khối mạch nhân (chia) tương tự như sau:</a:t>
            </a:r>
          </a:p>
          <a:p>
            <a:pPr>
              <a:buFont typeface="Wingdings 2" pitchFamily="18" charset="2"/>
              <a:buNone/>
            </a:pPr>
            <a:r>
              <a:rPr lang="en-AU" sz="2400" smtClean="0">
                <a:latin typeface="Times New Roman" pitchFamily="18" charset="0"/>
                <a:cs typeface="Times New Roman" pitchFamily="18" charset="0"/>
              </a:rPr>
              <a:t> </a:t>
            </a:r>
          </a:p>
          <a:p>
            <a:endParaRPr lang="en-AU" sz="2400" smtClean="0">
              <a:latin typeface="Times New Roman" pitchFamily="18" charset="0"/>
              <a:cs typeface="Times New Roman" pitchFamily="18" charset="0"/>
            </a:endParaRPr>
          </a:p>
        </p:txBody>
      </p:sp>
      <p:grpSp>
        <p:nvGrpSpPr>
          <p:cNvPr id="16390" name="Group 42"/>
          <p:cNvGrpSpPr>
            <a:grpSpLocks/>
          </p:cNvGrpSpPr>
          <p:nvPr/>
        </p:nvGrpSpPr>
        <p:grpSpPr bwMode="auto">
          <a:xfrm>
            <a:off x="1600200" y="3124200"/>
            <a:ext cx="7104063" cy="1941513"/>
            <a:chOff x="1676400" y="2619375"/>
            <a:chExt cx="7103633" cy="1941850"/>
          </a:xfrm>
        </p:grpSpPr>
        <p:cxnSp>
          <p:nvCxnSpPr>
            <p:cNvPr id="36" name="Straight Arrow Connector 35"/>
            <p:cNvCxnSpPr/>
            <p:nvPr/>
          </p:nvCxnSpPr>
          <p:spPr>
            <a:xfrm>
              <a:off x="7391054" y="3695887"/>
              <a:ext cx="761954" cy="1588"/>
            </a:xfrm>
            <a:prstGeom prst="straightConnector1">
              <a:avLst/>
            </a:pr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392" name="TextBox 4"/>
            <p:cNvSpPr txBox="1">
              <a:spLocks noChangeArrowheads="1"/>
            </p:cNvSpPr>
            <p:nvPr/>
          </p:nvSpPr>
          <p:spPr bwMode="auto">
            <a:xfrm>
              <a:off x="2667000" y="2819400"/>
              <a:ext cx="1295400" cy="46166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sz="2400">
                  <a:latin typeface="Constantia" pitchFamily="18" charset="0"/>
                </a:rPr>
                <a:t>ln</a:t>
              </a:r>
            </a:p>
          </p:txBody>
        </p:sp>
        <p:sp>
          <p:nvSpPr>
            <p:cNvPr id="16393" name="TextBox 5"/>
            <p:cNvSpPr txBox="1">
              <a:spLocks noChangeArrowheads="1"/>
            </p:cNvSpPr>
            <p:nvPr/>
          </p:nvSpPr>
          <p:spPr bwMode="auto">
            <a:xfrm>
              <a:off x="2667000" y="4099560"/>
              <a:ext cx="1295400" cy="46166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sz="2400">
                  <a:latin typeface="Constantia" pitchFamily="18" charset="0"/>
                </a:rPr>
                <a:t>ln</a:t>
              </a:r>
            </a:p>
          </p:txBody>
        </p:sp>
        <p:sp>
          <p:nvSpPr>
            <p:cNvPr id="16394" name="TextBox 6"/>
            <p:cNvSpPr txBox="1">
              <a:spLocks noChangeArrowheads="1"/>
            </p:cNvSpPr>
            <p:nvPr/>
          </p:nvSpPr>
          <p:spPr bwMode="auto">
            <a:xfrm>
              <a:off x="4171950" y="3419475"/>
              <a:ext cx="1609725" cy="54864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lnSpc>
                  <a:spcPct val="120000"/>
                </a:lnSpc>
              </a:pPr>
              <a:r>
                <a:rPr lang="en-US"/>
                <a:t>Tổng (hiệu)</a:t>
              </a:r>
            </a:p>
          </p:txBody>
        </p:sp>
        <p:cxnSp>
          <p:nvCxnSpPr>
            <p:cNvPr id="9" name="Straight Arrow Connector 8"/>
            <p:cNvCxnSpPr>
              <a:endCxn id="16392" idx="1"/>
            </p:cNvCxnSpPr>
            <p:nvPr/>
          </p:nvCxnSpPr>
          <p:spPr>
            <a:xfrm>
              <a:off x="1904986" y="3048074"/>
              <a:ext cx="761954" cy="1588"/>
            </a:xfrm>
            <a:prstGeom prst="straightConnector1">
              <a:avLst/>
            </a:pr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904986" y="4321470"/>
              <a:ext cx="761954" cy="3176"/>
            </a:xfrm>
            <a:prstGeom prst="straightConnector1">
              <a:avLst/>
            </a:pr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Elbow Connector 29"/>
            <p:cNvCxnSpPr>
              <a:stCxn id="16392" idx="3"/>
            </p:cNvCxnSpPr>
            <p:nvPr/>
          </p:nvCxnSpPr>
          <p:spPr>
            <a:xfrm>
              <a:off x="3962262" y="3049663"/>
              <a:ext cx="1006414" cy="366776"/>
            </a:xfrm>
            <a:prstGeom prst="bentConnector2">
              <a:avLst/>
            </a:pr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3" name="Shape 32"/>
            <p:cNvCxnSpPr/>
            <p:nvPr/>
          </p:nvCxnSpPr>
          <p:spPr>
            <a:xfrm flipV="1">
              <a:off x="3962262" y="3962633"/>
              <a:ext cx="1006414" cy="365188"/>
            </a:xfrm>
            <a:prstGeom prst="bentConnector2">
              <a:avLst/>
            </a:pr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5790951" y="3686360"/>
              <a:ext cx="761954" cy="1588"/>
            </a:xfrm>
            <a:prstGeom prst="straightConnector1">
              <a:avLst/>
            </a:pr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400" name="TextBox 34"/>
            <p:cNvSpPr txBox="1">
              <a:spLocks noChangeArrowheads="1"/>
            </p:cNvSpPr>
            <p:nvPr/>
          </p:nvSpPr>
          <p:spPr bwMode="auto">
            <a:xfrm>
              <a:off x="6562726" y="3505200"/>
              <a:ext cx="838200" cy="369332"/>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a:t>exp</a:t>
              </a:r>
            </a:p>
          </p:txBody>
        </p:sp>
        <p:sp>
          <p:nvSpPr>
            <p:cNvPr id="16401" name="TextBox 36"/>
            <p:cNvSpPr txBox="1">
              <a:spLocks noChangeArrowheads="1"/>
            </p:cNvSpPr>
            <p:nvPr/>
          </p:nvSpPr>
          <p:spPr bwMode="auto">
            <a:xfrm>
              <a:off x="1704975" y="2619375"/>
              <a:ext cx="609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2400">
                  <a:latin typeface="Constantia" pitchFamily="18" charset="0"/>
                </a:rPr>
                <a:t>x</a:t>
              </a:r>
              <a:r>
                <a:rPr lang="en-US" sz="2400" baseline="-25000">
                  <a:latin typeface="Constantia" pitchFamily="18" charset="0"/>
                </a:rPr>
                <a:t>1</a:t>
              </a:r>
            </a:p>
          </p:txBody>
        </p:sp>
        <p:sp>
          <p:nvSpPr>
            <p:cNvPr id="16402" name="TextBox 37"/>
            <p:cNvSpPr txBox="1">
              <a:spLocks noChangeArrowheads="1"/>
            </p:cNvSpPr>
            <p:nvPr/>
          </p:nvSpPr>
          <p:spPr bwMode="auto">
            <a:xfrm>
              <a:off x="1676400" y="3886200"/>
              <a:ext cx="609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2400">
                  <a:latin typeface="Constantia" pitchFamily="18" charset="0"/>
                </a:rPr>
                <a:t>x</a:t>
              </a:r>
              <a:r>
                <a:rPr lang="en-US" sz="2400" baseline="-25000">
                  <a:latin typeface="Constantia" pitchFamily="18" charset="0"/>
                </a:rPr>
                <a:t>2</a:t>
              </a:r>
            </a:p>
          </p:txBody>
        </p:sp>
        <p:graphicFrame>
          <p:nvGraphicFramePr>
            <p:cNvPr id="16386" name="Object 5"/>
            <p:cNvGraphicFramePr>
              <a:graphicFrameLocks noChangeAspect="1"/>
            </p:cNvGraphicFramePr>
            <p:nvPr/>
          </p:nvGraphicFramePr>
          <p:xfrm>
            <a:off x="7467600" y="3200400"/>
            <a:ext cx="1312433" cy="365760"/>
          </p:xfrm>
          <a:graphic>
            <a:graphicData uri="http://schemas.openxmlformats.org/presentationml/2006/ole">
              <mc:AlternateContent xmlns:mc="http://schemas.openxmlformats.org/markup-compatibility/2006">
                <mc:Choice xmlns:v="urn:schemas-microsoft-com:vml" Requires="v">
                  <p:oleObj spid="_x0000_s16445" name="Equation" r:id="rId3" imgW="774360" imgH="215640" progId="Equation.3">
                    <p:embed/>
                  </p:oleObj>
                </mc:Choice>
                <mc:Fallback>
                  <p:oleObj name="Equation" r:id="rId3" imgW="774360" imgH="21564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67600" y="3200400"/>
                          <a:ext cx="1312433" cy="3657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7" name="Object 6"/>
            <p:cNvGraphicFramePr>
              <a:graphicFrameLocks noChangeAspect="1"/>
            </p:cNvGraphicFramePr>
            <p:nvPr/>
          </p:nvGraphicFramePr>
          <p:xfrm>
            <a:off x="7543800" y="3810000"/>
            <a:ext cx="1054100" cy="730250"/>
          </p:xfrm>
          <a:graphic>
            <a:graphicData uri="http://schemas.openxmlformats.org/presentationml/2006/ole">
              <mc:AlternateContent xmlns:mc="http://schemas.openxmlformats.org/markup-compatibility/2006">
                <mc:Choice xmlns:v="urn:schemas-microsoft-com:vml" Requires="v">
                  <p:oleObj spid="_x0000_s16446" name="Equation" r:id="rId5" imgW="622080" imgH="431640" progId="Equation.3">
                    <p:embed/>
                  </p:oleObj>
                </mc:Choice>
                <mc:Fallback>
                  <p:oleObj name="Equation" r:id="rId5" imgW="622080" imgH="43164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43800" y="3810000"/>
                          <a:ext cx="1054100" cy="730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100" y="274638"/>
            <a:ext cx="7499350" cy="487362"/>
          </a:xfrm>
        </p:spPr>
        <p:txBody>
          <a:bodyPr>
            <a:normAutofit fontScale="90000"/>
          </a:bodyPr>
          <a:lstStyle/>
          <a:p>
            <a:pPr algn="ctr">
              <a:defRPr/>
            </a:pPr>
            <a:r>
              <a:rPr lang="en-AU" sz="4400" i="1" dirty="0" err="1" smtClean="0">
                <a:latin typeface="Times New Roman" pitchFamily="18" charset="0"/>
                <a:cs typeface="Times New Roman" pitchFamily="18" charset="0"/>
              </a:rPr>
              <a:t>Phần</a:t>
            </a:r>
            <a:r>
              <a:rPr lang="en-AU" sz="4400" i="1" dirty="0" smtClean="0">
                <a:latin typeface="Times New Roman" pitchFamily="18" charset="0"/>
                <a:cs typeface="Times New Roman" pitchFamily="18" charset="0"/>
              </a:rPr>
              <a:t> </a:t>
            </a:r>
            <a:r>
              <a:rPr lang="en-AU" sz="4400" i="1" dirty="0" err="1" smtClean="0">
                <a:latin typeface="Times New Roman" pitchFamily="18" charset="0"/>
                <a:cs typeface="Times New Roman" pitchFamily="18" charset="0"/>
              </a:rPr>
              <a:t>bài</a:t>
            </a:r>
            <a:r>
              <a:rPr lang="en-AU" sz="4400" i="1" dirty="0" smtClean="0">
                <a:latin typeface="Times New Roman" pitchFamily="18" charset="0"/>
                <a:cs typeface="Times New Roman" pitchFamily="18" charset="0"/>
              </a:rPr>
              <a:t> </a:t>
            </a:r>
            <a:r>
              <a:rPr lang="en-AU" sz="4400" i="1" dirty="0" err="1" smtClean="0">
                <a:latin typeface="Times New Roman" pitchFamily="18" charset="0"/>
                <a:cs typeface="Times New Roman" pitchFamily="18" charset="0"/>
              </a:rPr>
              <a:t>tập</a:t>
            </a:r>
            <a:endParaRPr lang="en-AU" dirty="0"/>
          </a:p>
        </p:txBody>
      </p:sp>
      <p:sp>
        <p:nvSpPr>
          <p:cNvPr id="17412" name="Content Placeholder 2"/>
          <p:cNvSpPr>
            <a:spLocks noGrp="1"/>
          </p:cNvSpPr>
          <p:nvPr>
            <p:ph idx="1"/>
          </p:nvPr>
        </p:nvSpPr>
        <p:spPr>
          <a:xfrm>
            <a:off x="1066800" y="838200"/>
            <a:ext cx="7867650" cy="6019800"/>
          </a:xfrm>
        </p:spPr>
        <p:txBody>
          <a:bodyPr/>
          <a:lstStyle/>
          <a:p>
            <a:r>
              <a:rPr lang="en-AU" sz="1800" i="1" u="sng" smtClean="0">
                <a:latin typeface="Times New Roman" pitchFamily="18" charset="0"/>
                <a:cs typeface="Times New Roman" pitchFamily="18" charset="0"/>
              </a:rPr>
              <a:t>Bài toán thuận: </a:t>
            </a:r>
            <a:r>
              <a:rPr lang="en-AU" sz="1800" smtClean="0">
                <a:latin typeface="Times New Roman" pitchFamily="18" charset="0"/>
                <a:cs typeface="Times New Roman" pitchFamily="18" charset="0"/>
              </a:rPr>
              <a:t>Phân tích một mạch KĐTT được thực hiện như sau:</a:t>
            </a:r>
            <a:endParaRPr lang="en-AU" sz="1800" b="1" smtClean="0">
              <a:latin typeface="Times New Roman" pitchFamily="18" charset="0"/>
              <a:cs typeface="Times New Roman" pitchFamily="18" charset="0"/>
            </a:endParaRPr>
          </a:p>
          <a:p>
            <a:pPr lvl="1"/>
            <a:r>
              <a:rPr lang="en-AU" sz="1800" smtClean="0">
                <a:latin typeface="Times New Roman" pitchFamily="18" charset="0"/>
                <a:cs typeface="Times New Roman" pitchFamily="18" charset="0"/>
              </a:rPr>
              <a:t>Viết phương trình KCL cho nút N để tìm V</a:t>
            </a:r>
            <a:r>
              <a:rPr lang="en-AU" sz="1800" baseline="-25000" smtClean="0">
                <a:latin typeface="Times New Roman" pitchFamily="18" charset="0"/>
                <a:cs typeface="Times New Roman" pitchFamily="18" charset="0"/>
              </a:rPr>
              <a:t>N </a:t>
            </a:r>
            <a:r>
              <a:rPr lang="en-AU" sz="1800" smtClean="0">
                <a:latin typeface="Times New Roman" pitchFamily="18" charset="0"/>
                <a:cs typeface="Times New Roman" pitchFamily="18" charset="0"/>
              </a:rPr>
              <a:t>theo các nguồn đầu vào đảo </a:t>
            </a:r>
          </a:p>
          <a:p>
            <a:pPr lvl="1"/>
            <a:r>
              <a:rPr lang="en-AU" sz="1800" smtClean="0">
                <a:latin typeface="Times New Roman" pitchFamily="18" charset="0"/>
                <a:cs typeface="Times New Roman" pitchFamily="18" charset="0"/>
              </a:rPr>
              <a:t>Viết phương trình KCL cho nút P để tìm V</a:t>
            </a:r>
            <a:r>
              <a:rPr lang="en-AU" sz="1800" baseline="-25000" smtClean="0">
                <a:latin typeface="Times New Roman" pitchFamily="18" charset="0"/>
                <a:cs typeface="Times New Roman" pitchFamily="18" charset="0"/>
              </a:rPr>
              <a:t>P </a:t>
            </a:r>
            <a:r>
              <a:rPr lang="en-AU" sz="1800" smtClean="0">
                <a:latin typeface="Times New Roman" pitchFamily="18" charset="0"/>
                <a:cs typeface="Times New Roman" pitchFamily="18" charset="0"/>
              </a:rPr>
              <a:t>theo các nguồn đầu vào thuận </a:t>
            </a:r>
          </a:p>
          <a:p>
            <a:pPr lvl="1"/>
            <a:r>
              <a:rPr lang="en-AU" sz="1800" smtClean="0">
                <a:latin typeface="Times New Roman" pitchFamily="18" charset="0"/>
                <a:cs typeface="Times New Roman" pitchFamily="18" charset="0"/>
              </a:rPr>
              <a:t>Cho V</a:t>
            </a:r>
            <a:r>
              <a:rPr lang="en-AU" sz="1800" baseline="-25000" smtClean="0">
                <a:latin typeface="Times New Roman" pitchFamily="18" charset="0"/>
                <a:cs typeface="Times New Roman" pitchFamily="18" charset="0"/>
              </a:rPr>
              <a:t>P </a:t>
            </a:r>
            <a:r>
              <a:rPr lang="en-AU" sz="1800" smtClean="0">
                <a:latin typeface="Times New Roman" pitchFamily="18" charset="0"/>
                <a:cs typeface="Times New Roman" pitchFamily="18" charset="0"/>
              </a:rPr>
              <a:t>= V</a:t>
            </a:r>
            <a:r>
              <a:rPr lang="en-AU" sz="1800" baseline="-25000" smtClean="0">
                <a:latin typeface="Times New Roman" pitchFamily="18" charset="0"/>
                <a:cs typeface="Times New Roman" pitchFamily="18" charset="0"/>
              </a:rPr>
              <a:t>N </a:t>
            </a:r>
            <a:r>
              <a:rPr lang="en-AU" sz="1800" smtClean="0">
                <a:latin typeface="Times New Roman" pitchFamily="18" charset="0"/>
                <a:cs typeface="Times New Roman" pitchFamily="18" charset="0"/>
              </a:rPr>
              <a:t>để tìm dạng điện áp đầu ra theo các điện áp đầu vào </a:t>
            </a:r>
          </a:p>
          <a:p>
            <a:pPr lvl="1"/>
            <a:r>
              <a:rPr lang="en-AU" sz="1800" i="1" smtClean="0">
                <a:latin typeface="Times New Roman" pitchFamily="18" charset="0"/>
                <a:cs typeface="Times New Roman" pitchFamily="18" charset="0"/>
              </a:rPr>
              <a:t>Chú ý: </a:t>
            </a:r>
            <a:r>
              <a:rPr lang="en-AU" sz="1800" smtClean="0">
                <a:latin typeface="Times New Roman" pitchFamily="18" charset="0"/>
                <a:cs typeface="Times New Roman" pitchFamily="18" charset="0"/>
              </a:rPr>
              <a:t>Bước 1 và 2 được thực hiện với giả thiết dòng vào các cửa của bộ KĐTT bằng không.  </a:t>
            </a:r>
          </a:p>
          <a:p>
            <a:r>
              <a:rPr lang="en-AU" sz="1800" i="1" u="sng" smtClean="0">
                <a:latin typeface="Times New Roman" pitchFamily="18" charset="0"/>
                <a:cs typeface="Times New Roman" pitchFamily="18" charset="0"/>
              </a:rPr>
              <a:t>Bài toán ngược:</a:t>
            </a:r>
            <a:r>
              <a:rPr lang="en-AU" sz="1800" smtClean="0">
                <a:latin typeface="Times New Roman" pitchFamily="18" charset="0"/>
                <a:cs typeface="Times New Roman" pitchFamily="18" charset="0"/>
              </a:rPr>
              <a:t>Thiết kế một mạch KĐTT có phương trình: </a:t>
            </a:r>
          </a:p>
          <a:p>
            <a:pPr algn="ctr">
              <a:buFont typeface="Wingdings 2" pitchFamily="18" charset="2"/>
              <a:buNone/>
            </a:pPr>
            <a:endParaRPr lang="en-AU" sz="1800" smtClean="0">
              <a:latin typeface="Times New Roman" pitchFamily="18" charset="0"/>
              <a:cs typeface="Times New Roman" pitchFamily="18" charset="0"/>
            </a:endParaRPr>
          </a:p>
          <a:p>
            <a:pPr lvl="1">
              <a:buFont typeface="Verdana" pitchFamily="34" charset="0"/>
              <a:buNone/>
            </a:pPr>
            <a:r>
              <a:rPr lang="en-AU" sz="1800" smtClean="0">
                <a:latin typeface="Times New Roman" pitchFamily="18" charset="0"/>
                <a:cs typeface="Times New Roman" pitchFamily="18" charset="0"/>
              </a:rPr>
              <a:t> </a:t>
            </a:r>
            <a:endParaRPr lang="en-AU" sz="1800" b="1" smtClean="0">
              <a:latin typeface="Times New Roman" pitchFamily="18" charset="0"/>
              <a:cs typeface="Times New Roman" pitchFamily="18" charset="0"/>
            </a:endParaRPr>
          </a:p>
          <a:p>
            <a:endParaRPr lang="en-AU" sz="1800" smtClean="0">
              <a:latin typeface="Times New Roman" pitchFamily="18" charset="0"/>
              <a:cs typeface="Times New Roman" pitchFamily="18" charset="0"/>
            </a:endParaRPr>
          </a:p>
        </p:txBody>
      </p:sp>
      <p:graphicFrame>
        <p:nvGraphicFramePr>
          <p:cNvPr id="17410" name="Object 5"/>
          <p:cNvGraphicFramePr>
            <a:graphicFrameLocks noChangeAspect="1"/>
          </p:cNvGraphicFramePr>
          <p:nvPr>
            <p:extLst>
              <p:ext uri="{D42A27DB-BD31-4B8C-83A1-F6EECF244321}">
                <p14:modId xmlns:p14="http://schemas.microsoft.com/office/powerpoint/2010/main" val="1612253793"/>
              </p:ext>
            </p:extLst>
          </p:nvPr>
        </p:nvGraphicFramePr>
        <p:xfrm>
          <a:off x="985837" y="3597275"/>
          <a:ext cx="5262563" cy="365125"/>
        </p:xfrm>
        <a:graphic>
          <a:graphicData uri="http://schemas.openxmlformats.org/presentationml/2006/ole">
            <mc:AlternateContent xmlns:mc="http://schemas.openxmlformats.org/markup-compatibility/2006">
              <mc:Choice xmlns:v="urn:schemas-microsoft-com:vml" Requires="v">
                <p:oleObj spid="_x0000_s17436" name="Equation" r:id="rId3" imgW="3288960" imgH="228600" progId="Equation.3">
                  <p:embed/>
                </p:oleObj>
              </mc:Choice>
              <mc:Fallback>
                <p:oleObj name="Equation" r:id="rId3" imgW="3288960" imgH="2286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5837" y="3597275"/>
                        <a:ext cx="5262563"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7413"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32525" y="3114675"/>
            <a:ext cx="2835275" cy="351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4" name="TextBox 7"/>
          <p:cNvSpPr txBox="1">
            <a:spLocks noChangeArrowheads="1"/>
          </p:cNvSpPr>
          <p:nvPr/>
        </p:nvSpPr>
        <p:spPr bwMode="auto">
          <a:xfrm>
            <a:off x="1371600" y="4191000"/>
            <a:ext cx="4800600"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eaLnBrk="0" hangingPunct="0">
              <a:defRPr>
                <a:solidFill>
                  <a:schemeClr val="tx1"/>
                </a:solidFill>
                <a:latin typeface="Arial" pitchFamily="34" charset="0"/>
                <a:cs typeface="Arial" pitchFamily="34" charset="0"/>
              </a:defRPr>
            </a:lvl1pPr>
            <a:lvl2pPr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lvl="1" eaLnBrk="1" hangingPunct="1">
              <a:buFont typeface="Wingdings" pitchFamily="2" charset="2"/>
              <a:buChar char="§"/>
            </a:pPr>
            <a:r>
              <a:rPr lang="en-AU">
                <a:latin typeface="Times New Roman" pitchFamily="18" charset="0"/>
                <a:cs typeface="Times New Roman" pitchFamily="18" charset="0"/>
              </a:rPr>
              <a:t>x</a:t>
            </a:r>
            <a:r>
              <a:rPr lang="en-AU" baseline="-25000">
                <a:latin typeface="Times New Roman" pitchFamily="18" charset="0"/>
                <a:cs typeface="Times New Roman" pitchFamily="18" charset="0"/>
              </a:rPr>
              <a:t>1</a:t>
            </a:r>
            <a:r>
              <a:rPr lang="en-AU">
                <a:latin typeface="Times New Roman" pitchFamily="18" charset="0"/>
                <a:cs typeface="Times New Roman" pitchFamily="18" charset="0"/>
              </a:rPr>
              <a:t>,x</a:t>
            </a:r>
            <a:r>
              <a:rPr lang="en-AU" baseline="-25000">
                <a:latin typeface="Times New Roman" pitchFamily="18" charset="0"/>
                <a:cs typeface="Times New Roman" pitchFamily="18" charset="0"/>
              </a:rPr>
              <a:t>2</a:t>
            </a:r>
            <a:r>
              <a:rPr lang="en-AU">
                <a:latin typeface="Times New Roman" pitchFamily="18" charset="0"/>
                <a:cs typeface="Times New Roman" pitchFamily="18" charset="0"/>
              </a:rPr>
              <a:t>,...,x</a:t>
            </a:r>
            <a:r>
              <a:rPr lang="en-AU" baseline="-25000">
                <a:latin typeface="Times New Roman" pitchFamily="18" charset="0"/>
                <a:cs typeface="Times New Roman" pitchFamily="18" charset="0"/>
              </a:rPr>
              <a:t>n</a:t>
            </a:r>
            <a:r>
              <a:rPr lang="en-AU">
                <a:latin typeface="Times New Roman" pitchFamily="18" charset="0"/>
                <a:cs typeface="Times New Roman" pitchFamily="18" charset="0"/>
              </a:rPr>
              <a:t> : là hệ số khuếch đại của các đầu vào không đảo</a:t>
            </a:r>
          </a:p>
          <a:p>
            <a:pPr lvl="1" eaLnBrk="1" hangingPunct="1">
              <a:buFont typeface="Wingdings" pitchFamily="2" charset="2"/>
              <a:buChar char="§"/>
            </a:pPr>
            <a:r>
              <a:rPr lang="en-AU">
                <a:latin typeface="Times New Roman" pitchFamily="18" charset="0"/>
                <a:cs typeface="Times New Roman" pitchFamily="18" charset="0"/>
              </a:rPr>
              <a:t>y</a:t>
            </a:r>
            <a:r>
              <a:rPr lang="en-AU" baseline="-25000">
                <a:latin typeface="Times New Roman" pitchFamily="18" charset="0"/>
                <a:cs typeface="Times New Roman" pitchFamily="18" charset="0"/>
              </a:rPr>
              <a:t>1</a:t>
            </a:r>
            <a:r>
              <a:rPr lang="en-AU">
                <a:latin typeface="Times New Roman" pitchFamily="18" charset="0"/>
                <a:cs typeface="Times New Roman" pitchFamily="18" charset="0"/>
              </a:rPr>
              <a:t>,y</a:t>
            </a:r>
            <a:r>
              <a:rPr lang="en-AU" baseline="-25000">
                <a:latin typeface="Times New Roman" pitchFamily="18" charset="0"/>
                <a:cs typeface="Times New Roman" pitchFamily="18" charset="0"/>
              </a:rPr>
              <a:t>2</a:t>
            </a:r>
            <a:r>
              <a:rPr lang="en-AU">
                <a:latin typeface="Times New Roman" pitchFamily="18" charset="0"/>
                <a:cs typeface="Times New Roman" pitchFamily="18" charset="0"/>
              </a:rPr>
              <a:t>,...,y</a:t>
            </a:r>
            <a:r>
              <a:rPr lang="en-AU" baseline="-25000">
                <a:latin typeface="Times New Roman" pitchFamily="18" charset="0"/>
                <a:cs typeface="Times New Roman" pitchFamily="18" charset="0"/>
              </a:rPr>
              <a:t>m</a:t>
            </a:r>
            <a:r>
              <a:rPr lang="en-AU">
                <a:latin typeface="Times New Roman" pitchFamily="18" charset="0"/>
                <a:cs typeface="Times New Roman" pitchFamily="18" charset="0"/>
              </a:rPr>
              <a:t>: là hệ số khuếch đại của các đầu vào </a:t>
            </a:r>
            <a:r>
              <a:rPr lang="en-AU" sz="1400">
                <a:latin typeface="Times New Roman" pitchFamily="18" charset="0"/>
                <a:cs typeface="Times New Roman" pitchFamily="18" charset="0"/>
              </a:rPr>
              <a:t>đảo</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100" y="243137"/>
            <a:ext cx="7499350" cy="858753"/>
          </a:xfrm>
        </p:spPr>
        <p:txBody>
          <a:bodyPr/>
          <a:lstStyle/>
          <a:p>
            <a:pPr algn="ctr"/>
            <a:r>
              <a:rPr lang="en-AU" sz="4000" i="1">
                <a:latin typeface="Times New Roman" pitchFamily="18" charset="0"/>
                <a:cs typeface="Times New Roman" pitchFamily="18" charset="0"/>
              </a:rPr>
              <a:t>Phần bài tập</a:t>
            </a:r>
            <a:endParaRPr lang="en-US"/>
          </a:p>
        </p:txBody>
      </p:sp>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1375" y="1066800"/>
            <a:ext cx="2743200" cy="26996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48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3766457"/>
            <a:ext cx="7315200" cy="14995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48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75" y="5334000"/>
            <a:ext cx="6800850" cy="5763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5971790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sz="4400" i="1">
                <a:latin typeface="Times New Roman" pitchFamily="18" charset="0"/>
                <a:cs typeface="Times New Roman" pitchFamily="18" charset="0"/>
              </a:rPr>
              <a:t>Phần bài tập</a:t>
            </a:r>
            <a:endParaRPr lang="en-US"/>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600200"/>
            <a:ext cx="7788129" cy="3200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9563304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sz="4000" i="1">
                <a:latin typeface="Times New Roman" pitchFamily="18" charset="0"/>
                <a:cs typeface="Times New Roman" pitchFamily="18" charset="0"/>
              </a:rPr>
              <a:t>Phần bài tập</a:t>
            </a:r>
            <a:endParaRPr lang="en-US"/>
          </a:p>
        </p:txBody>
      </p: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752600"/>
            <a:ext cx="3886200" cy="581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53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2350022"/>
            <a:ext cx="3276600" cy="1285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53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3696664"/>
            <a:ext cx="2886075" cy="657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53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55999" y="4353889"/>
            <a:ext cx="3076575" cy="581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534"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7029" y="4800600"/>
            <a:ext cx="1704975" cy="676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536"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55999" y="5334000"/>
            <a:ext cx="5133975"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537"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60748" y="5857875"/>
            <a:ext cx="5324475" cy="600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538" name="Picture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63422" y="1757933"/>
            <a:ext cx="3801798" cy="32840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6492848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Content Placeholder 2"/>
          <p:cNvSpPr>
            <a:spLocks noGrp="1"/>
          </p:cNvSpPr>
          <p:nvPr>
            <p:ph idx="1"/>
          </p:nvPr>
        </p:nvSpPr>
        <p:spPr>
          <a:xfrm>
            <a:off x="457200" y="228600"/>
            <a:ext cx="8229600" cy="5897563"/>
          </a:xfrm>
        </p:spPr>
        <p:txBody>
          <a:bodyPr/>
          <a:lstStyle/>
          <a:p>
            <a:pPr eaLnBrk="1" hangingPunct="1">
              <a:buFontTx/>
              <a:buNone/>
            </a:pPr>
            <a:endParaRPr lang="en-US" smtClean="0"/>
          </a:p>
        </p:txBody>
      </p:sp>
      <p:pic>
        <p:nvPicPr>
          <p:cNvPr id="1843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152400"/>
            <a:ext cx="4200525"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8"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18434" name="Object 3"/>
          <p:cNvGraphicFramePr>
            <a:graphicFrameLocks noChangeAspect="1"/>
          </p:cNvGraphicFramePr>
          <p:nvPr/>
        </p:nvGraphicFramePr>
        <p:xfrm>
          <a:off x="685800" y="1905000"/>
          <a:ext cx="4648200" cy="339725"/>
        </p:xfrm>
        <a:graphic>
          <a:graphicData uri="http://schemas.openxmlformats.org/presentationml/2006/ole">
            <mc:AlternateContent xmlns:mc="http://schemas.openxmlformats.org/markup-compatibility/2006">
              <mc:Choice xmlns:v="urn:schemas-microsoft-com:vml" Requires="v">
                <p:oleObj spid="_x0000_s18485" name="Equation" r:id="rId4" imgW="3136900" imgH="228600" progId="Equation.3">
                  <p:embed/>
                </p:oleObj>
              </mc:Choice>
              <mc:Fallback>
                <p:oleObj name="Equation" r:id="rId4" imgW="3136900" imgH="2286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 y="1905000"/>
                        <a:ext cx="4648200" cy="339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843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6800" y="2590800"/>
            <a:ext cx="4370388"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0"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18435" name="Object 6"/>
          <p:cNvGraphicFramePr>
            <a:graphicFrameLocks noChangeAspect="1"/>
          </p:cNvGraphicFramePr>
          <p:nvPr/>
        </p:nvGraphicFramePr>
        <p:xfrm>
          <a:off x="4267200" y="4191000"/>
          <a:ext cx="3822700" cy="304800"/>
        </p:xfrm>
        <a:graphic>
          <a:graphicData uri="http://schemas.openxmlformats.org/presentationml/2006/ole">
            <mc:AlternateContent xmlns:mc="http://schemas.openxmlformats.org/markup-compatibility/2006">
              <mc:Choice xmlns:v="urn:schemas-microsoft-com:vml" Requires="v">
                <p:oleObj spid="_x0000_s18486" name="Equation" r:id="rId7" imgW="2870200" imgH="228600" progId="Equation.3">
                  <p:embed/>
                </p:oleObj>
              </mc:Choice>
              <mc:Fallback>
                <p:oleObj name="Equation" r:id="rId7" imgW="2870200" imgH="2286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67200" y="4191000"/>
                        <a:ext cx="38227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435100" y="533400"/>
                <a:ext cx="7499350" cy="5715000"/>
              </a:xfrm>
            </p:spPr>
            <p:txBody>
              <a:bodyPr/>
              <a:lstStyle/>
              <a:p>
                <a:pPr marL="82550" indent="0">
                  <a:buNone/>
                </a:pPr>
                <a:endParaRPr lang="en-US" smtClean="0"/>
              </a:p>
              <a:p>
                <a:pPr marL="82550" indent="0">
                  <a:buNone/>
                </a:pPr>
                <a:endParaRPr lang="en-US"/>
              </a:p>
              <a:p>
                <a:pPr marL="82550" indent="0">
                  <a:buNone/>
                </a:pPr>
                <a:endParaRPr lang="en-US" smtClean="0"/>
              </a:p>
              <a:p>
                <a:pPr marL="82550" indent="0">
                  <a:buNone/>
                </a:pPr>
                <a:endParaRPr lang="en-US"/>
              </a:p>
              <a:p>
                <a:pPr marL="82550" indent="0">
                  <a:buNone/>
                </a:pPr>
                <a:endParaRPr lang="en-US" smtClean="0"/>
              </a:p>
              <a:p>
                <a:pPr marL="82550" indent="0">
                  <a:buNone/>
                </a:pPr>
                <a:endParaRPr lang="en-US" smtClean="0"/>
              </a:p>
              <a:p>
                <a:pPr>
                  <a:buFont typeface="Wingdings" panose="05000000000000000000" pitchFamily="2" charset="2"/>
                  <a:buChar char="§"/>
                </a:pPr>
                <a:r>
                  <a:rPr lang="en-US" sz="2000" smtClean="0">
                    <a:latin typeface="Arial" panose="020B0604020202020204" pitchFamily="34" charset="0"/>
                    <a:cs typeface="Arial" panose="020B0604020202020204" pitchFamily="34" charset="0"/>
                  </a:rPr>
                  <a:t>Giả sử, </a:t>
                </a:r>
                <a14:m>
                  <m:oMath xmlns:m="http://schemas.openxmlformats.org/officeDocument/2006/math">
                    <m:sSub>
                      <m:sSubPr>
                        <m:ctrlPr>
                          <a:rPr lang="en-US" sz="2000" i="1" smtClean="0">
                            <a:latin typeface="Cambria Math"/>
                            <a:cs typeface="Arial" panose="020B0604020202020204" pitchFamily="34" charset="0"/>
                          </a:rPr>
                        </m:ctrlPr>
                      </m:sSubPr>
                      <m:e>
                        <m:r>
                          <a:rPr lang="en-US" sz="2000" b="0" i="1" smtClean="0">
                            <a:latin typeface="Cambria Math"/>
                            <a:cs typeface="Arial" panose="020B0604020202020204" pitchFamily="34" charset="0"/>
                          </a:rPr>
                          <m:t>𝑣</m:t>
                        </m:r>
                      </m:e>
                      <m:sub>
                        <m:r>
                          <a:rPr lang="en-US" sz="2000" b="0" i="1" smtClean="0">
                            <a:latin typeface="Cambria Math"/>
                            <a:cs typeface="Arial" panose="020B0604020202020204" pitchFamily="34" charset="0"/>
                          </a:rPr>
                          <m:t>3</m:t>
                        </m:r>
                      </m:sub>
                    </m:sSub>
                    <m:r>
                      <a:rPr lang="en-US" sz="2000" b="0" i="1" smtClean="0">
                        <a:latin typeface="Cambria Math"/>
                        <a:cs typeface="Arial" panose="020B0604020202020204" pitchFamily="34" charset="0"/>
                      </a:rPr>
                      <m:t>=0;</m:t>
                    </m:r>
                    <m:sSub>
                      <m:sSubPr>
                        <m:ctrlPr>
                          <a:rPr lang="en-US" sz="2000" b="0" i="1" smtClean="0">
                            <a:latin typeface="Cambria Math"/>
                            <a:cs typeface="Arial" panose="020B0604020202020204" pitchFamily="34" charset="0"/>
                          </a:rPr>
                        </m:ctrlPr>
                      </m:sSubPr>
                      <m:e>
                        <m:r>
                          <a:rPr lang="en-US" sz="2000" b="0" i="1" smtClean="0">
                            <a:latin typeface="Cambria Math"/>
                            <a:cs typeface="Arial" panose="020B0604020202020204" pitchFamily="34" charset="0"/>
                          </a:rPr>
                          <m:t>𝑣</m:t>
                        </m:r>
                      </m:e>
                      <m:sub>
                        <m:r>
                          <a:rPr lang="en-US" sz="2000" b="0" i="1" smtClean="0">
                            <a:latin typeface="Cambria Math"/>
                            <a:cs typeface="Arial" panose="020B0604020202020204" pitchFamily="34" charset="0"/>
                          </a:rPr>
                          <m:t>1</m:t>
                        </m:r>
                      </m:sub>
                    </m:sSub>
                    <m:r>
                      <a:rPr lang="en-US" sz="2000" b="0" i="1" smtClean="0">
                        <a:latin typeface="Cambria Math"/>
                        <a:cs typeface="Arial" panose="020B0604020202020204" pitchFamily="34" charset="0"/>
                      </a:rPr>
                      <m:t>,</m:t>
                    </m:r>
                    <m:sSub>
                      <m:sSubPr>
                        <m:ctrlPr>
                          <a:rPr lang="en-US" sz="2000" b="0" i="1" smtClean="0">
                            <a:latin typeface="Cambria Math"/>
                            <a:cs typeface="Arial" panose="020B0604020202020204" pitchFamily="34" charset="0"/>
                          </a:rPr>
                        </m:ctrlPr>
                      </m:sSubPr>
                      <m:e>
                        <m:r>
                          <a:rPr lang="en-US" sz="2000" b="0" i="1" smtClean="0">
                            <a:latin typeface="Cambria Math"/>
                            <a:cs typeface="Arial" panose="020B0604020202020204" pitchFamily="34" charset="0"/>
                          </a:rPr>
                          <m:t>𝑣</m:t>
                        </m:r>
                      </m:e>
                      <m:sub>
                        <m:r>
                          <a:rPr lang="en-US" sz="2000" b="0" i="1" smtClean="0">
                            <a:latin typeface="Cambria Math"/>
                            <a:cs typeface="Arial" panose="020B0604020202020204" pitchFamily="34" charset="0"/>
                          </a:rPr>
                          <m:t>2</m:t>
                        </m:r>
                      </m:sub>
                    </m:sSub>
                    <m:r>
                      <a:rPr lang="en-US" sz="2000" b="0" i="1" smtClean="0">
                        <a:latin typeface="Cambria Math"/>
                        <a:ea typeface="Cambria Math"/>
                        <a:cs typeface="Arial" panose="020B0604020202020204" pitchFamily="34" charset="0"/>
                      </a:rPr>
                      <m:t>≠0</m:t>
                    </m:r>
                  </m:oMath>
                </a14:m>
                <a:endParaRPr lang="en-US" sz="2000" smtClean="0">
                  <a:latin typeface="Arial" panose="020B0604020202020204" pitchFamily="34" charset="0"/>
                  <a:cs typeface="Arial" panose="020B0604020202020204" pitchFamily="34" charset="0"/>
                </a:endParaRPr>
              </a:p>
              <a:p>
                <a:pPr marL="82550" indent="0">
                  <a:buNone/>
                </a:pPr>
                <a:r>
                  <a:rPr lang="en-US" sz="2000" smtClean="0">
                    <a:latin typeface="Arial" panose="020B0604020202020204" pitchFamily="34" charset="0"/>
                    <a:cs typeface="Arial" panose="020B0604020202020204" pitchFamily="34" charset="0"/>
                  </a:rPr>
                  <a:t>Mạch trở thành mạch cộng đảo:</a:t>
                </a:r>
              </a:p>
              <a:p>
                <a:pPr marL="82550" indent="0">
                  <a:buNone/>
                </a:pPr>
                <a14:m>
                  <m:oMathPara xmlns:m="http://schemas.openxmlformats.org/officeDocument/2006/math">
                    <m:oMathParaPr>
                      <m:jc m:val="centerGroup"/>
                    </m:oMathParaPr>
                    <m:oMath xmlns:m="http://schemas.openxmlformats.org/officeDocument/2006/math">
                      <m:sSub>
                        <m:sSubPr>
                          <m:ctrlPr>
                            <a:rPr lang="en-US" sz="2000" i="1" smtClean="0">
                              <a:latin typeface="Cambria Math"/>
                              <a:cs typeface="Arial" panose="020B0604020202020204" pitchFamily="34" charset="0"/>
                            </a:rPr>
                          </m:ctrlPr>
                        </m:sSubPr>
                        <m:e>
                          <m:r>
                            <a:rPr lang="en-US" sz="2000" b="0" i="1" smtClean="0">
                              <a:latin typeface="Cambria Math"/>
                              <a:cs typeface="Arial" panose="020B0604020202020204" pitchFamily="34" charset="0"/>
                            </a:rPr>
                            <m:t>𝑣</m:t>
                          </m:r>
                        </m:e>
                        <m:sub>
                          <m:r>
                            <a:rPr lang="en-US" sz="2000" b="0" i="1" smtClean="0">
                              <a:latin typeface="Cambria Math"/>
                              <a:cs typeface="Arial" panose="020B0604020202020204" pitchFamily="34" charset="0"/>
                            </a:rPr>
                            <m:t>𝑜</m:t>
                          </m:r>
                          <m:r>
                            <a:rPr lang="en-US" sz="2000" b="0" i="1" smtClean="0">
                              <a:latin typeface="Cambria Math"/>
                              <a:cs typeface="Arial" panose="020B0604020202020204" pitchFamily="34" charset="0"/>
                            </a:rPr>
                            <m:t>1</m:t>
                          </m:r>
                        </m:sub>
                      </m:sSub>
                      <m:r>
                        <a:rPr lang="en-US" sz="2000" b="0" i="1" smtClean="0">
                          <a:latin typeface="Cambria Math"/>
                          <a:cs typeface="Arial" panose="020B0604020202020204" pitchFamily="34" charset="0"/>
                        </a:rPr>
                        <m:t>=−</m:t>
                      </m:r>
                      <m:f>
                        <m:fPr>
                          <m:ctrlPr>
                            <a:rPr lang="en-US" sz="2000" b="0" i="1" smtClean="0">
                              <a:latin typeface="Cambria Math"/>
                              <a:cs typeface="Arial" panose="020B0604020202020204" pitchFamily="34" charset="0"/>
                            </a:rPr>
                          </m:ctrlPr>
                        </m:fPr>
                        <m:num>
                          <m:sSub>
                            <m:sSubPr>
                              <m:ctrlPr>
                                <a:rPr lang="en-US" sz="2000" b="0" i="1" smtClean="0">
                                  <a:latin typeface="Cambria Math"/>
                                  <a:cs typeface="Arial" panose="020B0604020202020204" pitchFamily="34" charset="0"/>
                                </a:rPr>
                              </m:ctrlPr>
                            </m:sSubPr>
                            <m:e>
                              <m:r>
                                <a:rPr lang="en-US" sz="2000" b="0" i="1" smtClean="0">
                                  <a:latin typeface="Cambria Math"/>
                                  <a:cs typeface="Arial" panose="020B0604020202020204" pitchFamily="34" charset="0"/>
                                </a:rPr>
                                <m:t>𝑅</m:t>
                              </m:r>
                            </m:e>
                            <m:sub>
                              <m:r>
                                <a:rPr lang="en-US" sz="2000" b="0" i="1" smtClean="0">
                                  <a:latin typeface="Cambria Math"/>
                                  <a:cs typeface="Arial" panose="020B0604020202020204" pitchFamily="34" charset="0"/>
                                </a:rPr>
                                <m:t>𝑓</m:t>
                              </m:r>
                            </m:sub>
                          </m:sSub>
                        </m:num>
                        <m:den>
                          <m:sSub>
                            <m:sSubPr>
                              <m:ctrlPr>
                                <a:rPr lang="en-US" sz="2000" b="0" i="1" smtClean="0">
                                  <a:latin typeface="Cambria Math"/>
                                  <a:cs typeface="Arial" panose="020B0604020202020204" pitchFamily="34" charset="0"/>
                                </a:rPr>
                              </m:ctrlPr>
                            </m:sSubPr>
                            <m:e>
                              <m:r>
                                <a:rPr lang="en-US" sz="2000" b="0" i="1" smtClean="0">
                                  <a:latin typeface="Cambria Math"/>
                                  <a:cs typeface="Arial" panose="020B0604020202020204" pitchFamily="34" charset="0"/>
                                </a:rPr>
                                <m:t>𝑅</m:t>
                              </m:r>
                            </m:e>
                            <m:sub>
                              <m:r>
                                <a:rPr lang="en-US" sz="2000" b="0" i="1" smtClean="0">
                                  <a:latin typeface="Cambria Math"/>
                                  <a:cs typeface="Arial" panose="020B0604020202020204" pitchFamily="34" charset="0"/>
                                </a:rPr>
                                <m:t>1</m:t>
                              </m:r>
                            </m:sub>
                          </m:sSub>
                        </m:den>
                      </m:f>
                      <m:sSub>
                        <m:sSubPr>
                          <m:ctrlPr>
                            <a:rPr lang="en-US" sz="2000" b="0" i="1" smtClean="0">
                              <a:latin typeface="Cambria Math"/>
                              <a:cs typeface="Arial" panose="020B0604020202020204" pitchFamily="34" charset="0"/>
                            </a:rPr>
                          </m:ctrlPr>
                        </m:sSubPr>
                        <m:e>
                          <m:r>
                            <a:rPr lang="en-US" sz="2000" b="0" i="1" smtClean="0">
                              <a:latin typeface="Cambria Math"/>
                              <a:cs typeface="Arial" panose="020B0604020202020204" pitchFamily="34" charset="0"/>
                            </a:rPr>
                            <m:t>𝑣</m:t>
                          </m:r>
                        </m:e>
                        <m:sub>
                          <m:r>
                            <a:rPr lang="en-US" sz="2000" b="0" i="1" smtClean="0">
                              <a:latin typeface="Cambria Math"/>
                              <a:cs typeface="Arial" panose="020B0604020202020204" pitchFamily="34" charset="0"/>
                            </a:rPr>
                            <m:t>1</m:t>
                          </m:r>
                        </m:sub>
                      </m:sSub>
                      <m:r>
                        <a:rPr lang="en-US" sz="2000" b="0" i="1" smtClean="0">
                          <a:latin typeface="Cambria Math"/>
                          <a:cs typeface="Arial" panose="020B0604020202020204" pitchFamily="34" charset="0"/>
                        </a:rPr>
                        <m:t>−</m:t>
                      </m:r>
                      <m:f>
                        <m:fPr>
                          <m:ctrlPr>
                            <a:rPr lang="en-US" sz="2000" b="0" i="1" smtClean="0">
                              <a:latin typeface="Cambria Math"/>
                              <a:cs typeface="Arial" panose="020B0604020202020204" pitchFamily="34" charset="0"/>
                            </a:rPr>
                          </m:ctrlPr>
                        </m:fPr>
                        <m:num>
                          <m:sSub>
                            <m:sSubPr>
                              <m:ctrlPr>
                                <a:rPr lang="en-US" sz="2000" b="0" i="1" smtClean="0">
                                  <a:latin typeface="Cambria Math"/>
                                  <a:cs typeface="Arial" panose="020B0604020202020204" pitchFamily="34" charset="0"/>
                                </a:rPr>
                              </m:ctrlPr>
                            </m:sSubPr>
                            <m:e>
                              <m:r>
                                <a:rPr lang="en-US" sz="2000" b="0" i="1" smtClean="0">
                                  <a:latin typeface="Cambria Math"/>
                                  <a:cs typeface="Arial" panose="020B0604020202020204" pitchFamily="34" charset="0"/>
                                </a:rPr>
                                <m:t>𝑅</m:t>
                              </m:r>
                            </m:e>
                            <m:sub>
                              <m:r>
                                <a:rPr lang="en-US" sz="2000" b="0" i="1" smtClean="0">
                                  <a:latin typeface="Cambria Math"/>
                                  <a:cs typeface="Arial" panose="020B0604020202020204" pitchFamily="34" charset="0"/>
                                </a:rPr>
                                <m:t>𝑓</m:t>
                              </m:r>
                            </m:sub>
                          </m:sSub>
                        </m:num>
                        <m:den>
                          <m:sSub>
                            <m:sSubPr>
                              <m:ctrlPr>
                                <a:rPr lang="en-US" sz="2000" b="0" i="1" smtClean="0">
                                  <a:latin typeface="Cambria Math"/>
                                  <a:cs typeface="Arial" panose="020B0604020202020204" pitchFamily="34" charset="0"/>
                                </a:rPr>
                              </m:ctrlPr>
                            </m:sSubPr>
                            <m:e>
                              <m:r>
                                <a:rPr lang="en-US" sz="2000" b="0" i="1" smtClean="0">
                                  <a:latin typeface="Cambria Math"/>
                                  <a:cs typeface="Arial" panose="020B0604020202020204" pitchFamily="34" charset="0"/>
                                </a:rPr>
                                <m:t>𝑅</m:t>
                              </m:r>
                            </m:e>
                            <m:sub>
                              <m:r>
                                <a:rPr lang="en-US" sz="2000" b="0" i="1" smtClean="0">
                                  <a:latin typeface="Cambria Math"/>
                                  <a:cs typeface="Arial" panose="020B0604020202020204" pitchFamily="34" charset="0"/>
                                </a:rPr>
                                <m:t>2</m:t>
                              </m:r>
                            </m:sub>
                          </m:sSub>
                        </m:den>
                      </m:f>
                      <m:sSub>
                        <m:sSubPr>
                          <m:ctrlPr>
                            <a:rPr lang="en-US" sz="2000" b="0" i="1" smtClean="0">
                              <a:latin typeface="Cambria Math"/>
                              <a:cs typeface="Arial" panose="020B0604020202020204" pitchFamily="34" charset="0"/>
                            </a:rPr>
                          </m:ctrlPr>
                        </m:sSubPr>
                        <m:e>
                          <m:r>
                            <a:rPr lang="en-US" sz="2000" b="0" i="1" smtClean="0">
                              <a:latin typeface="Cambria Math"/>
                              <a:cs typeface="Arial" panose="020B0604020202020204" pitchFamily="34" charset="0"/>
                            </a:rPr>
                            <m:t>𝑣</m:t>
                          </m:r>
                        </m:e>
                        <m:sub>
                          <m:r>
                            <a:rPr lang="en-US" sz="2000" b="0" i="1" smtClean="0">
                              <a:latin typeface="Cambria Math"/>
                              <a:cs typeface="Arial" panose="020B0604020202020204" pitchFamily="34" charset="0"/>
                            </a:rPr>
                            <m:t>2</m:t>
                          </m:r>
                        </m:sub>
                      </m:sSub>
                      <m:r>
                        <a:rPr lang="en-US" sz="2000" b="0" i="1" smtClean="0">
                          <a:latin typeface="Cambria Math"/>
                          <a:cs typeface="Arial" panose="020B0604020202020204" pitchFamily="34" charset="0"/>
                        </a:rPr>
                        <m:t>=−10</m:t>
                      </m:r>
                      <m:sSub>
                        <m:sSubPr>
                          <m:ctrlPr>
                            <a:rPr lang="en-US" sz="2000" b="0" i="1" smtClean="0">
                              <a:latin typeface="Cambria Math"/>
                              <a:cs typeface="Arial" panose="020B0604020202020204" pitchFamily="34" charset="0"/>
                            </a:rPr>
                          </m:ctrlPr>
                        </m:sSubPr>
                        <m:e>
                          <m:r>
                            <a:rPr lang="en-US" sz="2000" b="0" i="1" smtClean="0">
                              <a:latin typeface="Cambria Math"/>
                              <a:cs typeface="Arial" panose="020B0604020202020204" pitchFamily="34" charset="0"/>
                            </a:rPr>
                            <m:t>𝑣</m:t>
                          </m:r>
                        </m:e>
                        <m:sub>
                          <m:r>
                            <a:rPr lang="en-US" sz="2000" b="0" i="1" smtClean="0">
                              <a:latin typeface="Cambria Math"/>
                              <a:cs typeface="Arial" panose="020B0604020202020204" pitchFamily="34" charset="0"/>
                            </a:rPr>
                            <m:t>1</m:t>
                          </m:r>
                        </m:sub>
                      </m:sSub>
                      <m:r>
                        <a:rPr lang="en-US" sz="2000" b="0" i="1" smtClean="0">
                          <a:latin typeface="Cambria Math"/>
                          <a:cs typeface="Arial" panose="020B0604020202020204" pitchFamily="34" charset="0"/>
                        </a:rPr>
                        <m:t>−5</m:t>
                      </m:r>
                      <m:sSub>
                        <m:sSubPr>
                          <m:ctrlPr>
                            <a:rPr lang="en-US" sz="2000" b="0" i="1" smtClean="0">
                              <a:latin typeface="Cambria Math"/>
                              <a:cs typeface="Arial" panose="020B0604020202020204" pitchFamily="34" charset="0"/>
                            </a:rPr>
                          </m:ctrlPr>
                        </m:sSubPr>
                        <m:e>
                          <m:r>
                            <a:rPr lang="en-US" sz="2000" b="0" i="1" smtClean="0">
                              <a:latin typeface="Cambria Math"/>
                              <a:cs typeface="Arial" panose="020B0604020202020204" pitchFamily="34" charset="0"/>
                            </a:rPr>
                            <m:t>𝑣</m:t>
                          </m:r>
                        </m:e>
                        <m:sub>
                          <m:r>
                            <a:rPr lang="en-US" sz="2000" b="0" i="1" smtClean="0">
                              <a:latin typeface="Cambria Math"/>
                              <a:cs typeface="Arial" panose="020B0604020202020204" pitchFamily="34" charset="0"/>
                            </a:rPr>
                            <m:t>2</m:t>
                          </m:r>
                        </m:sub>
                      </m:sSub>
                    </m:oMath>
                  </m:oMathPara>
                </a14:m>
                <a:endParaRPr lang="en-US" sz="2000" smtClean="0">
                  <a:latin typeface="Arial" panose="020B0604020202020204" pitchFamily="34" charset="0"/>
                  <a:cs typeface="Arial" panose="020B0604020202020204" pitchFamily="34" charset="0"/>
                </a:endParaRPr>
              </a:p>
              <a:p>
                <a:pPr marL="82550" indent="0">
                  <a:buNone/>
                </a:pPr>
                <a:endParaRPr lang="en-US" sz="2000">
                  <a:latin typeface="Arial" panose="020B0604020202020204" pitchFamily="34" charset="0"/>
                  <a:cs typeface="Arial" panose="020B0604020202020204" pitchFamily="34"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1435100" y="533400"/>
                <a:ext cx="7499350" cy="5715000"/>
              </a:xfrm>
              <a:blipFill rotWithShape="1">
                <a:blip r:embed="rId3"/>
                <a:stretch>
                  <a:fillRect/>
                </a:stretch>
              </a:blipFill>
            </p:spPr>
            <p:txBody>
              <a:bodyPr/>
              <a:lstStyle/>
              <a:p>
                <a:r>
                  <a:rPr lang="en-US">
                    <a:noFill/>
                  </a:rPr>
                  <a:t> </a:t>
                </a:r>
              </a:p>
            </p:txBody>
          </p:sp>
        </mc:Fallback>
      </mc:AlternateContent>
      <p:pic>
        <p:nvPicPr>
          <p:cNvPr id="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1" y="1156504"/>
            <a:ext cx="36576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Object 3"/>
          <p:cNvGraphicFramePr>
            <a:graphicFrameLocks noChangeAspect="1"/>
          </p:cNvGraphicFramePr>
          <p:nvPr>
            <p:extLst>
              <p:ext uri="{D42A27DB-BD31-4B8C-83A1-F6EECF244321}">
                <p14:modId xmlns:p14="http://schemas.microsoft.com/office/powerpoint/2010/main" val="685142480"/>
              </p:ext>
            </p:extLst>
          </p:nvPr>
        </p:nvGraphicFramePr>
        <p:xfrm>
          <a:off x="1447800" y="685800"/>
          <a:ext cx="4648200" cy="339725"/>
        </p:xfrm>
        <a:graphic>
          <a:graphicData uri="http://schemas.openxmlformats.org/presentationml/2006/ole">
            <mc:AlternateContent xmlns:mc="http://schemas.openxmlformats.org/markup-compatibility/2006">
              <mc:Choice xmlns:v="urn:schemas-microsoft-com:vml" Requires="v">
                <p:oleObj spid="_x0000_s23557" name="Equation" r:id="rId5" imgW="3136900" imgH="228600" progId="Equation.3">
                  <p:embed/>
                </p:oleObj>
              </mc:Choice>
              <mc:Fallback>
                <p:oleObj name="Equation" r:id="rId5" imgW="313690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7800" y="685800"/>
                        <a:ext cx="4648200" cy="339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3555"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10200" y="1066800"/>
            <a:ext cx="3638550" cy="24459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ight Arrow 5"/>
          <p:cNvSpPr/>
          <p:nvPr/>
        </p:nvSpPr>
        <p:spPr>
          <a:xfrm>
            <a:off x="5029200" y="1907411"/>
            <a:ext cx="457200" cy="54690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298532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508125" y="533400"/>
                <a:ext cx="7499350" cy="5715000"/>
              </a:xfrm>
            </p:spPr>
            <p:txBody>
              <a:bodyPr/>
              <a:lstStyle/>
              <a:p>
                <a:pPr marL="82550" indent="0">
                  <a:buNone/>
                </a:pPr>
                <a:endParaRPr lang="en-US" smtClean="0"/>
              </a:p>
              <a:p>
                <a:pPr marL="82550" indent="0">
                  <a:buNone/>
                </a:pPr>
                <a:endParaRPr lang="en-US"/>
              </a:p>
              <a:p>
                <a:pPr marL="82550" indent="0">
                  <a:buNone/>
                </a:pPr>
                <a:endParaRPr lang="en-US" smtClean="0"/>
              </a:p>
              <a:p>
                <a:pPr marL="82550" indent="0">
                  <a:buNone/>
                </a:pPr>
                <a:endParaRPr lang="en-US"/>
              </a:p>
              <a:p>
                <a:pPr marL="82550" indent="0">
                  <a:buNone/>
                </a:pPr>
                <a:endParaRPr lang="en-US" smtClean="0"/>
              </a:p>
              <a:p>
                <a:pPr>
                  <a:buFont typeface="Wingdings" panose="05000000000000000000" pitchFamily="2" charset="2"/>
                  <a:buChar char="§"/>
                </a:pPr>
                <a:endParaRPr lang="en-US" sz="2000" smtClean="0">
                  <a:latin typeface="Arial" panose="020B0604020202020204" pitchFamily="34" charset="0"/>
                  <a:cs typeface="Arial" panose="020B0604020202020204" pitchFamily="34" charset="0"/>
                </a:endParaRPr>
              </a:p>
              <a:p>
                <a:pPr>
                  <a:buFont typeface="Wingdings" panose="05000000000000000000" pitchFamily="2" charset="2"/>
                  <a:buChar char="§"/>
                </a:pPr>
                <a:r>
                  <a:rPr lang="en-US" sz="2000" smtClean="0">
                    <a:latin typeface="Arial" panose="020B0604020202020204" pitchFamily="34" charset="0"/>
                    <a:cs typeface="Arial" panose="020B0604020202020204" pitchFamily="34" charset="0"/>
                  </a:rPr>
                  <a:t>Giả sử, </a:t>
                </a:r>
                <a14:m>
                  <m:oMath xmlns:m="http://schemas.openxmlformats.org/officeDocument/2006/math">
                    <m:sSub>
                      <m:sSubPr>
                        <m:ctrlPr>
                          <a:rPr lang="en-US" sz="2000" i="1" smtClean="0">
                            <a:latin typeface="Cambria Math"/>
                            <a:cs typeface="Arial" panose="020B0604020202020204" pitchFamily="34" charset="0"/>
                          </a:rPr>
                        </m:ctrlPr>
                      </m:sSubPr>
                      <m:e>
                        <m:r>
                          <a:rPr lang="en-US" sz="2000" b="0" i="1" smtClean="0">
                            <a:latin typeface="Cambria Math"/>
                            <a:cs typeface="Arial" panose="020B0604020202020204" pitchFamily="34" charset="0"/>
                          </a:rPr>
                          <m:t>𝑣</m:t>
                        </m:r>
                      </m:e>
                      <m:sub>
                        <m:r>
                          <a:rPr lang="en-US" sz="2000" b="0" i="1" smtClean="0">
                            <a:latin typeface="Cambria Math"/>
                            <a:cs typeface="Arial" panose="020B0604020202020204" pitchFamily="34" charset="0"/>
                          </a:rPr>
                          <m:t>1</m:t>
                        </m:r>
                      </m:sub>
                    </m:sSub>
                    <m:r>
                      <a:rPr lang="en-US" sz="2000" b="0" i="1" smtClean="0">
                        <a:latin typeface="Cambria Math"/>
                        <a:cs typeface="Arial" panose="020B0604020202020204" pitchFamily="34" charset="0"/>
                      </a:rPr>
                      <m:t>=</m:t>
                    </m:r>
                    <m:sSub>
                      <m:sSubPr>
                        <m:ctrlPr>
                          <a:rPr lang="en-US" sz="2000" i="1">
                            <a:latin typeface="Cambria Math"/>
                            <a:cs typeface="Arial" panose="020B0604020202020204" pitchFamily="34" charset="0"/>
                          </a:rPr>
                        </m:ctrlPr>
                      </m:sSubPr>
                      <m:e>
                        <m:r>
                          <a:rPr lang="en-US" sz="2000" i="1">
                            <a:latin typeface="Cambria Math"/>
                            <a:cs typeface="Arial" panose="020B0604020202020204" pitchFamily="34" charset="0"/>
                          </a:rPr>
                          <m:t>𝑣</m:t>
                        </m:r>
                      </m:e>
                      <m:sub>
                        <m:r>
                          <a:rPr lang="en-US" sz="2000" b="0" i="1" smtClean="0">
                            <a:latin typeface="Cambria Math"/>
                            <a:cs typeface="Arial" panose="020B0604020202020204" pitchFamily="34" charset="0"/>
                          </a:rPr>
                          <m:t>2</m:t>
                        </m:r>
                      </m:sub>
                    </m:sSub>
                    <m:r>
                      <a:rPr lang="en-US" sz="2000" b="0" i="1" smtClean="0">
                        <a:latin typeface="Cambria Math"/>
                        <a:cs typeface="Arial" panose="020B0604020202020204" pitchFamily="34" charset="0"/>
                      </a:rPr>
                      <m:t>=</m:t>
                    </m:r>
                    <m:r>
                      <a:rPr lang="en-US" sz="2000" b="0" i="1" smtClean="0">
                        <a:latin typeface="Cambria Math"/>
                        <a:cs typeface="Arial" panose="020B0604020202020204" pitchFamily="34" charset="0"/>
                      </a:rPr>
                      <m:t>0;</m:t>
                    </m:r>
                    <m:sSub>
                      <m:sSubPr>
                        <m:ctrlPr>
                          <a:rPr lang="en-US" sz="2000" b="0" i="1" smtClean="0">
                            <a:latin typeface="Cambria Math"/>
                            <a:cs typeface="Arial" panose="020B0604020202020204" pitchFamily="34" charset="0"/>
                          </a:rPr>
                        </m:ctrlPr>
                      </m:sSubPr>
                      <m:e>
                        <m:r>
                          <a:rPr lang="en-US" sz="2000" b="0" i="1" smtClean="0">
                            <a:latin typeface="Cambria Math"/>
                            <a:cs typeface="Arial" panose="020B0604020202020204" pitchFamily="34" charset="0"/>
                          </a:rPr>
                          <m:t>𝑣</m:t>
                        </m:r>
                      </m:e>
                      <m:sub>
                        <m:r>
                          <a:rPr lang="en-US" sz="2000" b="0" i="1" smtClean="0">
                            <a:latin typeface="Cambria Math"/>
                            <a:cs typeface="Arial" panose="020B0604020202020204" pitchFamily="34" charset="0"/>
                          </a:rPr>
                          <m:t>3</m:t>
                        </m:r>
                      </m:sub>
                    </m:sSub>
                    <m:r>
                      <a:rPr lang="en-US" sz="2000" b="0" i="1" smtClean="0">
                        <a:latin typeface="Cambria Math"/>
                        <a:ea typeface="Cambria Math"/>
                        <a:cs typeface="Arial" panose="020B0604020202020204" pitchFamily="34" charset="0"/>
                      </a:rPr>
                      <m:t>≠0</m:t>
                    </m:r>
                  </m:oMath>
                </a14:m>
                <a:endParaRPr lang="en-US" sz="2000" smtClean="0">
                  <a:latin typeface="Arial" panose="020B0604020202020204" pitchFamily="34" charset="0"/>
                  <a:cs typeface="Arial" panose="020B0604020202020204" pitchFamily="34" charset="0"/>
                </a:endParaRPr>
              </a:p>
              <a:p>
                <a:pPr marL="82550" indent="0">
                  <a:buNone/>
                </a:pPr>
                <a:r>
                  <a:rPr lang="en-US" sz="2000" smtClean="0">
                    <a:latin typeface="Arial" panose="020B0604020202020204" pitchFamily="34" charset="0"/>
                    <a:cs typeface="Arial" panose="020B0604020202020204" pitchFamily="34" charset="0"/>
                  </a:rPr>
                  <a:t>Mạch trở thành mạch cộng không đảo:</a:t>
                </a:r>
              </a:p>
              <a:p>
                <a:pPr marL="82550" indent="0">
                  <a:buNone/>
                </a:pPr>
                <a14:m>
                  <m:oMathPara xmlns:m="http://schemas.openxmlformats.org/officeDocument/2006/math">
                    <m:oMathParaPr>
                      <m:jc m:val="centerGroup"/>
                    </m:oMathParaPr>
                    <m:oMath xmlns:m="http://schemas.openxmlformats.org/officeDocument/2006/math">
                      <m:sSub>
                        <m:sSubPr>
                          <m:ctrlPr>
                            <a:rPr lang="en-US" sz="2000" i="1" smtClean="0">
                              <a:latin typeface="Cambria Math"/>
                              <a:cs typeface="Arial" panose="020B0604020202020204" pitchFamily="34" charset="0"/>
                            </a:rPr>
                          </m:ctrlPr>
                        </m:sSubPr>
                        <m:e>
                          <m:r>
                            <a:rPr lang="en-US" sz="2000" b="0" i="1" smtClean="0">
                              <a:latin typeface="Cambria Math"/>
                              <a:cs typeface="Arial" panose="020B0604020202020204" pitchFamily="34" charset="0"/>
                            </a:rPr>
                            <m:t>𝑣</m:t>
                          </m:r>
                        </m:e>
                        <m:sub>
                          <m:r>
                            <a:rPr lang="en-US" sz="2000" b="0" i="1" smtClean="0">
                              <a:latin typeface="Cambria Math"/>
                              <a:cs typeface="Arial" panose="020B0604020202020204" pitchFamily="34" charset="0"/>
                            </a:rPr>
                            <m:t>𝑜</m:t>
                          </m:r>
                          <m:r>
                            <a:rPr lang="en-US" sz="2000" b="0" i="1" smtClean="0">
                              <a:latin typeface="Cambria Math"/>
                              <a:cs typeface="Arial" panose="020B0604020202020204" pitchFamily="34" charset="0"/>
                            </a:rPr>
                            <m:t>2</m:t>
                          </m:r>
                        </m:sub>
                      </m:sSub>
                      <m:r>
                        <a:rPr lang="en-US" sz="2000" b="0" i="1" smtClean="0">
                          <a:latin typeface="Cambria Math"/>
                          <a:cs typeface="Arial" panose="020B0604020202020204" pitchFamily="34" charset="0"/>
                        </a:rPr>
                        <m:t>=</m:t>
                      </m:r>
                      <m:d>
                        <m:dPr>
                          <m:ctrlPr>
                            <a:rPr lang="en-US" sz="2000" b="0" i="1" smtClean="0">
                              <a:latin typeface="Cambria Math"/>
                              <a:cs typeface="Arial" panose="020B0604020202020204" pitchFamily="34" charset="0"/>
                            </a:rPr>
                          </m:ctrlPr>
                        </m:dPr>
                        <m:e>
                          <m:r>
                            <a:rPr lang="en-US" sz="2000" b="0" i="1" smtClean="0">
                              <a:latin typeface="Cambria Math"/>
                              <a:cs typeface="Arial" panose="020B0604020202020204" pitchFamily="34" charset="0"/>
                            </a:rPr>
                            <m:t>1+</m:t>
                          </m:r>
                          <m:f>
                            <m:fPr>
                              <m:ctrlPr>
                                <a:rPr lang="en-US" sz="2000" b="0" i="1" smtClean="0">
                                  <a:latin typeface="Cambria Math"/>
                                  <a:cs typeface="Arial" panose="020B0604020202020204" pitchFamily="34" charset="0"/>
                                </a:rPr>
                              </m:ctrlPr>
                            </m:fPr>
                            <m:num>
                              <m:sSub>
                                <m:sSubPr>
                                  <m:ctrlPr>
                                    <a:rPr lang="en-US" sz="2000" b="0" i="1" smtClean="0">
                                      <a:latin typeface="Cambria Math"/>
                                      <a:cs typeface="Arial" panose="020B0604020202020204" pitchFamily="34" charset="0"/>
                                    </a:rPr>
                                  </m:ctrlPr>
                                </m:sSubPr>
                                <m:e>
                                  <m:r>
                                    <a:rPr lang="en-US" sz="2000" b="0" i="1" smtClean="0">
                                      <a:latin typeface="Cambria Math"/>
                                      <a:cs typeface="Arial" panose="020B0604020202020204" pitchFamily="34" charset="0"/>
                                    </a:rPr>
                                    <m:t>𝑅</m:t>
                                  </m:r>
                                </m:e>
                                <m:sub>
                                  <m:r>
                                    <a:rPr lang="en-US" sz="2000" b="0" i="1" smtClean="0">
                                      <a:latin typeface="Cambria Math"/>
                                      <a:cs typeface="Arial" panose="020B0604020202020204" pitchFamily="34" charset="0"/>
                                    </a:rPr>
                                    <m:t>𝑓</m:t>
                                  </m:r>
                                </m:sub>
                              </m:sSub>
                            </m:num>
                            <m:den>
                              <m:sSub>
                                <m:sSubPr>
                                  <m:ctrlPr>
                                    <a:rPr lang="en-US" sz="2000" b="0" i="1" smtClean="0">
                                      <a:latin typeface="Cambria Math"/>
                                      <a:cs typeface="Arial" panose="020B0604020202020204" pitchFamily="34" charset="0"/>
                                    </a:rPr>
                                  </m:ctrlPr>
                                </m:sSubPr>
                                <m:e>
                                  <m:r>
                                    <a:rPr lang="en-US" sz="2000" b="0" i="1" smtClean="0">
                                      <a:latin typeface="Cambria Math"/>
                                      <a:cs typeface="Arial" panose="020B0604020202020204" pitchFamily="34" charset="0"/>
                                    </a:rPr>
                                    <m:t>𝑅</m:t>
                                  </m:r>
                                </m:e>
                                <m:sub>
                                  <m:r>
                                    <a:rPr lang="en-US" sz="2000" b="0" i="1" smtClean="0">
                                      <a:latin typeface="Cambria Math"/>
                                      <a:cs typeface="Arial" panose="020B0604020202020204" pitchFamily="34" charset="0"/>
                                    </a:rPr>
                                    <m:t>12</m:t>
                                  </m:r>
                                </m:sub>
                              </m:sSub>
                            </m:den>
                          </m:f>
                        </m:e>
                      </m:d>
                      <m:d>
                        <m:dPr>
                          <m:ctrlPr>
                            <a:rPr lang="en-US" sz="2000" b="0" i="1" smtClean="0">
                              <a:latin typeface="Cambria Math"/>
                              <a:cs typeface="Arial" panose="020B0604020202020204" pitchFamily="34" charset="0"/>
                            </a:rPr>
                          </m:ctrlPr>
                        </m:dPr>
                        <m:e>
                          <m:f>
                            <m:fPr>
                              <m:ctrlPr>
                                <a:rPr lang="en-US" sz="2000" b="0" i="1" smtClean="0">
                                  <a:latin typeface="Cambria Math"/>
                                  <a:cs typeface="Arial" panose="020B0604020202020204" pitchFamily="34" charset="0"/>
                                </a:rPr>
                              </m:ctrlPr>
                            </m:fPr>
                            <m:num>
                              <m:sSub>
                                <m:sSubPr>
                                  <m:ctrlPr>
                                    <a:rPr lang="en-US" sz="2000" b="0" i="1" smtClean="0">
                                      <a:latin typeface="Cambria Math"/>
                                      <a:cs typeface="Arial" panose="020B0604020202020204" pitchFamily="34" charset="0"/>
                                    </a:rPr>
                                  </m:ctrlPr>
                                </m:sSubPr>
                                <m:e>
                                  <m:r>
                                    <a:rPr lang="en-US" sz="2000" b="0" i="1" smtClean="0">
                                      <a:latin typeface="Cambria Math"/>
                                      <a:cs typeface="Arial" panose="020B0604020202020204" pitchFamily="34" charset="0"/>
                                    </a:rPr>
                                    <m:t>𝑣</m:t>
                                  </m:r>
                                </m:e>
                                <m:sub>
                                  <m:r>
                                    <a:rPr lang="en-US" sz="2000" b="0" i="1" smtClean="0">
                                      <a:latin typeface="Cambria Math"/>
                                      <a:cs typeface="Arial" panose="020B0604020202020204" pitchFamily="34" charset="0"/>
                                    </a:rPr>
                                    <m:t>3</m:t>
                                  </m:r>
                                </m:sub>
                              </m:sSub>
                            </m:num>
                            <m:den>
                              <m:sSub>
                                <m:sSubPr>
                                  <m:ctrlPr>
                                    <a:rPr lang="en-US" sz="2000" b="0" i="1" smtClean="0">
                                      <a:latin typeface="Cambria Math"/>
                                      <a:cs typeface="Arial" panose="020B0604020202020204" pitchFamily="34" charset="0"/>
                                    </a:rPr>
                                  </m:ctrlPr>
                                </m:sSubPr>
                                <m:e>
                                  <m:r>
                                    <a:rPr lang="en-US" sz="2000" b="0" i="1" smtClean="0">
                                      <a:latin typeface="Cambria Math"/>
                                      <a:cs typeface="Arial" panose="020B0604020202020204" pitchFamily="34" charset="0"/>
                                    </a:rPr>
                                    <m:t>𝑅</m:t>
                                  </m:r>
                                </m:e>
                                <m:sub>
                                  <m:r>
                                    <a:rPr lang="en-US" sz="2000" b="0" i="1" smtClean="0">
                                      <a:latin typeface="Cambria Math"/>
                                      <a:cs typeface="Arial" panose="020B0604020202020204" pitchFamily="34" charset="0"/>
                                    </a:rPr>
                                    <m:t>3</m:t>
                                  </m:r>
                                </m:sub>
                              </m:sSub>
                            </m:den>
                          </m:f>
                          <m:r>
                            <a:rPr lang="en-US" sz="2000" b="0" i="1" smtClean="0">
                              <a:latin typeface="Cambria Math"/>
                              <a:cs typeface="Arial" panose="020B0604020202020204" pitchFamily="34" charset="0"/>
                            </a:rPr>
                            <m:t>+</m:t>
                          </m:r>
                          <m:f>
                            <m:fPr>
                              <m:ctrlPr>
                                <a:rPr lang="en-US" sz="2000" b="0" i="1" smtClean="0">
                                  <a:latin typeface="Cambria Math"/>
                                  <a:cs typeface="Arial" panose="020B0604020202020204" pitchFamily="34" charset="0"/>
                                </a:rPr>
                              </m:ctrlPr>
                            </m:fPr>
                            <m:num>
                              <m:sSub>
                                <m:sSubPr>
                                  <m:ctrlPr>
                                    <a:rPr lang="en-US" sz="2000" b="0" i="1" smtClean="0">
                                      <a:latin typeface="Cambria Math"/>
                                      <a:cs typeface="Arial" panose="020B0604020202020204" pitchFamily="34" charset="0"/>
                                    </a:rPr>
                                  </m:ctrlPr>
                                </m:sSubPr>
                                <m:e>
                                  <m:r>
                                    <a:rPr lang="en-US" sz="2000" b="0" i="1" smtClean="0">
                                      <a:latin typeface="Cambria Math"/>
                                      <a:cs typeface="Arial" panose="020B0604020202020204" pitchFamily="34" charset="0"/>
                                    </a:rPr>
                                    <m:t>𝑣</m:t>
                                  </m:r>
                                </m:e>
                                <m:sub>
                                  <m:r>
                                    <a:rPr lang="en-US" sz="2000" b="0" i="1" smtClean="0">
                                      <a:latin typeface="Cambria Math"/>
                                      <a:cs typeface="Arial" panose="020B0604020202020204" pitchFamily="34" charset="0"/>
                                    </a:rPr>
                                    <m:t>4</m:t>
                                  </m:r>
                                </m:sub>
                              </m:sSub>
                            </m:num>
                            <m:den>
                              <m:sSub>
                                <m:sSubPr>
                                  <m:ctrlPr>
                                    <a:rPr lang="en-US" sz="2000" b="0" i="1" smtClean="0">
                                      <a:latin typeface="Cambria Math"/>
                                      <a:cs typeface="Arial" panose="020B0604020202020204" pitchFamily="34" charset="0"/>
                                    </a:rPr>
                                  </m:ctrlPr>
                                </m:sSubPr>
                                <m:e>
                                  <m:r>
                                    <a:rPr lang="en-US" sz="2000" b="0" i="1" smtClean="0">
                                      <a:latin typeface="Cambria Math"/>
                                      <a:cs typeface="Arial" panose="020B0604020202020204" pitchFamily="34" charset="0"/>
                                    </a:rPr>
                                    <m:t>𝑅</m:t>
                                  </m:r>
                                </m:e>
                                <m:sub>
                                  <m:r>
                                    <a:rPr lang="en-US" sz="2000" b="0" i="1" smtClean="0">
                                      <a:latin typeface="Cambria Math"/>
                                      <a:cs typeface="Arial" panose="020B0604020202020204" pitchFamily="34" charset="0"/>
                                    </a:rPr>
                                    <m:t>4</m:t>
                                  </m:r>
                                </m:sub>
                              </m:sSub>
                            </m:den>
                          </m:f>
                        </m:e>
                      </m:d>
                      <m:sSub>
                        <m:sSubPr>
                          <m:ctrlPr>
                            <a:rPr lang="en-US" sz="2000" b="0" i="1" smtClean="0">
                              <a:latin typeface="Cambria Math"/>
                              <a:cs typeface="Arial" panose="020B0604020202020204" pitchFamily="34" charset="0"/>
                            </a:rPr>
                          </m:ctrlPr>
                        </m:sSubPr>
                        <m:e>
                          <m:r>
                            <a:rPr lang="en-US" sz="2000" b="0" i="1" smtClean="0">
                              <a:latin typeface="Cambria Math"/>
                              <a:cs typeface="Arial" panose="020B0604020202020204" pitchFamily="34" charset="0"/>
                            </a:rPr>
                            <m:t>𝑅</m:t>
                          </m:r>
                        </m:e>
                        <m:sub>
                          <m:r>
                            <a:rPr lang="en-US" sz="2000" b="0" i="1" smtClean="0">
                              <a:latin typeface="Cambria Math"/>
                              <a:cs typeface="Arial" panose="020B0604020202020204" pitchFamily="34" charset="0"/>
                            </a:rPr>
                            <m:t>34</m:t>
                          </m:r>
                        </m:sub>
                      </m:sSub>
                    </m:oMath>
                  </m:oMathPara>
                </a14:m>
                <a:endParaRPr lang="en-US" sz="2000" smtClean="0">
                  <a:latin typeface="Arial" panose="020B0604020202020204" pitchFamily="34" charset="0"/>
                  <a:cs typeface="Arial" panose="020B0604020202020204" pitchFamily="34" charset="0"/>
                </a:endParaRPr>
              </a:p>
              <a:p>
                <a:pPr marL="82550" indent="0">
                  <a:buNone/>
                </a:pPr>
                <a14:m>
                  <m:oMathPara xmlns:m="http://schemas.openxmlformats.org/officeDocument/2006/math">
                    <m:oMathParaPr>
                      <m:jc m:val="centerGroup"/>
                    </m:oMathParaPr>
                    <m:oMath xmlns:m="http://schemas.openxmlformats.org/officeDocument/2006/math">
                      <m:sSub>
                        <m:sSubPr>
                          <m:ctrlPr>
                            <a:rPr lang="en-US" sz="2000" i="1" smtClean="0">
                              <a:latin typeface="Cambria Math"/>
                              <a:cs typeface="Arial" panose="020B0604020202020204" pitchFamily="34" charset="0"/>
                            </a:rPr>
                          </m:ctrlPr>
                        </m:sSubPr>
                        <m:e>
                          <m:r>
                            <a:rPr lang="en-US" sz="2000" b="0" i="1" smtClean="0">
                              <a:latin typeface="Cambria Math"/>
                              <a:cs typeface="Arial" panose="020B0604020202020204" pitchFamily="34" charset="0"/>
                            </a:rPr>
                            <m:t>𝑅</m:t>
                          </m:r>
                        </m:e>
                        <m:sub>
                          <m:r>
                            <a:rPr lang="en-US" sz="2000" b="0" i="1" smtClean="0">
                              <a:latin typeface="Cambria Math"/>
                              <a:cs typeface="Arial" panose="020B0604020202020204" pitchFamily="34" charset="0"/>
                            </a:rPr>
                            <m:t>12</m:t>
                          </m:r>
                        </m:sub>
                      </m:sSub>
                      <m:r>
                        <a:rPr lang="en-US" sz="2000" b="0" i="1" smtClean="0">
                          <a:latin typeface="Cambria Math"/>
                          <a:cs typeface="Arial" panose="020B0604020202020204" pitchFamily="34" charset="0"/>
                        </a:rPr>
                        <m:t>=</m:t>
                      </m:r>
                      <m:f>
                        <m:fPr>
                          <m:ctrlPr>
                            <a:rPr lang="en-US" sz="2000" b="0" i="1" smtClean="0">
                              <a:latin typeface="Cambria Math"/>
                              <a:cs typeface="Arial" panose="020B0604020202020204" pitchFamily="34" charset="0"/>
                            </a:rPr>
                          </m:ctrlPr>
                        </m:fPr>
                        <m:num>
                          <m:sSub>
                            <m:sSubPr>
                              <m:ctrlPr>
                                <a:rPr lang="en-US" sz="2000" b="0" i="1" smtClean="0">
                                  <a:latin typeface="Cambria Math"/>
                                  <a:cs typeface="Arial" panose="020B0604020202020204" pitchFamily="34" charset="0"/>
                                </a:rPr>
                              </m:ctrlPr>
                            </m:sSubPr>
                            <m:e>
                              <m:r>
                                <a:rPr lang="en-US" sz="2000" b="0" i="1" smtClean="0">
                                  <a:latin typeface="Cambria Math"/>
                                  <a:cs typeface="Arial" panose="020B0604020202020204" pitchFamily="34" charset="0"/>
                                </a:rPr>
                                <m:t>𝑅</m:t>
                              </m:r>
                            </m:e>
                            <m:sub>
                              <m:r>
                                <a:rPr lang="en-US" sz="2000" b="0" i="1" smtClean="0">
                                  <a:latin typeface="Cambria Math"/>
                                  <a:cs typeface="Arial" panose="020B0604020202020204" pitchFamily="34" charset="0"/>
                                </a:rPr>
                                <m:t>1</m:t>
                              </m:r>
                            </m:sub>
                          </m:sSub>
                          <m:sSub>
                            <m:sSubPr>
                              <m:ctrlPr>
                                <a:rPr lang="en-US" sz="2000" b="0" i="1" smtClean="0">
                                  <a:latin typeface="Cambria Math"/>
                                  <a:cs typeface="Arial" panose="020B0604020202020204" pitchFamily="34" charset="0"/>
                                </a:rPr>
                              </m:ctrlPr>
                            </m:sSubPr>
                            <m:e>
                              <m:r>
                                <a:rPr lang="en-US" sz="2000" b="0" i="1" smtClean="0">
                                  <a:latin typeface="Cambria Math"/>
                                  <a:cs typeface="Arial" panose="020B0604020202020204" pitchFamily="34" charset="0"/>
                                </a:rPr>
                                <m:t>𝑅</m:t>
                              </m:r>
                            </m:e>
                            <m:sub>
                              <m:r>
                                <a:rPr lang="en-US" sz="2000" b="0" i="1" smtClean="0">
                                  <a:latin typeface="Cambria Math"/>
                                  <a:cs typeface="Arial" panose="020B0604020202020204" pitchFamily="34" charset="0"/>
                                </a:rPr>
                                <m:t>2</m:t>
                              </m:r>
                            </m:sub>
                          </m:sSub>
                        </m:num>
                        <m:den>
                          <m:sSub>
                            <m:sSubPr>
                              <m:ctrlPr>
                                <a:rPr lang="en-US" sz="2000" b="0" i="1" smtClean="0">
                                  <a:latin typeface="Cambria Math"/>
                                  <a:cs typeface="Arial" panose="020B0604020202020204" pitchFamily="34" charset="0"/>
                                </a:rPr>
                              </m:ctrlPr>
                            </m:sSubPr>
                            <m:e>
                              <m:r>
                                <a:rPr lang="en-US" sz="2000" b="0" i="1" smtClean="0">
                                  <a:latin typeface="Cambria Math"/>
                                  <a:cs typeface="Arial" panose="020B0604020202020204" pitchFamily="34" charset="0"/>
                                </a:rPr>
                                <m:t>𝑅</m:t>
                              </m:r>
                            </m:e>
                            <m:sub>
                              <m:r>
                                <a:rPr lang="en-US" sz="2000" b="0" i="1" smtClean="0">
                                  <a:latin typeface="Cambria Math"/>
                                  <a:cs typeface="Arial" panose="020B0604020202020204" pitchFamily="34" charset="0"/>
                                </a:rPr>
                                <m:t>1</m:t>
                              </m:r>
                            </m:sub>
                          </m:sSub>
                          <m:r>
                            <a:rPr lang="en-US" sz="2000" b="0" i="1" smtClean="0">
                              <a:latin typeface="Cambria Math"/>
                              <a:cs typeface="Arial" panose="020B0604020202020204" pitchFamily="34" charset="0"/>
                            </a:rPr>
                            <m:t>+</m:t>
                          </m:r>
                          <m:sSub>
                            <m:sSubPr>
                              <m:ctrlPr>
                                <a:rPr lang="en-US" sz="2000" b="0" i="1" smtClean="0">
                                  <a:latin typeface="Cambria Math"/>
                                  <a:cs typeface="Arial" panose="020B0604020202020204" pitchFamily="34" charset="0"/>
                                </a:rPr>
                              </m:ctrlPr>
                            </m:sSubPr>
                            <m:e>
                              <m:r>
                                <a:rPr lang="en-US" sz="2000" b="0" i="1" smtClean="0">
                                  <a:latin typeface="Cambria Math"/>
                                  <a:cs typeface="Arial" panose="020B0604020202020204" pitchFamily="34" charset="0"/>
                                </a:rPr>
                                <m:t>𝑅</m:t>
                              </m:r>
                            </m:e>
                            <m:sub>
                              <m:r>
                                <a:rPr lang="en-US" sz="2000" b="0" i="1" smtClean="0">
                                  <a:latin typeface="Cambria Math"/>
                                  <a:cs typeface="Arial" panose="020B0604020202020204" pitchFamily="34" charset="0"/>
                                </a:rPr>
                                <m:t>2</m:t>
                              </m:r>
                            </m:sub>
                          </m:sSub>
                        </m:den>
                      </m:f>
                      <m:r>
                        <a:rPr lang="en-US" sz="2000" b="0" i="1" smtClean="0">
                          <a:latin typeface="Cambria Math"/>
                          <a:cs typeface="Arial" panose="020B0604020202020204" pitchFamily="34" charset="0"/>
                        </a:rPr>
                        <m:t>=</m:t>
                      </m:r>
                      <m:f>
                        <m:fPr>
                          <m:ctrlPr>
                            <a:rPr lang="en-US" sz="2000" b="0" i="1" smtClean="0">
                              <a:latin typeface="Cambria Math"/>
                              <a:cs typeface="Arial" panose="020B0604020202020204" pitchFamily="34" charset="0"/>
                            </a:rPr>
                          </m:ctrlPr>
                        </m:fPr>
                        <m:num>
                          <m:r>
                            <a:rPr lang="en-US" sz="2000" b="0" i="1" smtClean="0">
                              <a:latin typeface="Cambria Math"/>
                              <a:cs typeface="Arial" panose="020B0604020202020204" pitchFamily="34" charset="0"/>
                            </a:rPr>
                            <m:t>20</m:t>
                          </m:r>
                        </m:num>
                        <m:den>
                          <m:r>
                            <a:rPr lang="en-US" sz="2000" b="0" i="1" smtClean="0">
                              <a:latin typeface="Cambria Math"/>
                              <a:cs typeface="Arial" panose="020B0604020202020204" pitchFamily="34" charset="0"/>
                            </a:rPr>
                            <m:t>3</m:t>
                          </m:r>
                        </m:den>
                      </m:f>
                    </m:oMath>
                  </m:oMathPara>
                </a14:m>
                <a:endParaRPr lang="en-US" sz="2000" smtClean="0">
                  <a:latin typeface="Arial" panose="020B0604020202020204" pitchFamily="34" charset="0"/>
                  <a:cs typeface="Arial" panose="020B0604020202020204" pitchFamily="34" charset="0"/>
                </a:endParaRPr>
              </a:p>
              <a:p>
                <a:pPr marL="8255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a:cs typeface="Arial" panose="020B0604020202020204" pitchFamily="34" charset="0"/>
                            </a:rPr>
                          </m:ctrlPr>
                        </m:sSubPr>
                        <m:e>
                          <m:r>
                            <a:rPr lang="en-US" sz="2000" i="1">
                              <a:latin typeface="Cambria Math"/>
                              <a:cs typeface="Arial" panose="020B0604020202020204" pitchFamily="34" charset="0"/>
                            </a:rPr>
                            <m:t>𝑅</m:t>
                          </m:r>
                        </m:e>
                        <m:sub>
                          <m:r>
                            <a:rPr lang="en-US" sz="2000" b="0" i="1" smtClean="0">
                              <a:latin typeface="Cambria Math"/>
                              <a:cs typeface="Arial" panose="020B0604020202020204" pitchFamily="34" charset="0"/>
                            </a:rPr>
                            <m:t>34</m:t>
                          </m:r>
                        </m:sub>
                      </m:sSub>
                      <m:r>
                        <a:rPr lang="en-US" sz="2000" i="1">
                          <a:latin typeface="Cambria Math"/>
                          <a:cs typeface="Arial" panose="020B0604020202020204" pitchFamily="34" charset="0"/>
                        </a:rPr>
                        <m:t>=</m:t>
                      </m:r>
                      <m:f>
                        <m:fPr>
                          <m:ctrlPr>
                            <a:rPr lang="en-US" sz="2000" i="1">
                              <a:latin typeface="Cambria Math"/>
                              <a:cs typeface="Arial" panose="020B0604020202020204" pitchFamily="34" charset="0"/>
                            </a:rPr>
                          </m:ctrlPr>
                        </m:fPr>
                        <m:num>
                          <m:sSub>
                            <m:sSubPr>
                              <m:ctrlPr>
                                <a:rPr lang="en-US" sz="2000" i="1">
                                  <a:latin typeface="Cambria Math"/>
                                  <a:cs typeface="Arial" panose="020B0604020202020204" pitchFamily="34" charset="0"/>
                                </a:rPr>
                              </m:ctrlPr>
                            </m:sSubPr>
                            <m:e>
                              <m:r>
                                <a:rPr lang="en-US" sz="2000" i="1">
                                  <a:latin typeface="Cambria Math"/>
                                  <a:cs typeface="Arial" panose="020B0604020202020204" pitchFamily="34" charset="0"/>
                                </a:rPr>
                                <m:t>𝑅</m:t>
                              </m:r>
                            </m:e>
                            <m:sub>
                              <m:r>
                                <a:rPr lang="en-US" sz="2000" b="0" i="1" smtClean="0">
                                  <a:latin typeface="Cambria Math"/>
                                  <a:cs typeface="Arial" panose="020B0604020202020204" pitchFamily="34" charset="0"/>
                                </a:rPr>
                                <m:t>3</m:t>
                              </m:r>
                            </m:sub>
                          </m:sSub>
                          <m:sSub>
                            <m:sSubPr>
                              <m:ctrlPr>
                                <a:rPr lang="en-US" sz="2000" i="1">
                                  <a:latin typeface="Cambria Math"/>
                                  <a:cs typeface="Arial" panose="020B0604020202020204" pitchFamily="34" charset="0"/>
                                </a:rPr>
                              </m:ctrlPr>
                            </m:sSubPr>
                            <m:e>
                              <m:r>
                                <a:rPr lang="en-US" sz="2000" i="1">
                                  <a:latin typeface="Cambria Math"/>
                                  <a:cs typeface="Arial" panose="020B0604020202020204" pitchFamily="34" charset="0"/>
                                </a:rPr>
                                <m:t>𝑅</m:t>
                              </m:r>
                            </m:e>
                            <m:sub>
                              <m:r>
                                <a:rPr lang="en-US" sz="2000" b="0" i="1" smtClean="0">
                                  <a:latin typeface="Cambria Math"/>
                                  <a:cs typeface="Arial" panose="020B0604020202020204" pitchFamily="34" charset="0"/>
                                </a:rPr>
                                <m:t>4</m:t>
                              </m:r>
                            </m:sub>
                          </m:sSub>
                        </m:num>
                        <m:den>
                          <m:sSub>
                            <m:sSubPr>
                              <m:ctrlPr>
                                <a:rPr lang="en-US" sz="2000" i="1">
                                  <a:latin typeface="Cambria Math"/>
                                  <a:cs typeface="Arial" panose="020B0604020202020204" pitchFamily="34" charset="0"/>
                                </a:rPr>
                              </m:ctrlPr>
                            </m:sSubPr>
                            <m:e>
                              <m:r>
                                <a:rPr lang="en-US" sz="2000" i="1">
                                  <a:latin typeface="Cambria Math"/>
                                  <a:cs typeface="Arial" panose="020B0604020202020204" pitchFamily="34" charset="0"/>
                                </a:rPr>
                                <m:t>𝑅</m:t>
                              </m:r>
                            </m:e>
                            <m:sub>
                              <m:r>
                                <a:rPr lang="en-US" sz="2000" b="0" i="1" smtClean="0">
                                  <a:latin typeface="Cambria Math"/>
                                  <a:cs typeface="Arial" panose="020B0604020202020204" pitchFamily="34" charset="0"/>
                                </a:rPr>
                                <m:t>3</m:t>
                              </m:r>
                            </m:sub>
                          </m:sSub>
                          <m:r>
                            <a:rPr lang="en-US" sz="2000" i="1">
                              <a:latin typeface="Cambria Math"/>
                              <a:cs typeface="Arial" panose="020B0604020202020204" pitchFamily="34" charset="0"/>
                            </a:rPr>
                            <m:t>+</m:t>
                          </m:r>
                          <m:sSub>
                            <m:sSubPr>
                              <m:ctrlPr>
                                <a:rPr lang="en-US" sz="2000" i="1" smtClean="0">
                                  <a:latin typeface="Cambria Math"/>
                                  <a:cs typeface="Arial" panose="020B0604020202020204" pitchFamily="34" charset="0"/>
                                </a:rPr>
                              </m:ctrlPr>
                            </m:sSubPr>
                            <m:e>
                              <m:r>
                                <a:rPr lang="en-US" sz="2000" i="1">
                                  <a:latin typeface="Cambria Math"/>
                                  <a:cs typeface="Arial" panose="020B0604020202020204" pitchFamily="34" charset="0"/>
                                </a:rPr>
                                <m:t>𝑅</m:t>
                              </m:r>
                            </m:e>
                            <m:sub>
                              <m:r>
                                <a:rPr lang="en-US" sz="2000" b="0" i="1" smtClean="0">
                                  <a:latin typeface="Cambria Math"/>
                                  <a:cs typeface="Arial" panose="020B0604020202020204" pitchFamily="34" charset="0"/>
                                </a:rPr>
                                <m:t>4</m:t>
                              </m:r>
                            </m:sub>
                          </m:sSub>
                        </m:den>
                      </m:f>
                      <m:r>
                        <a:rPr lang="en-US" sz="2000" i="1">
                          <a:latin typeface="Cambria Math"/>
                          <a:cs typeface="Arial" panose="020B0604020202020204" pitchFamily="34" charset="0"/>
                        </a:rPr>
                        <m:t>=</m:t>
                      </m:r>
                      <m:r>
                        <a:rPr lang="en-US" sz="2000" b="0" i="1" smtClean="0">
                          <a:latin typeface="Cambria Math"/>
                          <a:cs typeface="Arial" panose="020B0604020202020204" pitchFamily="34" charset="0"/>
                        </a:rPr>
                        <m:t>25</m:t>
                      </m:r>
                    </m:oMath>
                  </m:oMathPara>
                </a14:m>
                <a:endParaRPr lang="en-US" sz="2000" smtClean="0">
                  <a:latin typeface="Arial" panose="020B0604020202020204" pitchFamily="34" charset="0"/>
                  <a:cs typeface="Arial" panose="020B0604020202020204" pitchFamily="34" charset="0"/>
                </a:endParaRPr>
              </a:p>
              <a:p>
                <a:pPr marL="82550" indent="0">
                  <a:buNone/>
                </a:pPr>
                <a:endParaRPr lang="en-US" sz="2000">
                  <a:latin typeface="Arial" panose="020B0604020202020204" pitchFamily="34" charset="0"/>
                  <a:cs typeface="Arial" panose="020B0604020202020204" pitchFamily="34"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1508125" y="533400"/>
                <a:ext cx="7499350" cy="5715000"/>
              </a:xfrm>
              <a:blipFill rotWithShape="1">
                <a:blip r:embed="rId3"/>
                <a:stretch>
                  <a:fillRect b="-2668"/>
                </a:stretch>
              </a:blipFill>
            </p:spPr>
            <p:txBody>
              <a:bodyPr/>
              <a:lstStyle/>
              <a:p>
                <a:r>
                  <a:rPr lang="en-US">
                    <a:noFill/>
                  </a:rPr>
                  <a:t> </a:t>
                </a:r>
              </a:p>
            </p:txBody>
          </p:sp>
        </mc:Fallback>
      </mc:AlternateContent>
      <p:pic>
        <p:nvPicPr>
          <p:cNvPr id="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1" y="1156504"/>
            <a:ext cx="36576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Object 3"/>
          <p:cNvGraphicFramePr>
            <a:graphicFrameLocks noChangeAspect="1"/>
          </p:cNvGraphicFramePr>
          <p:nvPr>
            <p:extLst>
              <p:ext uri="{D42A27DB-BD31-4B8C-83A1-F6EECF244321}">
                <p14:modId xmlns:p14="http://schemas.microsoft.com/office/powerpoint/2010/main" val="349203273"/>
              </p:ext>
            </p:extLst>
          </p:nvPr>
        </p:nvGraphicFramePr>
        <p:xfrm>
          <a:off x="1447800" y="685800"/>
          <a:ext cx="4648200" cy="339725"/>
        </p:xfrm>
        <a:graphic>
          <a:graphicData uri="http://schemas.openxmlformats.org/presentationml/2006/ole">
            <mc:AlternateContent xmlns:mc="http://schemas.openxmlformats.org/markup-compatibility/2006">
              <mc:Choice xmlns:v="urn:schemas-microsoft-com:vml" Requires="v">
                <p:oleObj spid="_x0000_s24584" name="Equation" r:id="rId5" imgW="3136900" imgH="228600" progId="Equation.3">
                  <p:embed/>
                </p:oleObj>
              </mc:Choice>
              <mc:Fallback>
                <p:oleObj name="Equation" r:id="rId5" imgW="313690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7800" y="685800"/>
                        <a:ext cx="4648200" cy="339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ight Arrow 8"/>
          <p:cNvSpPr/>
          <p:nvPr/>
        </p:nvSpPr>
        <p:spPr>
          <a:xfrm>
            <a:off x="5029200" y="1907411"/>
            <a:ext cx="457200" cy="54690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582"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81881" y="1156504"/>
            <a:ext cx="3729324" cy="2573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6862242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Content Placeholder 2"/>
          <p:cNvSpPr>
            <a:spLocks noGrp="1"/>
          </p:cNvSpPr>
          <p:nvPr>
            <p:ph idx="1"/>
          </p:nvPr>
        </p:nvSpPr>
        <p:spPr>
          <a:xfrm>
            <a:off x="457200" y="762000"/>
            <a:ext cx="8229600" cy="5364163"/>
          </a:xfrm>
        </p:spPr>
        <p:txBody>
          <a:bodyPr/>
          <a:lstStyle/>
          <a:p>
            <a:pPr eaLnBrk="1" hangingPunct="1"/>
            <a:endParaRPr lang="en-US" smtClean="0"/>
          </a:p>
        </p:txBody>
      </p:sp>
      <p:grpSp>
        <p:nvGrpSpPr>
          <p:cNvPr id="33795" name="Group 2"/>
          <p:cNvGrpSpPr>
            <a:grpSpLocks/>
          </p:cNvGrpSpPr>
          <p:nvPr/>
        </p:nvGrpSpPr>
        <p:grpSpPr bwMode="auto">
          <a:xfrm>
            <a:off x="685800" y="533400"/>
            <a:ext cx="7543800" cy="5486400"/>
            <a:chOff x="1941" y="1674"/>
            <a:chExt cx="9600" cy="7645"/>
          </a:xfrm>
        </p:grpSpPr>
        <p:pic>
          <p:nvPicPr>
            <p:cNvPr id="3379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1" y="2034"/>
              <a:ext cx="4605" cy="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21" y="1674"/>
              <a:ext cx="4320" cy="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8"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1" y="5814"/>
              <a:ext cx="6894" cy="3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lank">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567</TotalTime>
  <Words>1776</Words>
  <Application>Microsoft Office PowerPoint</Application>
  <PresentationFormat>On-screen Show (4:3)</PresentationFormat>
  <Paragraphs>316</Paragraphs>
  <Slides>31</Slides>
  <Notes>0</Notes>
  <HiddenSlides>0</HiddenSlides>
  <MMClips>0</MMClips>
  <ScaleCrop>false</ScaleCrop>
  <HeadingPairs>
    <vt:vector size="6" baseType="variant">
      <vt:variant>
        <vt:lpstr>Theme</vt:lpstr>
      </vt:variant>
      <vt:variant>
        <vt:i4>1</vt:i4>
      </vt:variant>
      <vt:variant>
        <vt:lpstr>Embedded OLE Servers</vt:lpstr>
      </vt:variant>
      <vt:variant>
        <vt:i4>3</vt:i4>
      </vt:variant>
      <vt:variant>
        <vt:lpstr>Slide Titles</vt:lpstr>
      </vt:variant>
      <vt:variant>
        <vt:i4>31</vt:i4>
      </vt:variant>
    </vt:vector>
  </HeadingPairs>
  <TitlesOfParts>
    <vt:vector size="35" baseType="lpstr">
      <vt:lpstr>blank</vt:lpstr>
      <vt:lpstr>Visio</vt:lpstr>
      <vt:lpstr>Equation</vt:lpstr>
      <vt:lpstr>Microsoft Visio 2003-2010 Drawing</vt:lpstr>
      <vt:lpstr>         CHƯƠNG 4  KHUẾCH ĐẠI THUẬT TOÁN</vt:lpstr>
      <vt:lpstr>4.1.  Cơ bản về bộ khuếch đại thuật toán (1)</vt:lpstr>
      <vt:lpstr>4.1.  Cơ bản về bộ khuếch đại thuật toán (2)</vt:lpstr>
      <vt:lpstr>4.1.  Cơ bản về bộ khuếch đại thuật toán (3)</vt:lpstr>
      <vt:lpstr>4.2.  Các tham số của bộ KĐTT (1)</vt:lpstr>
      <vt:lpstr>4.2.  Các tham số của bộ KĐTT (2)</vt:lpstr>
      <vt:lpstr>4.2.  Các tham số của bộ KĐTT (4)</vt:lpstr>
      <vt:lpstr>4.2.  Các tham số của bộ KĐTT (3)</vt:lpstr>
      <vt:lpstr>4.2.  Các tham số của bộ KĐTT (4)</vt:lpstr>
      <vt:lpstr>4. 3. Các mạch cơ bản sử dụng KĐTT</vt:lpstr>
      <vt:lpstr>Mạch khuếch đại đảo</vt:lpstr>
      <vt:lpstr>Mạch khuếch đại đảo</vt:lpstr>
      <vt:lpstr>Mạch khuếch đại không đảo</vt:lpstr>
      <vt:lpstr>Mạch cộng đảo</vt:lpstr>
      <vt:lpstr>Mạch cộng không đảo</vt:lpstr>
      <vt:lpstr>PowerPoint Presentation</vt:lpstr>
      <vt:lpstr>Mạch tích phân</vt:lpstr>
      <vt:lpstr>Mạch tích phân</vt:lpstr>
      <vt:lpstr>Mạch vi phân</vt:lpstr>
      <vt:lpstr>Mạch so sánh</vt:lpstr>
      <vt:lpstr>Mạch khuếch đại loga </vt:lpstr>
      <vt:lpstr>Mạch đối loga (hàm mũ)</vt:lpstr>
      <vt:lpstr>Mạch nhân/chia tương tự</vt:lpstr>
      <vt:lpstr>Phần bài tập</vt:lpstr>
      <vt:lpstr>Phần bài tập</vt:lpstr>
      <vt:lpstr>Phần bài tập</vt:lpstr>
      <vt:lpstr>Phần bài tập</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CHƯƠNG 3  KHUẾCH ĐẠI THUẬT TOÁN</dc:title>
  <dc:creator>User</dc:creator>
  <cp:lastModifiedBy>Nguyen Thuy Binh</cp:lastModifiedBy>
  <cp:revision>27</cp:revision>
  <dcterms:created xsi:type="dcterms:W3CDTF">2014-06-18T13:57:55Z</dcterms:created>
  <dcterms:modified xsi:type="dcterms:W3CDTF">2020-04-17T02:47:31Z</dcterms:modified>
</cp:coreProperties>
</file>