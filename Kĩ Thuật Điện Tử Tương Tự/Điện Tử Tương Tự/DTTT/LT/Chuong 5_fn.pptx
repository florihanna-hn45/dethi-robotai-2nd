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gif" ContentType="image/gif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53"/>
  </p:notesMasterIdLst>
  <p:sldIdLst>
    <p:sldId id="256" r:id="rId2"/>
    <p:sldId id="257" r:id="rId3"/>
    <p:sldId id="258" r:id="rId4"/>
    <p:sldId id="259" r:id="rId5"/>
    <p:sldId id="284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  <p:sldId id="285" r:id="rId21"/>
    <p:sldId id="288" r:id="rId22"/>
    <p:sldId id="287" r:id="rId23"/>
    <p:sldId id="289" r:id="rId24"/>
    <p:sldId id="292" r:id="rId25"/>
    <p:sldId id="293" r:id="rId26"/>
    <p:sldId id="294" r:id="rId27"/>
    <p:sldId id="295" r:id="rId28"/>
    <p:sldId id="296" r:id="rId29"/>
    <p:sldId id="298" r:id="rId30"/>
    <p:sldId id="299" r:id="rId31"/>
    <p:sldId id="300" r:id="rId32"/>
    <p:sldId id="301" r:id="rId33"/>
    <p:sldId id="302" r:id="rId34"/>
    <p:sldId id="303" r:id="rId35"/>
    <p:sldId id="311" r:id="rId36"/>
    <p:sldId id="304" r:id="rId37"/>
    <p:sldId id="305" r:id="rId38"/>
    <p:sldId id="306" r:id="rId39"/>
    <p:sldId id="307" r:id="rId40"/>
    <p:sldId id="312" r:id="rId41"/>
    <p:sldId id="309" r:id="rId42"/>
    <p:sldId id="290" r:id="rId43"/>
    <p:sldId id="310" r:id="rId44"/>
    <p:sldId id="314" r:id="rId45"/>
    <p:sldId id="317" r:id="rId46"/>
    <p:sldId id="318" r:id="rId47"/>
    <p:sldId id="319" r:id="rId48"/>
    <p:sldId id="291" r:id="rId49"/>
    <p:sldId id="320" r:id="rId50"/>
    <p:sldId id="321" r:id="rId51"/>
    <p:sldId id="322" r:id="rId5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  <a:srgbClr val="190B55"/>
    <a:srgbClr val="581508"/>
    <a:srgbClr val="A2C1C4"/>
    <a:srgbClr val="B3B3B3"/>
    <a:srgbClr val="FF3300"/>
    <a:srgbClr val="FFCC00"/>
    <a:srgbClr val="FFFFFF"/>
    <a:srgbClr val="CC3300"/>
    <a:srgbClr val="FF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662" autoAdjust="0"/>
  </p:normalViewPr>
  <p:slideViewPr>
    <p:cSldViewPr>
      <p:cViewPr>
        <p:scale>
          <a:sx n="98" d="100"/>
          <a:sy n="98" d="100"/>
        </p:scale>
        <p:origin x="-480" y="8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A67A294-4782-412E-92A3-466AEB9EC1BD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8CCFEDF-69BC-402A-A9C6-042DA464E975}">
      <dgm:prSet phldrT="[Text]"/>
      <dgm:spPr/>
      <dgm:t>
        <a:bodyPr/>
        <a:lstStyle/>
        <a:p>
          <a:r>
            <a:rPr lang="en-US" dirty="0" err="1" smtClean="0">
              <a:solidFill>
                <a:srgbClr val="FFFFFF"/>
              </a:solidFill>
              <a:latin typeface="Constantia" pitchFamily="18" charset="0"/>
            </a:rPr>
            <a:t>Mạch</a:t>
          </a:r>
          <a:r>
            <a:rPr lang="en-US" dirty="0" smtClean="0">
              <a:solidFill>
                <a:srgbClr val="FFFFFF"/>
              </a:solidFill>
              <a:latin typeface="Constantia" pitchFamily="18" charset="0"/>
            </a:rPr>
            <a:t> </a:t>
          </a:r>
          <a:r>
            <a:rPr lang="en-US" dirty="0" err="1" smtClean="0">
              <a:solidFill>
                <a:srgbClr val="FFFFFF"/>
              </a:solidFill>
              <a:latin typeface="Constantia" pitchFamily="18" charset="0"/>
            </a:rPr>
            <a:t>dao</a:t>
          </a:r>
          <a:r>
            <a:rPr lang="en-US" dirty="0" smtClean="0">
              <a:solidFill>
                <a:srgbClr val="FFFFFF"/>
              </a:solidFill>
              <a:latin typeface="Constantia" pitchFamily="18" charset="0"/>
            </a:rPr>
            <a:t> </a:t>
          </a:r>
          <a:r>
            <a:rPr lang="en-US" dirty="0" err="1" smtClean="0">
              <a:solidFill>
                <a:srgbClr val="FFFFFF"/>
              </a:solidFill>
              <a:latin typeface="Constantia" pitchFamily="18" charset="0"/>
            </a:rPr>
            <a:t>động</a:t>
          </a:r>
          <a:r>
            <a:rPr lang="en-US" dirty="0" smtClean="0">
              <a:solidFill>
                <a:srgbClr val="FFFFFF"/>
              </a:solidFill>
              <a:latin typeface="Constantia" pitchFamily="18" charset="0"/>
            </a:rPr>
            <a:t> RC</a:t>
          </a:r>
          <a:endParaRPr lang="en-US" dirty="0">
            <a:solidFill>
              <a:srgbClr val="FFFFFF"/>
            </a:solidFill>
            <a:latin typeface="Constantia" pitchFamily="18" charset="0"/>
          </a:endParaRPr>
        </a:p>
      </dgm:t>
    </dgm:pt>
    <dgm:pt modelId="{EDAA3102-1B5A-4019-822F-53913C2868F8}" type="parTrans" cxnId="{BED35D80-7271-4477-882C-109EA4D85ED0}">
      <dgm:prSet/>
      <dgm:spPr/>
      <dgm:t>
        <a:bodyPr/>
        <a:lstStyle/>
        <a:p>
          <a:endParaRPr lang="en-US"/>
        </a:p>
      </dgm:t>
    </dgm:pt>
    <dgm:pt modelId="{864FB904-B23A-4903-AB90-B6602CADF075}" type="sibTrans" cxnId="{BED35D80-7271-4477-882C-109EA4D85ED0}">
      <dgm:prSet/>
      <dgm:spPr/>
      <dgm:t>
        <a:bodyPr/>
        <a:lstStyle/>
        <a:p>
          <a:endParaRPr lang="en-US"/>
        </a:p>
      </dgm:t>
    </dgm:pt>
    <dgm:pt modelId="{5188662C-D8B2-47CB-9E8A-E043E4382974}">
      <dgm:prSet phldrT="[Text]"/>
      <dgm:spPr/>
      <dgm:t>
        <a:bodyPr/>
        <a:lstStyle/>
        <a:p>
          <a:r>
            <a:rPr lang="en-US" dirty="0" err="1" smtClean="0">
              <a:solidFill>
                <a:srgbClr val="FFFFFF"/>
              </a:solidFill>
              <a:latin typeface="Constantia" pitchFamily="18" charset="0"/>
            </a:rPr>
            <a:t>Mạch</a:t>
          </a:r>
          <a:r>
            <a:rPr lang="en-US" dirty="0" smtClean="0">
              <a:solidFill>
                <a:srgbClr val="FFFFFF"/>
              </a:solidFill>
              <a:latin typeface="Constantia" pitchFamily="18" charset="0"/>
            </a:rPr>
            <a:t> </a:t>
          </a:r>
          <a:r>
            <a:rPr lang="en-US" dirty="0" err="1" smtClean="0">
              <a:solidFill>
                <a:srgbClr val="FFFFFF"/>
              </a:solidFill>
              <a:latin typeface="Constantia" pitchFamily="18" charset="0"/>
            </a:rPr>
            <a:t>dao</a:t>
          </a:r>
          <a:r>
            <a:rPr lang="en-US" dirty="0" smtClean="0">
              <a:solidFill>
                <a:srgbClr val="FFFFFF"/>
              </a:solidFill>
              <a:latin typeface="Constantia" pitchFamily="18" charset="0"/>
            </a:rPr>
            <a:t> </a:t>
          </a:r>
          <a:r>
            <a:rPr lang="en-US" dirty="0" err="1" smtClean="0">
              <a:solidFill>
                <a:srgbClr val="FFFFFF"/>
              </a:solidFill>
              <a:latin typeface="Constantia" pitchFamily="18" charset="0"/>
            </a:rPr>
            <a:t>động</a:t>
          </a:r>
          <a:r>
            <a:rPr lang="en-US" dirty="0" smtClean="0">
              <a:solidFill>
                <a:srgbClr val="FFFFFF"/>
              </a:solidFill>
              <a:latin typeface="Constantia" pitchFamily="18" charset="0"/>
            </a:rPr>
            <a:t> </a:t>
          </a:r>
          <a:r>
            <a:rPr lang="en-US" dirty="0" err="1" smtClean="0">
              <a:solidFill>
                <a:srgbClr val="FFFFFF"/>
              </a:solidFill>
              <a:latin typeface="Constantia" pitchFamily="18" charset="0"/>
            </a:rPr>
            <a:t>di</a:t>
          </a:r>
          <a:r>
            <a:rPr lang="en-US" dirty="0" smtClean="0">
              <a:solidFill>
                <a:srgbClr val="FFFFFF"/>
              </a:solidFill>
              <a:latin typeface="Constantia" pitchFamily="18" charset="0"/>
            </a:rPr>
            <a:t> </a:t>
          </a:r>
          <a:r>
            <a:rPr lang="en-US" dirty="0" err="1" smtClean="0">
              <a:solidFill>
                <a:srgbClr val="FFFFFF"/>
              </a:solidFill>
              <a:latin typeface="Constantia" pitchFamily="18" charset="0"/>
            </a:rPr>
            <a:t>pha</a:t>
          </a:r>
          <a:endParaRPr lang="en-US" dirty="0">
            <a:solidFill>
              <a:srgbClr val="FFFFFF"/>
            </a:solidFill>
            <a:latin typeface="Constantia" pitchFamily="18" charset="0"/>
          </a:endParaRPr>
        </a:p>
      </dgm:t>
    </dgm:pt>
    <dgm:pt modelId="{A836C1B9-CC14-4EBC-ACB7-4D7E5D195EC8}" type="parTrans" cxnId="{DBE0C387-16A4-419D-81A4-1378DB0357C4}">
      <dgm:prSet/>
      <dgm:spPr/>
      <dgm:t>
        <a:bodyPr/>
        <a:lstStyle/>
        <a:p>
          <a:endParaRPr lang="en-US"/>
        </a:p>
      </dgm:t>
    </dgm:pt>
    <dgm:pt modelId="{538AB6C5-3964-473E-9C42-8DFBE00B26DD}" type="sibTrans" cxnId="{DBE0C387-16A4-419D-81A4-1378DB0357C4}">
      <dgm:prSet/>
      <dgm:spPr/>
      <dgm:t>
        <a:bodyPr/>
        <a:lstStyle/>
        <a:p>
          <a:endParaRPr lang="en-US"/>
        </a:p>
      </dgm:t>
    </dgm:pt>
    <dgm:pt modelId="{E5FBE554-B006-4550-B40B-A0219390C0A9}">
      <dgm:prSet phldrT="[Text]"/>
      <dgm:spPr/>
      <dgm:t>
        <a:bodyPr/>
        <a:lstStyle/>
        <a:p>
          <a:r>
            <a:rPr lang="en-US" dirty="0" err="1" smtClean="0">
              <a:solidFill>
                <a:srgbClr val="FFFFFF"/>
              </a:solidFill>
              <a:latin typeface="Constantia" pitchFamily="18" charset="0"/>
            </a:rPr>
            <a:t>Mạch</a:t>
          </a:r>
          <a:r>
            <a:rPr lang="en-US" dirty="0" smtClean="0">
              <a:solidFill>
                <a:srgbClr val="FFFFFF"/>
              </a:solidFill>
              <a:latin typeface="Constantia" pitchFamily="18" charset="0"/>
            </a:rPr>
            <a:t> </a:t>
          </a:r>
          <a:r>
            <a:rPr lang="en-US" dirty="0" err="1" smtClean="0">
              <a:solidFill>
                <a:srgbClr val="FFFFFF"/>
              </a:solidFill>
              <a:latin typeface="Constantia" pitchFamily="18" charset="0"/>
            </a:rPr>
            <a:t>dao</a:t>
          </a:r>
          <a:r>
            <a:rPr lang="en-US" dirty="0" smtClean="0">
              <a:solidFill>
                <a:srgbClr val="FFFFFF"/>
              </a:solidFill>
              <a:latin typeface="Constantia" pitchFamily="18" charset="0"/>
            </a:rPr>
            <a:t> </a:t>
          </a:r>
          <a:r>
            <a:rPr lang="en-US" dirty="0" err="1" smtClean="0">
              <a:solidFill>
                <a:srgbClr val="FFFFFF"/>
              </a:solidFill>
              <a:latin typeface="Constantia" pitchFamily="18" charset="0"/>
            </a:rPr>
            <a:t>động</a:t>
          </a:r>
          <a:r>
            <a:rPr lang="en-US" dirty="0" smtClean="0">
              <a:solidFill>
                <a:srgbClr val="FFFFFF"/>
              </a:solidFill>
              <a:latin typeface="Constantia" pitchFamily="18" charset="0"/>
            </a:rPr>
            <a:t> </a:t>
          </a:r>
          <a:r>
            <a:rPr lang="en-US" dirty="0" err="1" smtClean="0">
              <a:solidFill>
                <a:srgbClr val="FFFFFF"/>
              </a:solidFill>
              <a:latin typeface="Constantia" pitchFamily="18" charset="0"/>
            </a:rPr>
            <a:t>cầu</a:t>
          </a:r>
          <a:r>
            <a:rPr lang="en-US" dirty="0" smtClean="0">
              <a:solidFill>
                <a:srgbClr val="FFFFFF"/>
              </a:solidFill>
              <a:latin typeface="Constantia" pitchFamily="18" charset="0"/>
            </a:rPr>
            <a:t> Wien</a:t>
          </a:r>
          <a:endParaRPr lang="en-US" dirty="0">
            <a:solidFill>
              <a:srgbClr val="FFFFFF"/>
            </a:solidFill>
            <a:latin typeface="Constantia" pitchFamily="18" charset="0"/>
          </a:endParaRPr>
        </a:p>
      </dgm:t>
    </dgm:pt>
    <dgm:pt modelId="{065ADC2C-FCE2-4677-BA04-8067F0832A89}" type="parTrans" cxnId="{46FABE4F-5215-4962-B4F6-FE4A3C8A62E8}">
      <dgm:prSet/>
      <dgm:spPr/>
      <dgm:t>
        <a:bodyPr/>
        <a:lstStyle/>
        <a:p>
          <a:endParaRPr lang="en-US"/>
        </a:p>
      </dgm:t>
    </dgm:pt>
    <dgm:pt modelId="{4A9F9488-014C-4C7F-A450-98ED859BA0D7}" type="sibTrans" cxnId="{46FABE4F-5215-4962-B4F6-FE4A3C8A62E8}">
      <dgm:prSet/>
      <dgm:spPr/>
      <dgm:t>
        <a:bodyPr/>
        <a:lstStyle/>
        <a:p>
          <a:endParaRPr lang="en-US"/>
        </a:p>
      </dgm:t>
    </dgm:pt>
    <dgm:pt modelId="{5066FFB5-EE56-42F3-85F0-6C746D731104}">
      <dgm:prSet phldrT="[Text]"/>
      <dgm:spPr/>
      <dgm:t>
        <a:bodyPr/>
        <a:lstStyle/>
        <a:p>
          <a:r>
            <a:rPr lang="en-US" dirty="0" err="1" smtClean="0">
              <a:solidFill>
                <a:srgbClr val="FFFFFF"/>
              </a:solidFill>
              <a:latin typeface="Constantia" pitchFamily="18" charset="0"/>
            </a:rPr>
            <a:t>Mạch</a:t>
          </a:r>
          <a:r>
            <a:rPr lang="en-US" dirty="0" smtClean="0">
              <a:solidFill>
                <a:srgbClr val="FFFFFF"/>
              </a:solidFill>
              <a:latin typeface="Constantia" pitchFamily="18" charset="0"/>
            </a:rPr>
            <a:t> </a:t>
          </a:r>
          <a:r>
            <a:rPr lang="en-US" dirty="0" err="1" smtClean="0">
              <a:solidFill>
                <a:srgbClr val="FFFFFF"/>
              </a:solidFill>
              <a:latin typeface="Constantia" pitchFamily="18" charset="0"/>
            </a:rPr>
            <a:t>dao</a:t>
          </a:r>
          <a:r>
            <a:rPr lang="en-US" dirty="0" smtClean="0">
              <a:solidFill>
                <a:srgbClr val="FFFFFF"/>
              </a:solidFill>
              <a:latin typeface="Constantia" pitchFamily="18" charset="0"/>
            </a:rPr>
            <a:t> </a:t>
          </a:r>
          <a:r>
            <a:rPr lang="en-US" dirty="0" err="1" smtClean="0">
              <a:solidFill>
                <a:srgbClr val="FFFFFF"/>
              </a:solidFill>
              <a:latin typeface="Constantia" pitchFamily="18" charset="0"/>
            </a:rPr>
            <a:t>động</a:t>
          </a:r>
          <a:r>
            <a:rPr lang="en-US" dirty="0" smtClean="0">
              <a:solidFill>
                <a:srgbClr val="FFFFFF"/>
              </a:solidFill>
              <a:latin typeface="Constantia" pitchFamily="18" charset="0"/>
            </a:rPr>
            <a:t> T </a:t>
          </a:r>
          <a:r>
            <a:rPr lang="en-US" dirty="0" err="1" smtClean="0">
              <a:solidFill>
                <a:srgbClr val="FFFFFF"/>
              </a:solidFill>
              <a:latin typeface="Constantia" pitchFamily="18" charset="0"/>
            </a:rPr>
            <a:t>kép</a:t>
          </a:r>
          <a:endParaRPr lang="en-US" dirty="0">
            <a:solidFill>
              <a:srgbClr val="FFFFFF"/>
            </a:solidFill>
            <a:latin typeface="Constantia" pitchFamily="18" charset="0"/>
          </a:endParaRPr>
        </a:p>
      </dgm:t>
    </dgm:pt>
    <dgm:pt modelId="{001E5A96-5A2A-4521-AEC1-23A941486199}" type="parTrans" cxnId="{2A4D0CCF-7EB3-49FB-8D0D-B7A8355CE4F4}">
      <dgm:prSet/>
      <dgm:spPr/>
      <dgm:t>
        <a:bodyPr/>
        <a:lstStyle/>
        <a:p>
          <a:endParaRPr lang="en-US"/>
        </a:p>
      </dgm:t>
    </dgm:pt>
    <dgm:pt modelId="{895C0A66-7FF4-418E-96B1-22F9C2AF0146}" type="sibTrans" cxnId="{2A4D0CCF-7EB3-49FB-8D0D-B7A8355CE4F4}">
      <dgm:prSet/>
      <dgm:spPr/>
      <dgm:t>
        <a:bodyPr/>
        <a:lstStyle/>
        <a:p>
          <a:endParaRPr lang="en-US"/>
        </a:p>
      </dgm:t>
    </dgm:pt>
    <dgm:pt modelId="{AC2F6293-8FC2-438F-B518-5C1007D4655C}" type="pres">
      <dgm:prSet presAssocID="{3A67A294-4782-412E-92A3-466AEB9EC1BD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85DBF16F-E712-47D5-AF57-D8A5DA1019E9}" type="pres">
      <dgm:prSet presAssocID="{78CCFEDF-69BC-402A-A9C6-042DA464E975}" presName="root1" presStyleCnt="0"/>
      <dgm:spPr/>
    </dgm:pt>
    <dgm:pt modelId="{2B8E2721-3277-4654-B245-427EEBB74808}" type="pres">
      <dgm:prSet presAssocID="{78CCFEDF-69BC-402A-A9C6-042DA464E975}" presName="LevelOneTextNod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DABD206C-DE72-4E4B-848B-764D542AEEBA}" type="pres">
      <dgm:prSet presAssocID="{78CCFEDF-69BC-402A-A9C6-042DA464E975}" presName="level2hierChild" presStyleCnt="0"/>
      <dgm:spPr/>
    </dgm:pt>
    <dgm:pt modelId="{378CBAA9-7BCA-4E21-8102-1935720AC0AA}" type="pres">
      <dgm:prSet presAssocID="{A836C1B9-CC14-4EBC-ACB7-4D7E5D195EC8}" presName="conn2-1" presStyleLbl="parChTrans1D2" presStyleIdx="0" presStyleCnt="3"/>
      <dgm:spPr/>
      <dgm:t>
        <a:bodyPr/>
        <a:lstStyle/>
        <a:p>
          <a:endParaRPr lang="en-US"/>
        </a:p>
      </dgm:t>
    </dgm:pt>
    <dgm:pt modelId="{8CD14054-7861-49F8-A7E6-60E4BE40B9AF}" type="pres">
      <dgm:prSet presAssocID="{A836C1B9-CC14-4EBC-ACB7-4D7E5D195EC8}" presName="connTx" presStyleLbl="parChTrans1D2" presStyleIdx="0" presStyleCnt="3"/>
      <dgm:spPr/>
      <dgm:t>
        <a:bodyPr/>
        <a:lstStyle/>
        <a:p>
          <a:endParaRPr lang="en-US"/>
        </a:p>
      </dgm:t>
    </dgm:pt>
    <dgm:pt modelId="{2179BA20-67C2-4EDE-8D69-6FD88341C3F8}" type="pres">
      <dgm:prSet presAssocID="{5188662C-D8B2-47CB-9E8A-E043E4382974}" presName="root2" presStyleCnt="0"/>
      <dgm:spPr/>
    </dgm:pt>
    <dgm:pt modelId="{D8910BC0-08FE-4343-9247-7710D60C9FA7}" type="pres">
      <dgm:prSet presAssocID="{5188662C-D8B2-47CB-9E8A-E043E4382974}" presName="LevelTwoTextNode" presStyleLbl="node2" presStyleIdx="0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920B5E8-999F-4AED-BDD0-42346BD65E33}" type="pres">
      <dgm:prSet presAssocID="{5188662C-D8B2-47CB-9E8A-E043E4382974}" presName="level3hierChild" presStyleCnt="0"/>
      <dgm:spPr/>
    </dgm:pt>
    <dgm:pt modelId="{E372798F-D5BD-4034-9760-14621FC6B420}" type="pres">
      <dgm:prSet presAssocID="{065ADC2C-FCE2-4677-BA04-8067F0832A89}" presName="conn2-1" presStyleLbl="parChTrans1D2" presStyleIdx="1" presStyleCnt="3"/>
      <dgm:spPr/>
      <dgm:t>
        <a:bodyPr/>
        <a:lstStyle/>
        <a:p>
          <a:endParaRPr lang="en-US"/>
        </a:p>
      </dgm:t>
    </dgm:pt>
    <dgm:pt modelId="{D92D7584-1A55-439D-97BB-12A083A09057}" type="pres">
      <dgm:prSet presAssocID="{065ADC2C-FCE2-4677-BA04-8067F0832A89}" presName="connTx" presStyleLbl="parChTrans1D2" presStyleIdx="1" presStyleCnt="3"/>
      <dgm:spPr/>
      <dgm:t>
        <a:bodyPr/>
        <a:lstStyle/>
        <a:p>
          <a:endParaRPr lang="en-US"/>
        </a:p>
      </dgm:t>
    </dgm:pt>
    <dgm:pt modelId="{E17111AD-F7AE-482A-A003-C37D0FF9387A}" type="pres">
      <dgm:prSet presAssocID="{E5FBE554-B006-4550-B40B-A0219390C0A9}" presName="root2" presStyleCnt="0"/>
      <dgm:spPr/>
    </dgm:pt>
    <dgm:pt modelId="{E4CD1998-3319-4BC8-9CA0-A34BD7A31F4F}" type="pres">
      <dgm:prSet presAssocID="{E5FBE554-B006-4550-B40B-A0219390C0A9}" presName="LevelTwoTextNode" presStyleLbl="node2" presStyleIdx="1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78E351E4-40C8-4159-8F13-686274D475AC}" type="pres">
      <dgm:prSet presAssocID="{E5FBE554-B006-4550-B40B-A0219390C0A9}" presName="level3hierChild" presStyleCnt="0"/>
      <dgm:spPr/>
    </dgm:pt>
    <dgm:pt modelId="{E2D52114-7BC0-4B03-93C3-9765B74BC955}" type="pres">
      <dgm:prSet presAssocID="{001E5A96-5A2A-4521-AEC1-23A941486199}" presName="conn2-1" presStyleLbl="parChTrans1D2" presStyleIdx="2" presStyleCnt="3"/>
      <dgm:spPr/>
      <dgm:t>
        <a:bodyPr/>
        <a:lstStyle/>
        <a:p>
          <a:endParaRPr lang="en-US"/>
        </a:p>
      </dgm:t>
    </dgm:pt>
    <dgm:pt modelId="{3728CD06-646B-43F0-B895-57DD923FD7F4}" type="pres">
      <dgm:prSet presAssocID="{001E5A96-5A2A-4521-AEC1-23A941486199}" presName="connTx" presStyleLbl="parChTrans1D2" presStyleIdx="2" presStyleCnt="3"/>
      <dgm:spPr/>
      <dgm:t>
        <a:bodyPr/>
        <a:lstStyle/>
        <a:p>
          <a:endParaRPr lang="en-US"/>
        </a:p>
      </dgm:t>
    </dgm:pt>
    <dgm:pt modelId="{A2285512-9F34-4FBD-8F96-8752039016F0}" type="pres">
      <dgm:prSet presAssocID="{5066FFB5-EE56-42F3-85F0-6C746D731104}" presName="root2" presStyleCnt="0"/>
      <dgm:spPr/>
    </dgm:pt>
    <dgm:pt modelId="{FEC71D98-6E19-4C79-BD05-8BE939E39976}" type="pres">
      <dgm:prSet presAssocID="{5066FFB5-EE56-42F3-85F0-6C746D731104}" presName="LevelTwoTextNode" presStyleLbl="node2" presStyleIdx="2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F9AC0A39-9698-477F-83D9-67A136C0701F}" type="pres">
      <dgm:prSet presAssocID="{5066FFB5-EE56-42F3-85F0-6C746D731104}" presName="level3hierChild" presStyleCnt="0"/>
      <dgm:spPr/>
    </dgm:pt>
  </dgm:ptLst>
  <dgm:cxnLst>
    <dgm:cxn modelId="{DBE0C387-16A4-419D-81A4-1378DB0357C4}" srcId="{78CCFEDF-69BC-402A-A9C6-042DA464E975}" destId="{5188662C-D8B2-47CB-9E8A-E043E4382974}" srcOrd="0" destOrd="0" parTransId="{A836C1B9-CC14-4EBC-ACB7-4D7E5D195EC8}" sibTransId="{538AB6C5-3964-473E-9C42-8DFBE00B26DD}"/>
    <dgm:cxn modelId="{3326B2BF-FFC4-4B79-8073-EEB984D7858C}" type="presOf" srcId="{001E5A96-5A2A-4521-AEC1-23A941486199}" destId="{3728CD06-646B-43F0-B895-57DD923FD7F4}" srcOrd="1" destOrd="0" presId="urn:microsoft.com/office/officeart/2005/8/layout/hierarchy2"/>
    <dgm:cxn modelId="{46FABE4F-5215-4962-B4F6-FE4A3C8A62E8}" srcId="{78CCFEDF-69BC-402A-A9C6-042DA464E975}" destId="{E5FBE554-B006-4550-B40B-A0219390C0A9}" srcOrd="1" destOrd="0" parTransId="{065ADC2C-FCE2-4677-BA04-8067F0832A89}" sibTransId="{4A9F9488-014C-4C7F-A450-98ED859BA0D7}"/>
    <dgm:cxn modelId="{A9FF3B4B-A983-4336-A70E-77D0E89F1D62}" type="presOf" srcId="{A836C1B9-CC14-4EBC-ACB7-4D7E5D195EC8}" destId="{8CD14054-7861-49F8-A7E6-60E4BE40B9AF}" srcOrd="1" destOrd="0" presId="urn:microsoft.com/office/officeart/2005/8/layout/hierarchy2"/>
    <dgm:cxn modelId="{AF17AB73-B069-4D2F-B0F6-CB20CDE0ACCF}" type="presOf" srcId="{E5FBE554-B006-4550-B40B-A0219390C0A9}" destId="{E4CD1998-3319-4BC8-9CA0-A34BD7A31F4F}" srcOrd="0" destOrd="0" presId="urn:microsoft.com/office/officeart/2005/8/layout/hierarchy2"/>
    <dgm:cxn modelId="{37C8B846-EBEA-4867-A51E-FADDF3E89D57}" type="presOf" srcId="{A836C1B9-CC14-4EBC-ACB7-4D7E5D195EC8}" destId="{378CBAA9-7BCA-4E21-8102-1935720AC0AA}" srcOrd="0" destOrd="0" presId="urn:microsoft.com/office/officeart/2005/8/layout/hierarchy2"/>
    <dgm:cxn modelId="{AFE9056E-06B4-48E0-BF57-528F6404A9E9}" type="presOf" srcId="{5066FFB5-EE56-42F3-85F0-6C746D731104}" destId="{FEC71D98-6E19-4C79-BD05-8BE939E39976}" srcOrd="0" destOrd="0" presId="urn:microsoft.com/office/officeart/2005/8/layout/hierarchy2"/>
    <dgm:cxn modelId="{1072480A-585F-46F5-BF8F-D8A033B97ACF}" type="presOf" srcId="{78CCFEDF-69BC-402A-A9C6-042DA464E975}" destId="{2B8E2721-3277-4654-B245-427EEBB74808}" srcOrd="0" destOrd="0" presId="urn:microsoft.com/office/officeart/2005/8/layout/hierarchy2"/>
    <dgm:cxn modelId="{0C3531B0-7120-4A84-AAD7-AF6F9C9410D1}" type="presOf" srcId="{5188662C-D8B2-47CB-9E8A-E043E4382974}" destId="{D8910BC0-08FE-4343-9247-7710D60C9FA7}" srcOrd="0" destOrd="0" presId="urn:microsoft.com/office/officeart/2005/8/layout/hierarchy2"/>
    <dgm:cxn modelId="{4B13BE99-D638-401A-AD0A-BC4160F81B7F}" type="presOf" srcId="{065ADC2C-FCE2-4677-BA04-8067F0832A89}" destId="{D92D7584-1A55-439D-97BB-12A083A09057}" srcOrd="1" destOrd="0" presId="urn:microsoft.com/office/officeart/2005/8/layout/hierarchy2"/>
    <dgm:cxn modelId="{2D5E50A8-9404-4226-9930-0A25AB68543A}" type="presOf" srcId="{001E5A96-5A2A-4521-AEC1-23A941486199}" destId="{E2D52114-7BC0-4B03-93C3-9765B74BC955}" srcOrd="0" destOrd="0" presId="urn:microsoft.com/office/officeart/2005/8/layout/hierarchy2"/>
    <dgm:cxn modelId="{2A4D0CCF-7EB3-49FB-8D0D-B7A8355CE4F4}" srcId="{78CCFEDF-69BC-402A-A9C6-042DA464E975}" destId="{5066FFB5-EE56-42F3-85F0-6C746D731104}" srcOrd="2" destOrd="0" parTransId="{001E5A96-5A2A-4521-AEC1-23A941486199}" sibTransId="{895C0A66-7FF4-418E-96B1-22F9C2AF0146}"/>
    <dgm:cxn modelId="{2DDB30AA-C108-4513-9532-498A31C17F0B}" type="presOf" srcId="{3A67A294-4782-412E-92A3-466AEB9EC1BD}" destId="{AC2F6293-8FC2-438F-B518-5C1007D4655C}" srcOrd="0" destOrd="0" presId="urn:microsoft.com/office/officeart/2005/8/layout/hierarchy2"/>
    <dgm:cxn modelId="{6B7B75F6-327C-4C54-95E1-E02BB48A93B1}" type="presOf" srcId="{065ADC2C-FCE2-4677-BA04-8067F0832A89}" destId="{E372798F-D5BD-4034-9760-14621FC6B420}" srcOrd="0" destOrd="0" presId="urn:microsoft.com/office/officeart/2005/8/layout/hierarchy2"/>
    <dgm:cxn modelId="{BED35D80-7271-4477-882C-109EA4D85ED0}" srcId="{3A67A294-4782-412E-92A3-466AEB9EC1BD}" destId="{78CCFEDF-69BC-402A-A9C6-042DA464E975}" srcOrd="0" destOrd="0" parTransId="{EDAA3102-1B5A-4019-822F-53913C2868F8}" sibTransId="{864FB904-B23A-4903-AB90-B6602CADF075}"/>
    <dgm:cxn modelId="{386FA770-76FD-48CD-8593-4DF5AFEE4E80}" type="presParOf" srcId="{AC2F6293-8FC2-438F-B518-5C1007D4655C}" destId="{85DBF16F-E712-47D5-AF57-D8A5DA1019E9}" srcOrd="0" destOrd="0" presId="urn:microsoft.com/office/officeart/2005/8/layout/hierarchy2"/>
    <dgm:cxn modelId="{50F6C986-EB60-476D-93D8-32C8AEB91233}" type="presParOf" srcId="{85DBF16F-E712-47D5-AF57-D8A5DA1019E9}" destId="{2B8E2721-3277-4654-B245-427EEBB74808}" srcOrd="0" destOrd="0" presId="urn:microsoft.com/office/officeart/2005/8/layout/hierarchy2"/>
    <dgm:cxn modelId="{AAF7F163-BC26-4816-9050-5F187BF848A0}" type="presParOf" srcId="{85DBF16F-E712-47D5-AF57-D8A5DA1019E9}" destId="{DABD206C-DE72-4E4B-848B-764D542AEEBA}" srcOrd="1" destOrd="0" presId="urn:microsoft.com/office/officeart/2005/8/layout/hierarchy2"/>
    <dgm:cxn modelId="{2234AB13-0084-4906-B90B-6B8B829D84BF}" type="presParOf" srcId="{DABD206C-DE72-4E4B-848B-764D542AEEBA}" destId="{378CBAA9-7BCA-4E21-8102-1935720AC0AA}" srcOrd="0" destOrd="0" presId="urn:microsoft.com/office/officeart/2005/8/layout/hierarchy2"/>
    <dgm:cxn modelId="{5E016297-0A51-48C8-9A99-9FB1F07595C1}" type="presParOf" srcId="{378CBAA9-7BCA-4E21-8102-1935720AC0AA}" destId="{8CD14054-7861-49F8-A7E6-60E4BE40B9AF}" srcOrd="0" destOrd="0" presId="urn:microsoft.com/office/officeart/2005/8/layout/hierarchy2"/>
    <dgm:cxn modelId="{695B4B28-014F-490D-82DF-D46A496E970D}" type="presParOf" srcId="{DABD206C-DE72-4E4B-848B-764D542AEEBA}" destId="{2179BA20-67C2-4EDE-8D69-6FD88341C3F8}" srcOrd="1" destOrd="0" presId="urn:microsoft.com/office/officeart/2005/8/layout/hierarchy2"/>
    <dgm:cxn modelId="{83EB9D68-BCCD-4F96-BCC0-115D5163B978}" type="presParOf" srcId="{2179BA20-67C2-4EDE-8D69-6FD88341C3F8}" destId="{D8910BC0-08FE-4343-9247-7710D60C9FA7}" srcOrd="0" destOrd="0" presId="urn:microsoft.com/office/officeart/2005/8/layout/hierarchy2"/>
    <dgm:cxn modelId="{35722830-53C9-4DB6-B585-9785AE931B22}" type="presParOf" srcId="{2179BA20-67C2-4EDE-8D69-6FD88341C3F8}" destId="{0920B5E8-999F-4AED-BDD0-42346BD65E33}" srcOrd="1" destOrd="0" presId="urn:microsoft.com/office/officeart/2005/8/layout/hierarchy2"/>
    <dgm:cxn modelId="{CF94BA5B-34C6-44A2-B133-0BA27A40FB9F}" type="presParOf" srcId="{DABD206C-DE72-4E4B-848B-764D542AEEBA}" destId="{E372798F-D5BD-4034-9760-14621FC6B420}" srcOrd="2" destOrd="0" presId="urn:microsoft.com/office/officeart/2005/8/layout/hierarchy2"/>
    <dgm:cxn modelId="{C1F694DB-6313-4228-B48E-66B5D3F0A9CA}" type="presParOf" srcId="{E372798F-D5BD-4034-9760-14621FC6B420}" destId="{D92D7584-1A55-439D-97BB-12A083A09057}" srcOrd="0" destOrd="0" presId="urn:microsoft.com/office/officeart/2005/8/layout/hierarchy2"/>
    <dgm:cxn modelId="{8DB25ED8-DCDA-4F5B-A204-40890B6167CB}" type="presParOf" srcId="{DABD206C-DE72-4E4B-848B-764D542AEEBA}" destId="{E17111AD-F7AE-482A-A003-C37D0FF9387A}" srcOrd="3" destOrd="0" presId="urn:microsoft.com/office/officeart/2005/8/layout/hierarchy2"/>
    <dgm:cxn modelId="{7A023E25-EEAB-49F7-BA5F-11D5375EDEE5}" type="presParOf" srcId="{E17111AD-F7AE-482A-A003-C37D0FF9387A}" destId="{E4CD1998-3319-4BC8-9CA0-A34BD7A31F4F}" srcOrd="0" destOrd="0" presId="urn:microsoft.com/office/officeart/2005/8/layout/hierarchy2"/>
    <dgm:cxn modelId="{CE0F5050-2157-496B-AD85-591BEEFAA413}" type="presParOf" srcId="{E17111AD-F7AE-482A-A003-C37D0FF9387A}" destId="{78E351E4-40C8-4159-8F13-686274D475AC}" srcOrd="1" destOrd="0" presId="urn:microsoft.com/office/officeart/2005/8/layout/hierarchy2"/>
    <dgm:cxn modelId="{C683A8F8-C3BE-43DD-B111-C79D462375AD}" type="presParOf" srcId="{DABD206C-DE72-4E4B-848B-764D542AEEBA}" destId="{E2D52114-7BC0-4B03-93C3-9765B74BC955}" srcOrd="4" destOrd="0" presId="urn:microsoft.com/office/officeart/2005/8/layout/hierarchy2"/>
    <dgm:cxn modelId="{3FC4EB0F-4DAE-49E6-AF3E-797C31B401E8}" type="presParOf" srcId="{E2D52114-7BC0-4B03-93C3-9765B74BC955}" destId="{3728CD06-646B-43F0-B895-57DD923FD7F4}" srcOrd="0" destOrd="0" presId="urn:microsoft.com/office/officeart/2005/8/layout/hierarchy2"/>
    <dgm:cxn modelId="{0285C3FF-0723-4906-8CA2-2C876B62A261}" type="presParOf" srcId="{DABD206C-DE72-4E4B-848B-764D542AEEBA}" destId="{A2285512-9F34-4FBD-8F96-8752039016F0}" srcOrd="5" destOrd="0" presId="urn:microsoft.com/office/officeart/2005/8/layout/hierarchy2"/>
    <dgm:cxn modelId="{2B3800BB-952C-48E6-89A8-B6A22B841A95}" type="presParOf" srcId="{A2285512-9F34-4FBD-8F96-8752039016F0}" destId="{FEC71D98-6E19-4C79-BD05-8BE939E39976}" srcOrd="0" destOrd="0" presId="urn:microsoft.com/office/officeart/2005/8/layout/hierarchy2"/>
    <dgm:cxn modelId="{EFCD2705-42D9-4BBF-B145-20F68D1D908D}" type="presParOf" srcId="{A2285512-9F34-4FBD-8F96-8752039016F0}" destId="{F9AC0A39-9698-477F-83D9-67A136C0701F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A67A294-4782-412E-92A3-466AEB9EC1BD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8CCFEDF-69BC-402A-A9C6-042DA464E975}">
      <dgm:prSet phldrT="[Text]"/>
      <dgm:spPr/>
      <dgm:t>
        <a:bodyPr/>
        <a:lstStyle/>
        <a:p>
          <a:r>
            <a:rPr lang="en-US" dirty="0" err="1" smtClean="0">
              <a:solidFill>
                <a:srgbClr val="FFFFFF"/>
              </a:solidFill>
              <a:latin typeface="Constantia" pitchFamily="18" charset="0"/>
            </a:rPr>
            <a:t>Mạch</a:t>
          </a:r>
          <a:r>
            <a:rPr lang="en-US" dirty="0" smtClean="0">
              <a:solidFill>
                <a:srgbClr val="FFFFFF"/>
              </a:solidFill>
              <a:latin typeface="Constantia" pitchFamily="18" charset="0"/>
            </a:rPr>
            <a:t> </a:t>
          </a:r>
          <a:r>
            <a:rPr lang="en-US" dirty="0" err="1" smtClean="0">
              <a:solidFill>
                <a:srgbClr val="FFFFFF"/>
              </a:solidFill>
              <a:latin typeface="Constantia" pitchFamily="18" charset="0"/>
            </a:rPr>
            <a:t>dao</a:t>
          </a:r>
          <a:r>
            <a:rPr lang="en-US" dirty="0" smtClean="0">
              <a:solidFill>
                <a:srgbClr val="FFFFFF"/>
              </a:solidFill>
              <a:latin typeface="Constantia" pitchFamily="18" charset="0"/>
            </a:rPr>
            <a:t> </a:t>
          </a:r>
          <a:r>
            <a:rPr lang="en-US" dirty="0" err="1" smtClean="0">
              <a:solidFill>
                <a:srgbClr val="FFFFFF"/>
              </a:solidFill>
              <a:latin typeface="Constantia" pitchFamily="18" charset="0"/>
            </a:rPr>
            <a:t>động</a:t>
          </a:r>
          <a:r>
            <a:rPr lang="en-US" dirty="0" smtClean="0">
              <a:solidFill>
                <a:srgbClr val="FFFFFF"/>
              </a:solidFill>
              <a:latin typeface="Constantia" pitchFamily="18" charset="0"/>
            </a:rPr>
            <a:t> LC</a:t>
          </a:r>
          <a:endParaRPr lang="en-US" dirty="0">
            <a:solidFill>
              <a:srgbClr val="FFFFFF"/>
            </a:solidFill>
            <a:latin typeface="Constantia" pitchFamily="18" charset="0"/>
          </a:endParaRPr>
        </a:p>
      </dgm:t>
    </dgm:pt>
    <dgm:pt modelId="{EDAA3102-1B5A-4019-822F-53913C2868F8}" type="parTrans" cxnId="{BED35D80-7271-4477-882C-109EA4D85ED0}">
      <dgm:prSet/>
      <dgm:spPr/>
      <dgm:t>
        <a:bodyPr/>
        <a:lstStyle/>
        <a:p>
          <a:endParaRPr lang="en-US"/>
        </a:p>
      </dgm:t>
    </dgm:pt>
    <dgm:pt modelId="{864FB904-B23A-4903-AB90-B6602CADF075}" type="sibTrans" cxnId="{BED35D80-7271-4477-882C-109EA4D85ED0}">
      <dgm:prSet/>
      <dgm:spPr/>
      <dgm:t>
        <a:bodyPr/>
        <a:lstStyle/>
        <a:p>
          <a:endParaRPr lang="en-US"/>
        </a:p>
      </dgm:t>
    </dgm:pt>
    <dgm:pt modelId="{5188662C-D8B2-47CB-9E8A-E043E4382974}">
      <dgm:prSet phldrT="[Text]" custT="1"/>
      <dgm:spPr/>
      <dgm:t>
        <a:bodyPr/>
        <a:lstStyle/>
        <a:p>
          <a:r>
            <a:rPr lang="en-US" sz="2000" dirty="0" err="1" smtClean="0">
              <a:solidFill>
                <a:srgbClr val="FFFFFF"/>
              </a:solidFill>
              <a:latin typeface="Constantia" pitchFamily="18" charset="0"/>
            </a:rPr>
            <a:t>Mạch</a:t>
          </a:r>
          <a:r>
            <a:rPr lang="en-US" sz="2000" dirty="0" smtClean="0">
              <a:solidFill>
                <a:srgbClr val="FFFFFF"/>
              </a:solidFill>
              <a:latin typeface="Constantia" pitchFamily="18" charset="0"/>
            </a:rPr>
            <a:t> </a:t>
          </a:r>
          <a:r>
            <a:rPr lang="en-US" sz="2000" dirty="0" err="1" smtClean="0">
              <a:solidFill>
                <a:srgbClr val="FFFFFF"/>
              </a:solidFill>
              <a:latin typeface="Constantia" pitchFamily="18" charset="0"/>
            </a:rPr>
            <a:t>dao</a:t>
          </a:r>
          <a:r>
            <a:rPr lang="en-US" sz="2000" dirty="0" smtClean="0">
              <a:solidFill>
                <a:srgbClr val="FFFFFF"/>
              </a:solidFill>
              <a:latin typeface="Constantia" pitchFamily="18" charset="0"/>
            </a:rPr>
            <a:t> </a:t>
          </a:r>
          <a:r>
            <a:rPr lang="en-US" sz="2000" dirty="0" err="1" smtClean="0">
              <a:solidFill>
                <a:srgbClr val="FFFFFF"/>
              </a:solidFill>
              <a:latin typeface="Constantia" pitchFamily="18" charset="0"/>
            </a:rPr>
            <a:t>động</a:t>
          </a:r>
          <a:r>
            <a:rPr lang="en-US" sz="2000" dirty="0" smtClean="0">
              <a:solidFill>
                <a:srgbClr val="FFFFFF"/>
              </a:solidFill>
              <a:latin typeface="Constantia" pitchFamily="18" charset="0"/>
            </a:rPr>
            <a:t> </a:t>
          </a:r>
          <a:r>
            <a:rPr lang="en-US" sz="2000" dirty="0" err="1" smtClean="0">
              <a:solidFill>
                <a:srgbClr val="FFFFFF"/>
              </a:solidFill>
              <a:latin typeface="Constantia" pitchFamily="18" charset="0"/>
            </a:rPr>
            <a:t>Colpitts</a:t>
          </a:r>
          <a:endParaRPr lang="en-US" sz="2000" dirty="0">
            <a:solidFill>
              <a:srgbClr val="FFFFFF"/>
            </a:solidFill>
            <a:latin typeface="Constantia" pitchFamily="18" charset="0"/>
          </a:endParaRPr>
        </a:p>
      </dgm:t>
    </dgm:pt>
    <dgm:pt modelId="{A836C1B9-CC14-4EBC-ACB7-4D7E5D195EC8}" type="parTrans" cxnId="{DBE0C387-16A4-419D-81A4-1378DB0357C4}">
      <dgm:prSet/>
      <dgm:spPr/>
      <dgm:t>
        <a:bodyPr/>
        <a:lstStyle/>
        <a:p>
          <a:endParaRPr lang="en-US"/>
        </a:p>
      </dgm:t>
    </dgm:pt>
    <dgm:pt modelId="{538AB6C5-3964-473E-9C42-8DFBE00B26DD}" type="sibTrans" cxnId="{DBE0C387-16A4-419D-81A4-1378DB0357C4}">
      <dgm:prSet/>
      <dgm:spPr/>
      <dgm:t>
        <a:bodyPr/>
        <a:lstStyle/>
        <a:p>
          <a:endParaRPr lang="en-US"/>
        </a:p>
      </dgm:t>
    </dgm:pt>
    <dgm:pt modelId="{E5FBE554-B006-4550-B40B-A0219390C0A9}">
      <dgm:prSet phldrT="[Text]" custT="1"/>
      <dgm:spPr/>
      <dgm:t>
        <a:bodyPr/>
        <a:lstStyle/>
        <a:p>
          <a:r>
            <a:rPr lang="en-US" sz="2000" dirty="0" err="1" smtClean="0">
              <a:solidFill>
                <a:srgbClr val="FFFFFF"/>
              </a:solidFill>
              <a:latin typeface="Constantia" pitchFamily="18" charset="0"/>
            </a:rPr>
            <a:t>Mạch</a:t>
          </a:r>
          <a:r>
            <a:rPr lang="en-US" sz="2000" dirty="0" smtClean="0">
              <a:solidFill>
                <a:srgbClr val="FFFFFF"/>
              </a:solidFill>
              <a:latin typeface="Constantia" pitchFamily="18" charset="0"/>
            </a:rPr>
            <a:t> </a:t>
          </a:r>
          <a:r>
            <a:rPr lang="en-US" sz="2000" dirty="0" err="1" smtClean="0">
              <a:solidFill>
                <a:srgbClr val="FFFFFF"/>
              </a:solidFill>
              <a:latin typeface="Constantia" pitchFamily="18" charset="0"/>
            </a:rPr>
            <a:t>dao</a:t>
          </a:r>
          <a:r>
            <a:rPr lang="en-US" sz="2000" dirty="0" smtClean="0">
              <a:solidFill>
                <a:srgbClr val="FFFFFF"/>
              </a:solidFill>
              <a:latin typeface="Constantia" pitchFamily="18" charset="0"/>
            </a:rPr>
            <a:t> </a:t>
          </a:r>
          <a:r>
            <a:rPr lang="en-US" sz="2000" dirty="0" err="1" smtClean="0">
              <a:solidFill>
                <a:srgbClr val="FFFFFF"/>
              </a:solidFill>
              <a:latin typeface="Constantia" pitchFamily="18" charset="0"/>
            </a:rPr>
            <a:t>động</a:t>
          </a:r>
          <a:r>
            <a:rPr lang="en-US" sz="2000" dirty="0" smtClean="0">
              <a:solidFill>
                <a:srgbClr val="FFFFFF"/>
              </a:solidFill>
              <a:latin typeface="Constantia" pitchFamily="18" charset="0"/>
            </a:rPr>
            <a:t> Hartley</a:t>
          </a:r>
          <a:endParaRPr lang="en-US" sz="2000" dirty="0">
            <a:solidFill>
              <a:srgbClr val="FFFFFF"/>
            </a:solidFill>
            <a:latin typeface="Constantia" pitchFamily="18" charset="0"/>
          </a:endParaRPr>
        </a:p>
      </dgm:t>
    </dgm:pt>
    <dgm:pt modelId="{065ADC2C-FCE2-4677-BA04-8067F0832A89}" type="parTrans" cxnId="{46FABE4F-5215-4962-B4F6-FE4A3C8A62E8}">
      <dgm:prSet/>
      <dgm:spPr/>
      <dgm:t>
        <a:bodyPr/>
        <a:lstStyle/>
        <a:p>
          <a:endParaRPr lang="en-US"/>
        </a:p>
      </dgm:t>
    </dgm:pt>
    <dgm:pt modelId="{4A9F9488-014C-4C7F-A450-98ED859BA0D7}" type="sibTrans" cxnId="{46FABE4F-5215-4962-B4F6-FE4A3C8A62E8}">
      <dgm:prSet/>
      <dgm:spPr/>
      <dgm:t>
        <a:bodyPr/>
        <a:lstStyle/>
        <a:p>
          <a:endParaRPr lang="en-US"/>
        </a:p>
      </dgm:t>
    </dgm:pt>
    <dgm:pt modelId="{5066FFB5-EE56-42F3-85F0-6C746D731104}">
      <dgm:prSet phldrT="[Text]" custT="1"/>
      <dgm:spPr/>
      <dgm:t>
        <a:bodyPr/>
        <a:lstStyle/>
        <a:p>
          <a:r>
            <a:rPr lang="en-US" sz="2000" dirty="0" err="1" smtClean="0">
              <a:solidFill>
                <a:srgbClr val="FFFFFF"/>
              </a:solidFill>
              <a:latin typeface="Constantia" pitchFamily="18" charset="0"/>
            </a:rPr>
            <a:t>Mạch</a:t>
          </a:r>
          <a:r>
            <a:rPr lang="en-US" sz="2000" dirty="0" smtClean="0">
              <a:solidFill>
                <a:srgbClr val="FFFFFF"/>
              </a:solidFill>
              <a:latin typeface="Constantia" pitchFamily="18" charset="0"/>
            </a:rPr>
            <a:t> </a:t>
          </a:r>
          <a:r>
            <a:rPr lang="en-US" sz="2000" dirty="0" err="1" smtClean="0">
              <a:solidFill>
                <a:srgbClr val="FFFFFF"/>
              </a:solidFill>
              <a:latin typeface="Constantia" pitchFamily="18" charset="0"/>
            </a:rPr>
            <a:t>dao</a:t>
          </a:r>
          <a:r>
            <a:rPr lang="en-US" sz="2000" dirty="0" smtClean="0">
              <a:solidFill>
                <a:srgbClr val="FFFFFF"/>
              </a:solidFill>
              <a:latin typeface="Constantia" pitchFamily="18" charset="0"/>
            </a:rPr>
            <a:t> </a:t>
          </a:r>
          <a:r>
            <a:rPr lang="en-US" sz="2000" dirty="0" err="1" smtClean="0">
              <a:solidFill>
                <a:srgbClr val="FFFFFF"/>
              </a:solidFill>
              <a:latin typeface="Constantia" pitchFamily="18" charset="0"/>
            </a:rPr>
            <a:t>động</a:t>
          </a:r>
          <a:r>
            <a:rPr lang="en-US" sz="2000" dirty="0" smtClean="0">
              <a:solidFill>
                <a:srgbClr val="FFFFFF"/>
              </a:solidFill>
              <a:latin typeface="Constantia" pitchFamily="18" charset="0"/>
            </a:rPr>
            <a:t> Clapp</a:t>
          </a:r>
          <a:endParaRPr lang="en-US" sz="2000" dirty="0">
            <a:solidFill>
              <a:srgbClr val="FFFFFF"/>
            </a:solidFill>
            <a:latin typeface="Constantia" pitchFamily="18" charset="0"/>
          </a:endParaRPr>
        </a:p>
      </dgm:t>
    </dgm:pt>
    <dgm:pt modelId="{001E5A96-5A2A-4521-AEC1-23A941486199}" type="parTrans" cxnId="{2A4D0CCF-7EB3-49FB-8D0D-B7A8355CE4F4}">
      <dgm:prSet/>
      <dgm:spPr/>
      <dgm:t>
        <a:bodyPr/>
        <a:lstStyle/>
        <a:p>
          <a:endParaRPr lang="en-US"/>
        </a:p>
      </dgm:t>
    </dgm:pt>
    <dgm:pt modelId="{895C0A66-7FF4-418E-96B1-22F9C2AF0146}" type="sibTrans" cxnId="{2A4D0CCF-7EB3-49FB-8D0D-B7A8355CE4F4}">
      <dgm:prSet/>
      <dgm:spPr/>
      <dgm:t>
        <a:bodyPr/>
        <a:lstStyle/>
        <a:p>
          <a:endParaRPr lang="en-US"/>
        </a:p>
      </dgm:t>
    </dgm:pt>
    <dgm:pt modelId="{BEB55850-07E2-4893-9962-73F90141D870}">
      <dgm:prSet phldrT="[Text]" custT="1"/>
      <dgm:spPr/>
      <dgm:t>
        <a:bodyPr/>
        <a:lstStyle/>
        <a:p>
          <a:r>
            <a:rPr lang="en-US" sz="2000" dirty="0" err="1" smtClean="0">
              <a:solidFill>
                <a:srgbClr val="FFFFFF"/>
              </a:solidFill>
              <a:latin typeface="Constantia" pitchFamily="18" charset="0"/>
            </a:rPr>
            <a:t>Mạch</a:t>
          </a:r>
          <a:r>
            <a:rPr lang="en-US" sz="2000" dirty="0" smtClean="0">
              <a:solidFill>
                <a:srgbClr val="FFFFFF"/>
              </a:solidFill>
              <a:latin typeface="Constantia" pitchFamily="18" charset="0"/>
            </a:rPr>
            <a:t> </a:t>
          </a:r>
          <a:r>
            <a:rPr lang="en-US" sz="2000" dirty="0" err="1" smtClean="0">
              <a:solidFill>
                <a:srgbClr val="FFFFFF"/>
              </a:solidFill>
              <a:latin typeface="Constantia" pitchFamily="18" charset="0"/>
            </a:rPr>
            <a:t>dao</a:t>
          </a:r>
          <a:r>
            <a:rPr lang="en-US" sz="2000" dirty="0" smtClean="0">
              <a:solidFill>
                <a:srgbClr val="FFFFFF"/>
              </a:solidFill>
              <a:latin typeface="Constantia" pitchFamily="18" charset="0"/>
            </a:rPr>
            <a:t> </a:t>
          </a:r>
          <a:r>
            <a:rPr lang="en-US" sz="2000" dirty="0" err="1" smtClean="0">
              <a:solidFill>
                <a:srgbClr val="FFFFFF"/>
              </a:solidFill>
              <a:latin typeface="Constantia" pitchFamily="18" charset="0"/>
            </a:rPr>
            <a:t>động</a:t>
          </a:r>
          <a:r>
            <a:rPr lang="en-US" sz="2000" dirty="0" smtClean="0">
              <a:solidFill>
                <a:srgbClr val="FFFFFF"/>
              </a:solidFill>
              <a:latin typeface="Constantia" pitchFamily="18" charset="0"/>
            </a:rPr>
            <a:t> </a:t>
          </a:r>
          <a:r>
            <a:rPr lang="en-US" sz="2000" dirty="0" err="1" smtClean="0">
              <a:solidFill>
                <a:srgbClr val="FFFFFF"/>
              </a:solidFill>
              <a:latin typeface="Constantia" pitchFamily="18" charset="0"/>
            </a:rPr>
            <a:t>Amstrong</a:t>
          </a:r>
          <a:endParaRPr lang="en-US" sz="2000" dirty="0">
            <a:solidFill>
              <a:srgbClr val="FFFFFF"/>
            </a:solidFill>
            <a:latin typeface="Constantia" pitchFamily="18" charset="0"/>
          </a:endParaRPr>
        </a:p>
      </dgm:t>
    </dgm:pt>
    <dgm:pt modelId="{D4197FB2-B3D4-4578-83BA-871E1F2BCD1F}" type="parTrans" cxnId="{735ACA77-D744-4052-8A4F-E2FF7DF9BD19}">
      <dgm:prSet/>
      <dgm:spPr/>
      <dgm:t>
        <a:bodyPr/>
        <a:lstStyle/>
        <a:p>
          <a:endParaRPr lang="en-US"/>
        </a:p>
      </dgm:t>
    </dgm:pt>
    <dgm:pt modelId="{24274FD3-75E5-4C38-98F0-B9B51716AD77}" type="sibTrans" cxnId="{735ACA77-D744-4052-8A4F-E2FF7DF9BD19}">
      <dgm:prSet/>
      <dgm:spPr/>
      <dgm:t>
        <a:bodyPr/>
        <a:lstStyle/>
        <a:p>
          <a:endParaRPr lang="en-US"/>
        </a:p>
      </dgm:t>
    </dgm:pt>
    <dgm:pt modelId="{AC2F6293-8FC2-438F-B518-5C1007D4655C}" type="pres">
      <dgm:prSet presAssocID="{3A67A294-4782-412E-92A3-466AEB9EC1BD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85DBF16F-E712-47D5-AF57-D8A5DA1019E9}" type="pres">
      <dgm:prSet presAssocID="{78CCFEDF-69BC-402A-A9C6-042DA464E975}" presName="root1" presStyleCnt="0"/>
      <dgm:spPr/>
    </dgm:pt>
    <dgm:pt modelId="{2B8E2721-3277-4654-B245-427EEBB74808}" type="pres">
      <dgm:prSet presAssocID="{78CCFEDF-69BC-402A-A9C6-042DA464E975}" presName="LevelOneTextNod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DABD206C-DE72-4E4B-848B-764D542AEEBA}" type="pres">
      <dgm:prSet presAssocID="{78CCFEDF-69BC-402A-A9C6-042DA464E975}" presName="level2hierChild" presStyleCnt="0"/>
      <dgm:spPr/>
    </dgm:pt>
    <dgm:pt modelId="{378CBAA9-7BCA-4E21-8102-1935720AC0AA}" type="pres">
      <dgm:prSet presAssocID="{A836C1B9-CC14-4EBC-ACB7-4D7E5D195EC8}" presName="conn2-1" presStyleLbl="parChTrans1D2" presStyleIdx="0" presStyleCnt="4"/>
      <dgm:spPr/>
      <dgm:t>
        <a:bodyPr/>
        <a:lstStyle/>
        <a:p>
          <a:endParaRPr lang="en-US"/>
        </a:p>
      </dgm:t>
    </dgm:pt>
    <dgm:pt modelId="{8CD14054-7861-49F8-A7E6-60E4BE40B9AF}" type="pres">
      <dgm:prSet presAssocID="{A836C1B9-CC14-4EBC-ACB7-4D7E5D195EC8}" presName="connTx" presStyleLbl="parChTrans1D2" presStyleIdx="0" presStyleCnt="4"/>
      <dgm:spPr/>
      <dgm:t>
        <a:bodyPr/>
        <a:lstStyle/>
        <a:p>
          <a:endParaRPr lang="en-US"/>
        </a:p>
      </dgm:t>
    </dgm:pt>
    <dgm:pt modelId="{2179BA20-67C2-4EDE-8D69-6FD88341C3F8}" type="pres">
      <dgm:prSet presAssocID="{5188662C-D8B2-47CB-9E8A-E043E4382974}" presName="root2" presStyleCnt="0"/>
      <dgm:spPr/>
    </dgm:pt>
    <dgm:pt modelId="{D8910BC0-08FE-4343-9247-7710D60C9FA7}" type="pres">
      <dgm:prSet presAssocID="{5188662C-D8B2-47CB-9E8A-E043E4382974}" presName="LevelTwoTextNode" presStyleLbl="node2" presStyleIdx="0" presStyleCnt="4" custScaleX="15141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920B5E8-999F-4AED-BDD0-42346BD65E33}" type="pres">
      <dgm:prSet presAssocID="{5188662C-D8B2-47CB-9E8A-E043E4382974}" presName="level3hierChild" presStyleCnt="0"/>
      <dgm:spPr/>
    </dgm:pt>
    <dgm:pt modelId="{E372798F-D5BD-4034-9760-14621FC6B420}" type="pres">
      <dgm:prSet presAssocID="{065ADC2C-FCE2-4677-BA04-8067F0832A89}" presName="conn2-1" presStyleLbl="parChTrans1D2" presStyleIdx="1" presStyleCnt="4"/>
      <dgm:spPr/>
      <dgm:t>
        <a:bodyPr/>
        <a:lstStyle/>
        <a:p>
          <a:endParaRPr lang="en-US"/>
        </a:p>
      </dgm:t>
    </dgm:pt>
    <dgm:pt modelId="{D92D7584-1A55-439D-97BB-12A083A09057}" type="pres">
      <dgm:prSet presAssocID="{065ADC2C-FCE2-4677-BA04-8067F0832A89}" presName="connTx" presStyleLbl="parChTrans1D2" presStyleIdx="1" presStyleCnt="4"/>
      <dgm:spPr/>
      <dgm:t>
        <a:bodyPr/>
        <a:lstStyle/>
        <a:p>
          <a:endParaRPr lang="en-US"/>
        </a:p>
      </dgm:t>
    </dgm:pt>
    <dgm:pt modelId="{E17111AD-F7AE-482A-A003-C37D0FF9387A}" type="pres">
      <dgm:prSet presAssocID="{E5FBE554-B006-4550-B40B-A0219390C0A9}" presName="root2" presStyleCnt="0"/>
      <dgm:spPr/>
    </dgm:pt>
    <dgm:pt modelId="{E4CD1998-3319-4BC8-9CA0-A34BD7A31F4F}" type="pres">
      <dgm:prSet presAssocID="{E5FBE554-B006-4550-B40B-A0219390C0A9}" presName="LevelTwoTextNode" presStyleLbl="node2" presStyleIdx="1" presStyleCnt="4" custScaleX="15141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78E351E4-40C8-4159-8F13-686274D475AC}" type="pres">
      <dgm:prSet presAssocID="{E5FBE554-B006-4550-B40B-A0219390C0A9}" presName="level3hierChild" presStyleCnt="0"/>
      <dgm:spPr/>
    </dgm:pt>
    <dgm:pt modelId="{E2D52114-7BC0-4B03-93C3-9765B74BC955}" type="pres">
      <dgm:prSet presAssocID="{001E5A96-5A2A-4521-AEC1-23A941486199}" presName="conn2-1" presStyleLbl="parChTrans1D2" presStyleIdx="2" presStyleCnt="4"/>
      <dgm:spPr/>
      <dgm:t>
        <a:bodyPr/>
        <a:lstStyle/>
        <a:p>
          <a:endParaRPr lang="en-US"/>
        </a:p>
      </dgm:t>
    </dgm:pt>
    <dgm:pt modelId="{3728CD06-646B-43F0-B895-57DD923FD7F4}" type="pres">
      <dgm:prSet presAssocID="{001E5A96-5A2A-4521-AEC1-23A941486199}" presName="connTx" presStyleLbl="parChTrans1D2" presStyleIdx="2" presStyleCnt="4"/>
      <dgm:spPr/>
      <dgm:t>
        <a:bodyPr/>
        <a:lstStyle/>
        <a:p>
          <a:endParaRPr lang="en-US"/>
        </a:p>
      </dgm:t>
    </dgm:pt>
    <dgm:pt modelId="{A2285512-9F34-4FBD-8F96-8752039016F0}" type="pres">
      <dgm:prSet presAssocID="{5066FFB5-EE56-42F3-85F0-6C746D731104}" presName="root2" presStyleCnt="0"/>
      <dgm:spPr/>
    </dgm:pt>
    <dgm:pt modelId="{FEC71D98-6E19-4C79-BD05-8BE939E39976}" type="pres">
      <dgm:prSet presAssocID="{5066FFB5-EE56-42F3-85F0-6C746D731104}" presName="LevelTwoTextNode" presStyleLbl="node2" presStyleIdx="2" presStyleCnt="4" custScaleX="15141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F9AC0A39-9698-477F-83D9-67A136C0701F}" type="pres">
      <dgm:prSet presAssocID="{5066FFB5-EE56-42F3-85F0-6C746D731104}" presName="level3hierChild" presStyleCnt="0"/>
      <dgm:spPr/>
    </dgm:pt>
    <dgm:pt modelId="{BCDD8EE0-68C1-4803-8D75-A4D1B600D7CF}" type="pres">
      <dgm:prSet presAssocID="{D4197FB2-B3D4-4578-83BA-871E1F2BCD1F}" presName="conn2-1" presStyleLbl="parChTrans1D2" presStyleIdx="3" presStyleCnt="4"/>
      <dgm:spPr/>
      <dgm:t>
        <a:bodyPr/>
        <a:lstStyle/>
        <a:p>
          <a:endParaRPr lang="en-US"/>
        </a:p>
      </dgm:t>
    </dgm:pt>
    <dgm:pt modelId="{6C4A48BD-A695-45C8-BFE4-99F4BBCD9E4C}" type="pres">
      <dgm:prSet presAssocID="{D4197FB2-B3D4-4578-83BA-871E1F2BCD1F}" presName="connTx" presStyleLbl="parChTrans1D2" presStyleIdx="3" presStyleCnt="4"/>
      <dgm:spPr/>
      <dgm:t>
        <a:bodyPr/>
        <a:lstStyle/>
        <a:p>
          <a:endParaRPr lang="en-US"/>
        </a:p>
      </dgm:t>
    </dgm:pt>
    <dgm:pt modelId="{1CB1B194-56DB-4907-B433-E4E9682EEF25}" type="pres">
      <dgm:prSet presAssocID="{BEB55850-07E2-4893-9962-73F90141D870}" presName="root2" presStyleCnt="0"/>
      <dgm:spPr/>
    </dgm:pt>
    <dgm:pt modelId="{8813C5A0-04B7-4A3D-BF79-E5AED8092148}" type="pres">
      <dgm:prSet presAssocID="{BEB55850-07E2-4893-9962-73F90141D870}" presName="LevelTwoTextNode" presStyleLbl="node2" presStyleIdx="3" presStyleCnt="4" custScaleX="154498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AEB7AA6F-6CF1-4CBA-91AB-73A47C74E433}" type="pres">
      <dgm:prSet presAssocID="{BEB55850-07E2-4893-9962-73F90141D870}" presName="level3hierChild" presStyleCnt="0"/>
      <dgm:spPr/>
    </dgm:pt>
  </dgm:ptLst>
  <dgm:cxnLst>
    <dgm:cxn modelId="{1DB03B0A-4649-4F94-BBBD-80BF88944179}" type="presOf" srcId="{065ADC2C-FCE2-4677-BA04-8067F0832A89}" destId="{D92D7584-1A55-439D-97BB-12A083A09057}" srcOrd="1" destOrd="0" presId="urn:microsoft.com/office/officeart/2005/8/layout/hierarchy2"/>
    <dgm:cxn modelId="{FF130613-7439-4BBF-A601-849FFE3E3C34}" type="presOf" srcId="{BEB55850-07E2-4893-9962-73F90141D870}" destId="{8813C5A0-04B7-4A3D-BF79-E5AED8092148}" srcOrd="0" destOrd="0" presId="urn:microsoft.com/office/officeart/2005/8/layout/hierarchy2"/>
    <dgm:cxn modelId="{6A3A3395-5656-402D-828E-9BAA658B824A}" type="presOf" srcId="{3A67A294-4782-412E-92A3-466AEB9EC1BD}" destId="{AC2F6293-8FC2-438F-B518-5C1007D4655C}" srcOrd="0" destOrd="0" presId="urn:microsoft.com/office/officeart/2005/8/layout/hierarchy2"/>
    <dgm:cxn modelId="{08B4B442-B678-4B2C-84C2-5550945C9DB8}" type="presOf" srcId="{001E5A96-5A2A-4521-AEC1-23A941486199}" destId="{3728CD06-646B-43F0-B895-57DD923FD7F4}" srcOrd="1" destOrd="0" presId="urn:microsoft.com/office/officeart/2005/8/layout/hierarchy2"/>
    <dgm:cxn modelId="{266D1917-69E5-461C-9F78-3B33498953DB}" type="presOf" srcId="{5188662C-D8B2-47CB-9E8A-E043E4382974}" destId="{D8910BC0-08FE-4343-9247-7710D60C9FA7}" srcOrd="0" destOrd="0" presId="urn:microsoft.com/office/officeart/2005/8/layout/hierarchy2"/>
    <dgm:cxn modelId="{BED35D80-7271-4477-882C-109EA4D85ED0}" srcId="{3A67A294-4782-412E-92A3-466AEB9EC1BD}" destId="{78CCFEDF-69BC-402A-A9C6-042DA464E975}" srcOrd="0" destOrd="0" parTransId="{EDAA3102-1B5A-4019-822F-53913C2868F8}" sibTransId="{864FB904-B23A-4903-AB90-B6602CADF075}"/>
    <dgm:cxn modelId="{DBE0C387-16A4-419D-81A4-1378DB0357C4}" srcId="{78CCFEDF-69BC-402A-A9C6-042DA464E975}" destId="{5188662C-D8B2-47CB-9E8A-E043E4382974}" srcOrd="0" destOrd="0" parTransId="{A836C1B9-CC14-4EBC-ACB7-4D7E5D195EC8}" sibTransId="{538AB6C5-3964-473E-9C42-8DFBE00B26DD}"/>
    <dgm:cxn modelId="{5B00455A-C011-4EF8-8079-1209A824DAD3}" type="presOf" srcId="{A836C1B9-CC14-4EBC-ACB7-4D7E5D195EC8}" destId="{8CD14054-7861-49F8-A7E6-60E4BE40B9AF}" srcOrd="1" destOrd="0" presId="urn:microsoft.com/office/officeart/2005/8/layout/hierarchy2"/>
    <dgm:cxn modelId="{7AEEE81B-C9FB-4CA7-8C72-B857E70B518B}" type="presOf" srcId="{5066FFB5-EE56-42F3-85F0-6C746D731104}" destId="{FEC71D98-6E19-4C79-BD05-8BE939E39976}" srcOrd="0" destOrd="0" presId="urn:microsoft.com/office/officeart/2005/8/layout/hierarchy2"/>
    <dgm:cxn modelId="{51C1838B-1944-4BA0-800C-C7609318E865}" type="presOf" srcId="{D4197FB2-B3D4-4578-83BA-871E1F2BCD1F}" destId="{BCDD8EE0-68C1-4803-8D75-A4D1B600D7CF}" srcOrd="0" destOrd="0" presId="urn:microsoft.com/office/officeart/2005/8/layout/hierarchy2"/>
    <dgm:cxn modelId="{2D0D1766-4BF1-46B1-A3C8-F6227CA6210A}" type="presOf" srcId="{D4197FB2-B3D4-4578-83BA-871E1F2BCD1F}" destId="{6C4A48BD-A695-45C8-BFE4-99F4BBCD9E4C}" srcOrd="1" destOrd="0" presId="urn:microsoft.com/office/officeart/2005/8/layout/hierarchy2"/>
    <dgm:cxn modelId="{2A4D0CCF-7EB3-49FB-8D0D-B7A8355CE4F4}" srcId="{78CCFEDF-69BC-402A-A9C6-042DA464E975}" destId="{5066FFB5-EE56-42F3-85F0-6C746D731104}" srcOrd="2" destOrd="0" parTransId="{001E5A96-5A2A-4521-AEC1-23A941486199}" sibTransId="{895C0A66-7FF4-418E-96B1-22F9C2AF0146}"/>
    <dgm:cxn modelId="{735ACA77-D744-4052-8A4F-E2FF7DF9BD19}" srcId="{78CCFEDF-69BC-402A-A9C6-042DA464E975}" destId="{BEB55850-07E2-4893-9962-73F90141D870}" srcOrd="3" destOrd="0" parTransId="{D4197FB2-B3D4-4578-83BA-871E1F2BCD1F}" sibTransId="{24274FD3-75E5-4C38-98F0-B9B51716AD77}"/>
    <dgm:cxn modelId="{944EE586-E0CD-47B9-AD82-E2D366969A90}" type="presOf" srcId="{78CCFEDF-69BC-402A-A9C6-042DA464E975}" destId="{2B8E2721-3277-4654-B245-427EEBB74808}" srcOrd="0" destOrd="0" presId="urn:microsoft.com/office/officeart/2005/8/layout/hierarchy2"/>
    <dgm:cxn modelId="{7DC5CAD6-D862-412C-9BDC-34AFADDF83B3}" type="presOf" srcId="{001E5A96-5A2A-4521-AEC1-23A941486199}" destId="{E2D52114-7BC0-4B03-93C3-9765B74BC955}" srcOrd="0" destOrd="0" presId="urn:microsoft.com/office/officeart/2005/8/layout/hierarchy2"/>
    <dgm:cxn modelId="{0A74DF7C-BB78-481F-827D-C97E48A08C86}" type="presOf" srcId="{E5FBE554-B006-4550-B40B-A0219390C0A9}" destId="{E4CD1998-3319-4BC8-9CA0-A34BD7A31F4F}" srcOrd="0" destOrd="0" presId="urn:microsoft.com/office/officeart/2005/8/layout/hierarchy2"/>
    <dgm:cxn modelId="{46FABE4F-5215-4962-B4F6-FE4A3C8A62E8}" srcId="{78CCFEDF-69BC-402A-A9C6-042DA464E975}" destId="{E5FBE554-B006-4550-B40B-A0219390C0A9}" srcOrd="1" destOrd="0" parTransId="{065ADC2C-FCE2-4677-BA04-8067F0832A89}" sibTransId="{4A9F9488-014C-4C7F-A450-98ED859BA0D7}"/>
    <dgm:cxn modelId="{178EC0CC-A92C-4E54-83FA-7FA681423241}" type="presOf" srcId="{A836C1B9-CC14-4EBC-ACB7-4D7E5D195EC8}" destId="{378CBAA9-7BCA-4E21-8102-1935720AC0AA}" srcOrd="0" destOrd="0" presId="urn:microsoft.com/office/officeart/2005/8/layout/hierarchy2"/>
    <dgm:cxn modelId="{52A2B75E-637D-4BE3-885B-87B3B05E44A1}" type="presOf" srcId="{065ADC2C-FCE2-4677-BA04-8067F0832A89}" destId="{E372798F-D5BD-4034-9760-14621FC6B420}" srcOrd="0" destOrd="0" presId="urn:microsoft.com/office/officeart/2005/8/layout/hierarchy2"/>
    <dgm:cxn modelId="{7474C0D3-3BAD-4140-AF25-6466B9D5C928}" type="presParOf" srcId="{AC2F6293-8FC2-438F-B518-5C1007D4655C}" destId="{85DBF16F-E712-47D5-AF57-D8A5DA1019E9}" srcOrd="0" destOrd="0" presId="urn:microsoft.com/office/officeart/2005/8/layout/hierarchy2"/>
    <dgm:cxn modelId="{16244639-B0AB-427E-A88B-25733ABE1623}" type="presParOf" srcId="{85DBF16F-E712-47D5-AF57-D8A5DA1019E9}" destId="{2B8E2721-3277-4654-B245-427EEBB74808}" srcOrd="0" destOrd="0" presId="urn:microsoft.com/office/officeart/2005/8/layout/hierarchy2"/>
    <dgm:cxn modelId="{70EE5E27-B69F-4445-B280-F78A09B1B84E}" type="presParOf" srcId="{85DBF16F-E712-47D5-AF57-D8A5DA1019E9}" destId="{DABD206C-DE72-4E4B-848B-764D542AEEBA}" srcOrd="1" destOrd="0" presId="urn:microsoft.com/office/officeart/2005/8/layout/hierarchy2"/>
    <dgm:cxn modelId="{02CE74EB-CC6B-4C1D-9BF5-0923EA453F72}" type="presParOf" srcId="{DABD206C-DE72-4E4B-848B-764D542AEEBA}" destId="{378CBAA9-7BCA-4E21-8102-1935720AC0AA}" srcOrd="0" destOrd="0" presId="urn:microsoft.com/office/officeart/2005/8/layout/hierarchy2"/>
    <dgm:cxn modelId="{2C44BD3A-D35E-402A-9297-62340E216EFD}" type="presParOf" srcId="{378CBAA9-7BCA-4E21-8102-1935720AC0AA}" destId="{8CD14054-7861-49F8-A7E6-60E4BE40B9AF}" srcOrd="0" destOrd="0" presId="urn:microsoft.com/office/officeart/2005/8/layout/hierarchy2"/>
    <dgm:cxn modelId="{F097AAF9-34BD-43DC-87BD-C1A37132C44D}" type="presParOf" srcId="{DABD206C-DE72-4E4B-848B-764D542AEEBA}" destId="{2179BA20-67C2-4EDE-8D69-6FD88341C3F8}" srcOrd="1" destOrd="0" presId="urn:microsoft.com/office/officeart/2005/8/layout/hierarchy2"/>
    <dgm:cxn modelId="{187A64B0-9349-4610-8F86-4456440AA025}" type="presParOf" srcId="{2179BA20-67C2-4EDE-8D69-6FD88341C3F8}" destId="{D8910BC0-08FE-4343-9247-7710D60C9FA7}" srcOrd="0" destOrd="0" presId="urn:microsoft.com/office/officeart/2005/8/layout/hierarchy2"/>
    <dgm:cxn modelId="{EEA22D65-0C6B-41C5-99F0-9E6A7505AC69}" type="presParOf" srcId="{2179BA20-67C2-4EDE-8D69-6FD88341C3F8}" destId="{0920B5E8-999F-4AED-BDD0-42346BD65E33}" srcOrd="1" destOrd="0" presId="urn:microsoft.com/office/officeart/2005/8/layout/hierarchy2"/>
    <dgm:cxn modelId="{96F2E163-9594-442D-A2B2-A3233CB282E9}" type="presParOf" srcId="{DABD206C-DE72-4E4B-848B-764D542AEEBA}" destId="{E372798F-D5BD-4034-9760-14621FC6B420}" srcOrd="2" destOrd="0" presId="urn:microsoft.com/office/officeart/2005/8/layout/hierarchy2"/>
    <dgm:cxn modelId="{6248646A-D1B4-4ECA-A17A-5E90C380F375}" type="presParOf" srcId="{E372798F-D5BD-4034-9760-14621FC6B420}" destId="{D92D7584-1A55-439D-97BB-12A083A09057}" srcOrd="0" destOrd="0" presId="urn:microsoft.com/office/officeart/2005/8/layout/hierarchy2"/>
    <dgm:cxn modelId="{D95911C6-4F79-4ED1-B4EE-651D284F30E4}" type="presParOf" srcId="{DABD206C-DE72-4E4B-848B-764D542AEEBA}" destId="{E17111AD-F7AE-482A-A003-C37D0FF9387A}" srcOrd="3" destOrd="0" presId="urn:microsoft.com/office/officeart/2005/8/layout/hierarchy2"/>
    <dgm:cxn modelId="{A6BE7FBB-2DF8-45CA-B71D-557250BF3423}" type="presParOf" srcId="{E17111AD-F7AE-482A-A003-C37D0FF9387A}" destId="{E4CD1998-3319-4BC8-9CA0-A34BD7A31F4F}" srcOrd="0" destOrd="0" presId="urn:microsoft.com/office/officeart/2005/8/layout/hierarchy2"/>
    <dgm:cxn modelId="{1804A571-7A0B-469E-B858-E21D2FFDE2FD}" type="presParOf" srcId="{E17111AD-F7AE-482A-A003-C37D0FF9387A}" destId="{78E351E4-40C8-4159-8F13-686274D475AC}" srcOrd="1" destOrd="0" presId="urn:microsoft.com/office/officeart/2005/8/layout/hierarchy2"/>
    <dgm:cxn modelId="{04167162-9A1D-41DB-9F26-3C615CC58AE0}" type="presParOf" srcId="{DABD206C-DE72-4E4B-848B-764D542AEEBA}" destId="{E2D52114-7BC0-4B03-93C3-9765B74BC955}" srcOrd="4" destOrd="0" presId="urn:microsoft.com/office/officeart/2005/8/layout/hierarchy2"/>
    <dgm:cxn modelId="{1F8C241A-1835-41CC-A43C-A2D6374CDBCC}" type="presParOf" srcId="{E2D52114-7BC0-4B03-93C3-9765B74BC955}" destId="{3728CD06-646B-43F0-B895-57DD923FD7F4}" srcOrd="0" destOrd="0" presId="urn:microsoft.com/office/officeart/2005/8/layout/hierarchy2"/>
    <dgm:cxn modelId="{A615051F-A786-4E66-BA17-D58C53F3660D}" type="presParOf" srcId="{DABD206C-DE72-4E4B-848B-764D542AEEBA}" destId="{A2285512-9F34-4FBD-8F96-8752039016F0}" srcOrd="5" destOrd="0" presId="urn:microsoft.com/office/officeart/2005/8/layout/hierarchy2"/>
    <dgm:cxn modelId="{EF3ADF26-8D61-4E41-8772-6CBE2C0CFF4F}" type="presParOf" srcId="{A2285512-9F34-4FBD-8F96-8752039016F0}" destId="{FEC71D98-6E19-4C79-BD05-8BE939E39976}" srcOrd="0" destOrd="0" presId="urn:microsoft.com/office/officeart/2005/8/layout/hierarchy2"/>
    <dgm:cxn modelId="{16E1A9DB-9B69-425B-912E-46B8C7C1D6EA}" type="presParOf" srcId="{A2285512-9F34-4FBD-8F96-8752039016F0}" destId="{F9AC0A39-9698-477F-83D9-67A136C0701F}" srcOrd="1" destOrd="0" presId="urn:microsoft.com/office/officeart/2005/8/layout/hierarchy2"/>
    <dgm:cxn modelId="{157B3AE9-24AD-4315-8173-AB0C0A348004}" type="presParOf" srcId="{DABD206C-DE72-4E4B-848B-764D542AEEBA}" destId="{BCDD8EE0-68C1-4803-8D75-A4D1B600D7CF}" srcOrd="6" destOrd="0" presId="urn:microsoft.com/office/officeart/2005/8/layout/hierarchy2"/>
    <dgm:cxn modelId="{97484DA0-D5CF-43D9-9CBA-F2A6F5F87A26}" type="presParOf" srcId="{BCDD8EE0-68C1-4803-8D75-A4D1B600D7CF}" destId="{6C4A48BD-A695-45C8-BFE4-99F4BBCD9E4C}" srcOrd="0" destOrd="0" presId="urn:microsoft.com/office/officeart/2005/8/layout/hierarchy2"/>
    <dgm:cxn modelId="{C5207562-9909-4621-AD00-455995BEF646}" type="presParOf" srcId="{DABD206C-DE72-4E4B-848B-764D542AEEBA}" destId="{1CB1B194-56DB-4907-B433-E4E9682EEF25}" srcOrd="7" destOrd="0" presId="urn:microsoft.com/office/officeart/2005/8/layout/hierarchy2"/>
    <dgm:cxn modelId="{BF00D532-DCE6-4594-8C0D-7CA4EFADF0D2}" type="presParOf" srcId="{1CB1B194-56DB-4907-B433-E4E9682EEF25}" destId="{8813C5A0-04B7-4A3D-BF79-E5AED8092148}" srcOrd="0" destOrd="0" presId="urn:microsoft.com/office/officeart/2005/8/layout/hierarchy2"/>
    <dgm:cxn modelId="{17F39184-BAC4-4B01-B222-9BE52F9F79FB}" type="presParOf" srcId="{1CB1B194-56DB-4907-B433-E4E9682EEF25}" destId="{AEB7AA6F-6CF1-4CBA-91AB-73A47C74E433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5AB826C-3D72-4D4D-9A38-6F47DBD69FA8}" type="doc">
      <dgm:prSet loTypeId="urn:microsoft.com/office/officeart/2005/8/layout/cycle2" loCatId="cycle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FBB4FF9-F4CB-4997-B98C-A9695DB1711C}">
      <dgm:prSet phldrT="[Text]" custT="1"/>
      <dgm:spPr>
        <a:solidFill>
          <a:srgbClr val="00B0F0"/>
        </a:solidFill>
      </dgm:spPr>
      <dgm:t>
        <a:bodyPr/>
        <a:lstStyle/>
        <a:p>
          <a:r>
            <a:rPr lang="en-US" sz="1800" b="1" dirty="0" smtClean="0">
              <a:solidFill>
                <a:schemeClr val="tx1">
                  <a:lumMod val="85000"/>
                  <a:lumOff val="15000"/>
                </a:schemeClr>
              </a:solidFill>
              <a:latin typeface="+mn-lt"/>
            </a:rPr>
            <a:t>I</a:t>
          </a:r>
          <a:r>
            <a:rPr lang="en-US" sz="1800" b="1" baseline="-25000" dirty="0" smtClean="0">
              <a:solidFill>
                <a:schemeClr val="tx1">
                  <a:lumMod val="85000"/>
                  <a:lumOff val="15000"/>
                </a:schemeClr>
              </a:solidFill>
              <a:latin typeface="+mn-lt"/>
            </a:rPr>
            <a:t>B1</a:t>
          </a:r>
          <a:r>
            <a:rPr lang="en-US" sz="1800" b="1" dirty="0" smtClean="0">
              <a:solidFill>
                <a:schemeClr val="tx1">
                  <a:lumMod val="85000"/>
                  <a:lumOff val="15000"/>
                </a:schemeClr>
              </a:solidFill>
              <a:latin typeface="+mn-lt"/>
            </a:rPr>
            <a:t>&gt;I</a:t>
          </a:r>
          <a:r>
            <a:rPr lang="en-US" sz="1800" b="1" baseline="-25000" dirty="0" smtClean="0">
              <a:solidFill>
                <a:schemeClr val="tx1">
                  <a:lumMod val="85000"/>
                  <a:lumOff val="15000"/>
                </a:schemeClr>
              </a:solidFill>
              <a:latin typeface="+mn-lt"/>
            </a:rPr>
            <a:t>B2</a:t>
          </a:r>
          <a:endParaRPr lang="en-US" sz="1800" b="1" baseline="-25000" dirty="0">
            <a:solidFill>
              <a:schemeClr val="tx1">
                <a:lumMod val="85000"/>
                <a:lumOff val="15000"/>
              </a:schemeClr>
            </a:solidFill>
            <a:latin typeface="+mn-lt"/>
          </a:endParaRPr>
        </a:p>
      </dgm:t>
    </dgm:pt>
    <dgm:pt modelId="{382935E0-848A-47D4-91A0-4EB530D15D13}" type="parTrans" cxnId="{54298C94-3A20-4F90-9C17-C0F941E6953C}">
      <dgm:prSet/>
      <dgm:spPr/>
      <dgm:t>
        <a:bodyPr/>
        <a:lstStyle/>
        <a:p>
          <a:endParaRPr lang="en-US"/>
        </a:p>
      </dgm:t>
    </dgm:pt>
    <dgm:pt modelId="{28010B5F-B026-4183-B686-7E69C6F412E7}" type="sibTrans" cxnId="{54298C94-3A20-4F90-9C17-C0F941E6953C}">
      <dgm:prSet/>
      <dgm:spPr/>
      <dgm:t>
        <a:bodyPr/>
        <a:lstStyle/>
        <a:p>
          <a:endParaRPr lang="en-US"/>
        </a:p>
      </dgm:t>
    </dgm:pt>
    <dgm:pt modelId="{5F4BB51D-E715-4984-93FF-8C9126A6FD42}">
      <dgm:prSet phldrT="[Text]" custT="1"/>
      <dgm:spPr/>
      <dgm:t>
        <a:bodyPr/>
        <a:lstStyle/>
        <a:p>
          <a:r>
            <a:rPr lang="en-US" sz="1800" b="1" dirty="0" smtClean="0"/>
            <a:t>I</a:t>
          </a:r>
          <a:r>
            <a:rPr lang="en-US" sz="1800" b="1" baseline="-25000" dirty="0" smtClean="0"/>
            <a:t>C1</a:t>
          </a:r>
          <a:r>
            <a:rPr lang="en-US" sz="1800" b="1" dirty="0" smtClean="0"/>
            <a:t>&gt;I</a:t>
          </a:r>
          <a:r>
            <a:rPr lang="en-US" sz="1800" b="1" baseline="-25000" dirty="0" smtClean="0"/>
            <a:t>C2</a:t>
          </a:r>
          <a:endParaRPr lang="en-US" sz="1800" b="1" baseline="-25000" dirty="0"/>
        </a:p>
      </dgm:t>
    </dgm:pt>
    <dgm:pt modelId="{2D3240B5-3792-4FA0-A3B1-A5C28D69C584}" type="parTrans" cxnId="{9D856BD3-34DA-46D5-94A1-AE84DDF064DB}">
      <dgm:prSet/>
      <dgm:spPr/>
      <dgm:t>
        <a:bodyPr/>
        <a:lstStyle/>
        <a:p>
          <a:endParaRPr lang="en-US"/>
        </a:p>
      </dgm:t>
    </dgm:pt>
    <dgm:pt modelId="{AC8C9507-6837-4E68-BE61-AD86A2DB80CC}" type="sibTrans" cxnId="{9D856BD3-34DA-46D5-94A1-AE84DDF064DB}">
      <dgm:prSet/>
      <dgm:spPr/>
      <dgm:t>
        <a:bodyPr/>
        <a:lstStyle/>
        <a:p>
          <a:endParaRPr lang="en-US"/>
        </a:p>
      </dgm:t>
    </dgm:pt>
    <dgm:pt modelId="{188DDB18-0B73-4CCD-B848-5067F87CC5DE}">
      <dgm:prSet phldrT="[Text]" custT="1"/>
      <dgm:spPr/>
      <dgm:t>
        <a:bodyPr/>
        <a:lstStyle/>
        <a:p>
          <a:r>
            <a:rPr lang="en-US" sz="2400" b="1" dirty="0" smtClean="0"/>
            <a:t>V</a:t>
          </a:r>
          <a:r>
            <a:rPr lang="en-US" sz="2400" b="1" baseline="-25000" dirty="0" smtClean="0"/>
            <a:t>C1</a:t>
          </a:r>
          <a:r>
            <a:rPr lang="en-US" sz="2400" b="1" dirty="0" smtClean="0">
              <a:latin typeface="Times New Roman"/>
              <a:cs typeface="Times New Roman"/>
            </a:rPr>
            <a:t>↓</a:t>
          </a:r>
          <a:endParaRPr lang="en-US" sz="2400" b="1" dirty="0"/>
        </a:p>
      </dgm:t>
    </dgm:pt>
    <dgm:pt modelId="{6F4C1740-94F1-4289-85F3-2465017D6A6E}" type="parTrans" cxnId="{C33C003F-F87D-4927-8731-04F6F5D6E45A}">
      <dgm:prSet/>
      <dgm:spPr/>
      <dgm:t>
        <a:bodyPr/>
        <a:lstStyle/>
        <a:p>
          <a:endParaRPr lang="en-US"/>
        </a:p>
      </dgm:t>
    </dgm:pt>
    <dgm:pt modelId="{5D8CC4A9-6829-44CD-B401-693B0E179360}" type="sibTrans" cxnId="{C33C003F-F87D-4927-8731-04F6F5D6E45A}">
      <dgm:prSet/>
      <dgm:spPr/>
      <dgm:t>
        <a:bodyPr/>
        <a:lstStyle/>
        <a:p>
          <a:endParaRPr lang="en-US"/>
        </a:p>
      </dgm:t>
    </dgm:pt>
    <dgm:pt modelId="{79ACC208-E905-4FD3-9D97-675A1C6923AA}">
      <dgm:prSet phldrT="[Text]" custT="1"/>
      <dgm:spPr/>
      <dgm:t>
        <a:bodyPr/>
        <a:lstStyle/>
        <a:p>
          <a:r>
            <a:rPr lang="en-US" sz="2400" b="1" dirty="0" smtClean="0"/>
            <a:t>V</a:t>
          </a:r>
          <a:r>
            <a:rPr lang="en-US" sz="2400" b="1" baseline="-25000" dirty="0" smtClean="0"/>
            <a:t>B2</a:t>
          </a:r>
          <a:r>
            <a:rPr lang="en-US" sz="2400" b="1" dirty="0" smtClean="0">
              <a:latin typeface="Times New Roman"/>
              <a:cs typeface="Times New Roman"/>
            </a:rPr>
            <a:t>↓</a:t>
          </a:r>
          <a:endParaRPr lang="en-US" sz="2400" b="1" dirty="0"/>
        </a:p>
      </dgm:t>
    </dgm:pt>
    <dgm:pt modelId="{1A546908-9C9B-4360-97A5-EB32D296CA79}" type="parTrans" cxnId="{25CFEABC-6387-4594-9163-47246FB332EC}">
      <dgm:prSet/>
      <dgm:spPr/>
      <dgm:t>
        <a:bodyPr/>
        <a:lstStyle/>
        <a:p>
          <a:endParaRPr lang="en-US"/>
        </a:p>
      </dgm:t>
    </dgm:pt>
    <dgm:pt modelId="{D6E2B61C-48EC-4CF1-9BC3-D2CC8F1EE91A}" type="sibTrans" cxnId="{25CFEABC-6387-4594-9163-47246FB332EC}">
      <dgm:prSet/>
      <dgm:spPr/>
      <dgm:t>
        <a:bodyPr/>
        <a:lstStyle/>
        <a:p>
          <a:endParaRPr lang="en-US"/>
        </a:p>
      </dgm:t>
    </dgm:pt>
    <dgm:pt modelId="{AAB9778B-5E91-4FA7-BB1F-421D472A197C}">
      <dgm:prSet phldrT="[Text]" custT="1"/>
      <dgm:spPr/>
      <dgm:t>
        <a:bodyPr/>
        <a:lstStyle/>
        <a:p>
          <a:r>
            <a:rPr lang="en-US" sz="1800" b="0" dirty="0" smtClean="0">
              <a:latin typeface="Constantia" pitchFamily="18" charset="0"/>
            </a:rPr>
            <a:t>T2 </a:t>
          </a:r>
          <a:r>
            <a:rPr lang="en-US" sz="1800" b="0" dirty="0" err="1" smtClean="0">
              <a:latin typeface="Constantia" pitchFamily="18" charset="0"/>
            </a:rPr>
            <a:t>dẫn</a:t>
          </a:r>
          <a:r>
            <a:rPr lang="en-US" sz="1800" b="0" dirty="0" smtClean="0">
              <a:latin typeface="Constantia" pitchFamily="18" charset="0"/>
            </a:rPr>
            <a:t> </a:t>
          </a:r>
          <a:r>
            <a:rPr lang="en-US" sz="1800" b="0" dirty="0" err="1" smtClean="0">
              <a:latin typeface="Constantia" pitchFamily="18" charset="0"/>
            </a:rPr>
            <a:t>yếu</a:t>
          </a:r>
          <a:r>
            <a:rPr lang="en-US" sz="1800" b="0" dirty="0" smtClean="0">
              <a:latin typeface="Constantia" pitchFamily="18" charset="0"/>
            </a:rPr>
            <a:t> </a:t>
          </a:r>
          <a:r>
            <a:rPr lang="en-US" sz="1800" b="0" dirty="0" err="1" smtClean="0">
              <a:latin typeface="Constantia" pitchFamily="18" charset="0"/>
            </a:rPr>
            <a:t>hơn</a:t>
          </a:r>
          <a:endParaRPr lang="en-US" sz="1800" b="0" dirty="0">
            <a:latin typeface="Constantia" pitchFamily="18" charset="0"/>
          </a:endParaRPr>
        </a:p>
      </dgm:t>
    </dgm:pt>
    <dgm:pt modelId="{14D99753-EDE4-4680-8FE9-88D32FB5754E}" type="parTrans" cxnId="{95EDDF9B-DF3F-4D0A-9CB5-3061263D7439}">
      <dgm:prSet/>
      <dgm:spPr/>
      <dgm:t>
        <a:bodyPr/>
        <a:lstStyle/>
        <a:p>
          <a:endParaRPr lang="en-US"/>
        </a:p>
      </dgm:t>
    </dgm:pt>
    <dgm:pt modelId="{C34D0BC0-A973-4114-9804-7195A513EE83}" type="sibTrans" cxnId="{95EDDF9B-DF3F-4D0A-9CB5-3061263D7439}">
      <dgm:prSet/>
      <dgm:spPr/>
      <dgm:t>
        <a:bodyPr/>
        <a:lstStyle/>
        <a:p>
          <a:endParaRPr lang="en-US"/>
        </a:p>
      </dgm:t>
    </dgm:pt>
    <dgm:pt modelId="{2CB7276E-7C6E-4A8D-B0DA-4729B3620987}" type="pres">
      <dgm:prSet presAssocID="{25AB826C-3D72-4D4D-9A38-6F47DBD69FA8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3D9569BF-1EC4-4A6B-BD27-476EFDB65EE9}" type="pres">
      <dgm:prSet presAssocID="{7FBB4FF9-F4CB-4997-B98C-A9695DB1711C}" presName="node" presStyleLbl="node1" presStyleIdx="0" presStyleCnt="5" custScaleX="116676" custRadScaleRad="100079" custRadScaleInc="96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0CBDEA2-0177-4944-A93E-589299562A2E}" type="pres">
      <dgm:prSet presAssocID="{28010B5F-B026-4183-B686-7E69C6F412E7}" presName="sibTrans" presStyleLbl="sibTrans2D1" presStyleIdx="0" presStyleCnt="5"/>
      <dgm:spPr/>
      <dgm:t>
        <a:bodyPr/>
        <a:lstStyle/>
        <a:p>
          <a:endParaRPr lang="en-US"/>
        </a:p>
      </dgm:t>
    </dgm:pt>
    <dgm:pt modelId="{B59B71B3-7DB0-4C26-A354-FCE356B4874E}" type="pres">
      <dgm:prSet presAssocID="{28010B5F-B026-4183-B686-7E69C6F412E7}" presName="connectorText" presStyleLbl="sibTrans2D1" presStyleIdx="0" presStyleCnt="5"/>
      <dgm:spPr/>
      <dgm:t>
        <a:bodyPr/>
        <a:lstStyle/>
        <a:p>
          <a:endParaRPr lang="en-US"/>
        </a:p>
      </dgm:t>
    </dgm:pt>
    <dgm:pt modelId="{9BB43E1D-5D97-45BF-894B-D86863AA199A}" type="pres">
      <dgm:prSet presAssocID="{5F4BB51D-E715-4984-93FF-8C9126A6FD42}" presName="node" presStyleLbl="node1" presStyleIdx="1" presStyleCnt="5" custScaleX="11192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54EDA31-7366-4101-A8C6-94743384B3E9}" type="pres">
      <dgm:prSet presAssocID="{AC8C9507-6837-4E68-BE61-AD86A2DB80CC}" presName="sibTrans" presStyleLbl="sibTrans2D1" presStyleIdx="1" presStyleCnt="5"/>
      <dgm:spPr/>
      <dgm:t>
        <a:bodyPr/>
        <a:lstStyle/>
        <a:p>
          <a:endParaRPr lang="en-US"/>
        </a:p>
      </dgm:t>
    </dgm:pt>
    <dgm:pt modelId="{864A1097-D3A9-4874-AF49-E293ABD3CD04}" type="pres">
      <dgm:prSet presAssocID="{AC8C9507-6837-4E68-BE61-AD86A2DB80CC}" presName="connectorText" presStyleLbl="sibTrans2D1" presStyleIdx="1" presStyleCnt="5"/>
      <dgm:spPr/>
      <dgm:t>
        <a:bodyPr/>
        <a:lstStyle/>
        <a:p>
          <a:endParaRPr lang="en-US"/>
        </a:p>
      </dgm:t>
    </dgm:pt>
    <dgm:pt modelId="{FC79DB8F-71FC-453A-8B79-84BCCB474000}" type="pres">
      <dgm:prSet presAssocID="{188DDB18-0B73-4CCD-B848-5067F87CC5DE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56EC3BF-C502-4B03-A2BF-F097B5898285}" type="pres">
      <dgm:prSet presAssocID="{5D8CC4A9-6829-44CD-B401-693B0E179360}" presName="sibTrans" presStyleLbl="sibTrans2D1" presStyleIdx="2" presStyleCnt="5"/>
      <dgm:spPr/>
      <dgm:t>
        <a:bodyPr/>
        <a:lstStyle/>
        <a:p>
          <a:endParaRPr lang="en-US"/>
        </a:p>
      </dgm:t>
    </dgm:pt>
    <dgm:pt modelId="{B48CAD9F-B533-4047-AC33-8D3A22E6805E}" type="pres">
      <dgm:prSet presAssocID="{5D8CC4A9-6829-44CD-B401-693B0E179360}" presName="connectorText" presStyleLbl="sibTrans2D1" presStyleIdx="2" presStyleCnt="5"/>
      <dgm:spPr/>
      <dgm:t>
        <a:bodyPr/>
        <a:lstStyle/>
        <a:p>
          <a:endParaRPr lang="en-US"/>
        </a:p>
      </dgm:t>
    </dgm:pt>
    <dgm:pt modelId="{6D9C56FD-3F40-49E3-BFE3-64E990449628}" type="pres">
      <dgm:prSet presAssocID="{79ACC208-E905-4FD3-9D97-675A1C6923AA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FAB09EF-AF9B-41C7-B7F9-0730C90CAC07}" type="pres">
      <dgm:prSet presAssocID="{D6E2B61C-48EC-4CF1-9BC3-D2CC8F1EE91A}" presName="sibTrans" presStyleLbl="sibTrans2D1" presStyleIdx="3" presStyleCnt="5"/>
      <dgm:spPr/>
      <dgm:t>
        <a:bodyPr/>
        <a:lstStyle/>
        <a:p>
          <a:endParaRPr lang="en-US"/>
        </a:p>
      </dgm:t>
    </dgm:pt>
    <dgm:pt modelId="{3B28FCD5-16A4-4102-8E6D-0AA8E10D9165}" type="pres">
      <dgm:prSet presAssocID="{D6E2B61C-48EC-4CF1-9BC3-D2CC8F1EE91A}" presName="connectorText" presStyleLbl="sibTrans2D1" presStyleIdx="3" presStyleCnt="5"/>
      <dgm:spPr/>
      <dgm:t>
        <a:bodyPr/>
        <a:lstStyle/>
        <a:p>
          <a:endParaRPr lang="en-US"/>
        </a:p>
      </dgm:t>
    </dgm:pt>
    <dgm:pt modelId="{4E8B47C0-9841-4C36-9117-8BBBBE8DF03D}" type="pres">
      <dgm:prSet presAssocID="{AAB9778B-5E91-4FA7-BB1F-421D472A197C}" presName="node" presStyleLbl="node1" presStyleIdx="4" presStyleCnt="5" custScaleX="13748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451E113-D9E4-428E-B09C-C6FF81ECA832}" type="pres">
      <dgm:prSet presAssocID="{C34D0BC0-A973-4114-9804-7195A513EE83}" presName="sibTrans" presStyleLbl="sibTrans2D1" presStyleIdx="4" presStyleCnt="5"/>
      <dgm:spPr/>
      <dgm:t>
        <a:bodyPr/>
        <a:lstStyle/>
        <a:p>
          <a:endParaRPr lang="en-US"/>
        </a:p>
      </dgm:t>
    </dgm:pt>
    <dgm:pt modelId="{DE0F9020-53C7-4CF6-B266-6D3038427751}" type="pres">
      <dgm:prSet presAssocID="{C34D0BC0-A973-4114-9804-7195A513EE83}" presName="connectorText" presStyleLbl="sibTrans2D1" presStyleIdx="4" presStyleCnt="5"/>
      <dgm:spPr/>
      <dgm:t>
        <a:bodyPr/>
        <a:lstStyle/>
        <a:p>
          <a:endParaRPr lang="en-US"/>
        </a:p>
      </dgm:t>
    </dgm:pt>
  </dgm:ptLst>
  <dgm:cxnLst>
    <dgm:cxn modelId="{17B7B345-B9F2-4EBA-9210-DB4C9E7ED1FC}" type="presOf" srcId="{79ACC208-E905-4FD3-9D97-675A1C6923AA}" destId="{6D9C56FD-3F40-49E3-BFE3-64E990449628}" srcOrd="0" destOrd="0" presId="urn:microsoft.com/office/officeart/2005/8/layout/cycle2"/>
    <dgm:cxn modelId="{E17D008E-356E-48F9-B920-A22636D1D987}" type="presOf" srcId="{25AB826C-3D72-4D4D-9A38-6F47DBD69FA8}" destId="{2CB7276E-7C6E-4A8D-B0DA-4729B3620987}" srcOrd="0" destOrd="0" presId="urn:microsoft.com/office/officeart/2005/8/layout/cycle2"/>
    <dgm:cxn modelId="{9D856BD3-34DA-46D5-94A1-AE84DDF064DB}" srcId="{25AB826C-3D72-4D4D-9A38-6F47DBD69FA8}" destId="{5F4BB51D-E715-4984-93FF-8C9126A6FD42}" srcOrd="1" destOrd="0" parTransId="{2D3240B5-3792-4FA0-A3B1-A5C28D69C584}" sibTransId="{AC8C9507-6837-4E68-BE61-AD86A2DB80CC}"/>
    <dgm:cxn modelId="{54298C94-3A20-4F90-9C17-C0F941E6953C}" srcId="{25AB826C-3D72-4D4D-9A38-6F47DBD69FA8}" destId="{7FBB4FF9-F4CB-4997-B98C-A9695DB1711C}" srcOrd="0" destOrd="0" parTransId="{382935E0-848A-47D4-91A0-4EB530D15D13}" sibTransId="{28010B5F-B026-4183-B686-7E69C6F412E7}"/>
    <dgm:cxn modelId="{4A28C591-94AD-468E-A0BB-B04A1CBE5E19}" type="presOf" srcId="{D6E2B61C-48EC-4CF1-9BC3-D2CC8F1EE91A}" destId="{6FAB09EF-AF9B-41C7-B7F9-0730C90CAC07}" srcOrd="0" destOrd="0" presId="urn:microsoft.com/office/officeart/2005/8/layout/cycle2"/>
    <dgm:cxn modelId="{CA7FDEE3-FD7B-4D7C-AEFC-4BB4DE6E5413}" type="presOf" srcId="{5D8CC4A9-6829-44CD-B401-693B0E179360}" destId="{056EC3BF-C502-4B03-A2BF-F097B5898285}" srcOrd="0" destOrd="0" presId="urn:microsoft.com/office/officeart/2005/8/layout/cycle2"/>
    <dgm:cxn modelId="{B184ADA8-E9B1-4D68-BAE8-A03EB9C7C8C7}" type="presOf" srcId="{AC8C9507-6837-4E68-BE61-AD86A2DB80CC}" destId="{864A1097-D3A9-4874-AF49-E293ABD3CD04}" srcOrd="1" destOrd="0" presId="urn:microsoft.com/office/officeart/2005/8/layout/cycle2"/>
    <dgm:cxn modelId="{CE028CA9-86C1-495E-9365-B4D6ACF72FF7}" type="presOf" srcId="{AC8C9507-6837-4E68-BE61-AD86A2DB80CC}" destId="{E54EDA31-7366-4101-A8C6-94743384B3E9}" srcOrd="0" destOrd="0" presId="urn:microsoft.com/office/officeart/2005/8/layout/cycle2"/>
    <dgm:cxn modelId="{7674849A-895F-45B7-8EA2-AB901BF3AA87}" type="presOf" srcId="{188DDB18-0B73-4CCD-B848-5067F87CC5DE}" destId="{FC79DB8F-71FC-453A-8B79-84BCCB474000}" srcOrd="0" destOrd="0" presId="urn:microsoft.com/office/officeart/2005/8/layout/cycle2"/>
    <dgm:cxn modelId="{67E22E1B-093A-4436-B2D0-8F8773ED1144}" type="presOf" srcId="{28010B5F-B026-4183-B686-7E69C6F412E7}" destId="{50CBDEA2-0177-4944-A93E-589299562A2E}" srcOrd="0" destOrd="0" presId="urn:microsoft.com/office/officeart/2005/8/layout/cycle2"/>
    <dgm:cxn modelId="{1805DEF5-8369-4147-90AA-33355E75B535}" type="presOf" srcId="{AAB9778B-5E91-4FA7-BB1F-421D472A197C}" destId="{4E8B47C0-9841-4C36-9117-8BBBBE8DF03D}" srcOrd="0" destOrd="0" presId="urn:microsoft.com/office/officeart/2005/8/layout/cycle2"/>
    <dgm:cxn modelId="{E817E7E3-D75A-4815-93CC-65D5D96CBC28}" type="presOf" srcId="{C34D0BC0-A973-4114-9804-7195A513EE83}" destId="{DE0F9020-53C7-4CF6-B266-6D3038427751}" srcOrd="1" destOrd="0" presId="urn:microsoft.com/office/officeart/2005/8/layout/cycle2"/>
    <dgm:cxn modelId="{95EDDF9B-DF3F-4D0A-9CB5-3061263D7439}" srcId="{25AB826C-3D72-4D4D-9A38-6F47DBD69FA8}" destId="{AAB9778B-5E91-4FA7-BB1F-421D472A197C}" srcOrd="4" destOrd="0" parTransId="{14D99753-EDE4-4680-8FE9-88D32FB5754E}" sibTransId="{C34D0BC0-A973-4114-9804-7195A513EE83}"/>
    <dgm:cxn modelId="{4C1A74F6-6D7A-455A-AFBE-DF7F1A2CBE50}" type="presOf" srcId="{28010B5F-B026-4183-B686-7E69C6F412E7}" destId="{B59B71B3-7DB0-4C26-A354-FCE356B4874E}" srcOrd="1" destOrd="0" presId="urn:microsoft.com/office/officeart/2005/8/layout/cycle2"/>
    <dgm:cxn modelId="{014CDC7F-F91F-48BC-8330-28C551985C7D}" type="presOf" srcId="{C34D0BC0-A973-4114-9804-7195A513EE83}" destId="{1451E113-D9E4-428E-B09C-C6FF81ECA832}" srcOrd="0" destOrd="0" presId="urn:microsoft.com/office/officeart/2005/8/layout/cycle2"/>
    <dgm:cxn modelId="{4C91B1C2-9821-48F5-9441-81AAD968003E}" type="presOf" srcId="{5D8CC4A9-6829-44CD-B401-693B0E179360}" destId="{B48CAD9F-B533-4047-AC33-8D3A22E6805E}" srcOrd="1" destOrd="0" presId="urn:microsoft.com/office/officeart/2005/8/layout/cycle2"/>
    <dgm:cxn modelId="{88173C1D-FA3F-402C-B7B5-276BD6EBFDEB}" type="presOf" srcId="{7FBB4FF9-F4CB-4997-B98C-A9695DB1711C}" destId="{3D9569BF-1EC4-4A6B-BD27-476EFDB65EE9}" srcOrd="0" destOrd="0" presId="urn:microsoft.com/office/officeart/2005/8/layout/cycle2"/>
    <dgm:cxn modelId="{C33C003F-F87D-4927-8731-04F6F5D6E45A}" srcId="{25AB826C-3D72-4D4D-9A38-6F47DBD69FA8}" destId="{188DDB18-0B73-4CCD-B848-5067F87CC5DE}" srcOrd="2" destOrd="0" parTransId="{6F4C1740-94F1-4289-85F3-2465017D6A6E}" sibTransId="{5D8CC4A9-6829-44CD-B401-693B0E179360}"/>
    <dgm:cxn modelId="{25CFEABC-6387-4594-9163-47246FB332EC}" srcId="{25AB826C-3D72-4D4D-9A38-6F47DBD69FA8}" destId="{79ACC208-E905-4FD3-9D97-675A1C6923AA}" srcOrd="3" destOrd="0" parTransId="{1A546908-9C9B-4360-97A5-EB32D296CA79}" sibTransId="{D6E2B61C-48EC-4CF1-9BC3-D2CC8F1EE91A}"/>
    <dgm:cxn modelId="{FE9310E4-CB29-463F-91F7-D4E69035F503}" type="presOf" srcId="{D6E2B61C-48EC-4CF1-9BC3-D2CC8F1EE91A}" destId="{3B28FCD5-16A4-4102-8E6D-0AA8E10D9165}" srcOrd="1" destOrd="0" presId="urn:microsoft.com/office/officeart/2005/8/layout/cycle2"/>
    <dgm:cxn modelId="{70F77C70-75CF-47B2-AFEC-151225ACD256}" type="presOf" srcId="{5F4BB51D-E715-4984-93FF-8C9126A6FD42}" destId="{9BB43E1D-5D97-45BF-894B-D86863AA199A}" srcOrd="0" destOrd="0" presId="urn:microsoft.com/office/officeart/2005/8/layout/cycle2"/>
    <dgm:cxn modelId="{78966FB0-EF23-498D-A651-793A17541F08}" type="presParOf" srcId="{2CB7276E-7C6E-4A8D-B0DA-4729B3620987}" destId="{3D9569BF-1EC4-4A6B-BD27-476EFDB65EE9}" srcOrd="0" destOrd="0" presId="urn:microsoft.com/office/officeart/2005/8/layout/cycle2"/>
    <dgm:cxn modelId="{7E2B9D7F-F02B-447C-863F-A4BDF561F071}" type="presParOf" srcId="{2CB7276E-7C6E-4A8D-B0DA-4729B3620987}" destId="{50CBDEA2-0177-4944-A93E-589299562A2E}" srcOrd="1" destOrd="0" presId="urn:microsoft.com/office/officeart/2005/8/layout/cycle2"/>
    <dgm:cxn modelId="{465AE867-1887-4660-864A-A22364CCCAC7}" type="presParOf" srcId="{50CBDEA2-0177-4944-A93E-589299562A2E}" destId="{B59B71B3-7DB0-4C26-A354-FCE356B4874E}" srcOrd="0" destOrd="0" presId="urn:microsoft.com/office/officeart/2005/8/layout/cycle2"/>
    <dgm:cxn modelId="{EDEA4AD2-BB08-4ADE-B07E-8C83834A8B15}" type="presParOf" srcId="{2CB7276E-7C6E-4A8D-B0DA-4729B3620987}" destId="{9BB43E1D-5D97-45BF-894B-D86863AA199A}" srcOrd="2" destOrd="0" presId="urn:microsoft.com/office/officeart/2005/8/layout/cycle2"/>
    <dgm:cxn modelId="{323FEBA7-9B7C-4E49-B0B5-F00AA30E6A17}" type="presParOf" srcId="{2CB7276E-7C6E-4A8D-B0DA-4729B3620987}" destId="{E54EDA31-7366-4101-A8C6-94743384B3E9}" srcOrd="3" destOrd="0" presId="urn:microsoft.com/office/officeart/2005/8/layout/cycle2"/>
    <dgm:cxn modelId="{2C37BB5C-7EFB-4C0A-8E40-33FCD889A741}" type="presParOf" srcId="{E54EDA31-7366-4101-A8C6-94743384B3E9}" destId="{864A1097-D3A9-4874-AF49-E293ABD3CD04}" srcOrd="0" destOrd="0" presId="urn:microsoft.com/office/officeart/2005/8/layout/cycle2"/>
    <dgm:cxn modelId="{D68AD1FF-760E-47EF-8996-01B70C55116D}" type="presParOf" srcId="{2CB7276E-7C6E-4A8D-B0DA-4729B3620987}" destId="{FC79DB8F-71FC-453A-8B79-84BCCB474000}" srcOrd="4" destOrd="0" presId="urn:microsoft.com/office/officeart/2005/8/layout/cycle2"/>
    <dgm:cxn modelId="{BDF96666-84CA-42AB-ADB9-2FE9B1ED5F7F}" type="presParOf" srcId="{2CB7276E-7C6E-4A8D-B0DA-4729B3620987}" destId="{056EC3BF-C502-4B03-A2BF-F097B5898285}" srcOrd="5" destOrd="0" presId="urn:microsoft.com/office/officeart/2005/8/layout/cycle2"/>
    <dgm:cxn modelId="{402A9444-322D-41E9-B774-DC0E12C56FAF}" type="presParOf" srcId="{056EC3BF-C502-4B03-A2BF-F097B5898285}" destId="{B48CAD9F-B533-4047-AC33-8D3A22E6805E}" srcOrd="0" destOrd="0" presId="urn:microsoft.com/office/officeart/2005/8/layout/cycle2"/>
    <dgm:cxn modelId="{A0CBE4F3-783D-4F6B-A478-3A71C7CF6ABC}" type="presParOf" srcId="{2CB7276E-7C6E-4A8D-B0DA-4729B3620987}" destId="{6D9C56FD-3F40-49E3-BFE3-64E990449628}" srcOrd="6" destOrd="0" presId="urn:microsoft.com/office/officeart/2005/8/layout/cycle2"/>
    <dgm:cxn modelId="{DAC305AC-5099-4492-952F-6580C4CF3EA2}" type="presParOf" srcId="{2CB7276E-7C6E-4A8D-B0DA-4729B3620987}" destId="{6FAB09EF-AF9B-41C7-B7F9-0730C90CAC07}" srcOrd="7" destOrd="0" presId="urn:microsoft.com/office/officeart/2005/8/layout/cycle2"/>
    <dgm:cxn modelId="{3FD5E967-3254-482D-A0C1-80AD842E983C}" type="presParOf" srcId="{6FAB09EF-AF9B-41C7-B7F9-0730C90CAC07}" destId="{3B28FCD5-16A4-4102-8E6D-0AA8E10D9165}" srcOrd="0" destOrd="0" presId="urn:microsoft.com/office/officeart/2005/8/layout/cycle2"/>
    <dgm:cxn modelId="{265EF8A4-3C56-4CC3-A303-E4BFEC74B407}" type="presParOf" srcId="{2CB7276E-7C6E-4A8D-B0DA-4729B3620987}" destId="{4E8B47C0-9841-4C36-9117-8BBBBE8DF03D}" srcOrd="8" destOrd="0" presId="urn:microsoft.com/office/officeart/2005/8/layout/cycle2"/>
    <dgm:cxn modelId="{206916FD-C946-46D9-A378-94723BCBAA5B}" type="presParOf" srcId="{2CB7276E-7C6E-4A8D-B0DA-4729B3620987}" destId="{1451E113-D9E4-428E-B09C-C6FF81ECA832}" srcOrd="9" destOrd="0" presId="urn:microsoft.com/office/officeart/2005/8/layout/cycle2"/>
    <dgm:cxn modelId="{CA50E638-707E-4BC9-AB92-5972ABF2B0D0}" type="presParOf" srcId="{1451E113-D9E4-428E-B09C-C6FF81ECA832}" destId="{DE0F9020-53C7-4CF6-B266-6D3038427751}" srcOrd="0" destOrd="0" presId="urn:microsoft.com/office/officeart/2005/8/layout/cycle2"/>
  </dgm:cxnLst>
  <dgm:bg/>
  <dgm:whole>
    <a:ln w="28575">
      <a:noFill/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8E2721-3277-4654-B245-427EEBB74808}">
      <dsp:nvSpPr>
        <dsp:cNvPr id="0" name=""/>
        <dsp:cNvSpPr/>
      </dsp:nvSpPr>
      <dsp:spPr>
        <a:xfrm>
          <a:off x="568523" y="1372567"/>
          <a:ext cx="2383730" cy="119186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 dirty="0" err="1" smtClean="0">
              <a:solidFill>
                <a:srgbClr val="FFFFFF"/>
              </a:solidFill>
              <a:latin typeface="Constantia" pitchFamily="18" charset="0"/>
            </a:rPr>
            <a:t>Mạch</a:t>
          </a:r>
          <a:r>
            <a:rPr lang="en-US" sz="2700" kern="1200" dirty="0" smtClean="0">
              <a:solidFill>
                <a:srgbClr val="FFFFFF"/>
              </a:solidFill>
              <a:latin typeface="Constantia" pitchFamily="18" charset="0"/>
            </a:rPr>
            <a:t> </a:t>
          </a:r>
          <a:r>
            <a:rPr lang="en-US" sz="2700" kern="1200" dirty="0" err="1" smtClean="0">
              <a:solidFill>
                <a:srgbClr val="FFFFFF"/>
              </a:solidFill>
              <a:latin typeface="Constantia" pitchFamily="18" charset="0"/>
            </a:rPr>
            <a:t>dao</a:t>
          </a:r>
          <a:r>
            <a:rPr lang="en-US" sz="2700" kern="1200" dirty="0" smtClean="0">
              <a:solidFill>
                <a:srgbClr val="FFFFFF"/>
              </a:solidFill>
              <a:latin typeface="Constantia" pitchFamily="18" charset="0"/>
            </a:rPr>
            <a:t> </a:t>
          </a:r>
          <a:r>
            <a:rPr lang="en-US" sz="2700" kern="1200" dirty="0" err="1" smtClean="0">
              <a:solidFill>
                <a:srgbClr val="FFFFFF"/>
              </a:solidFill>
              <a:latin typeface="Constantia" pitchFamily="18" charset="0"/>
            </a:rPr>
            <a:t>động</a:t>
          </a:r>
          <a:r>
            <a:rPr lang="en-US" sz="2700" kern="1200" dirty="0" smtClean="0">
              <a:solidFill>
                <a:srgbClr val="FFFFFF"/>
              </a:solidFill>
              <a:latin typeface="Constantia" pitchFamily="18" charset="0"/>
            </a:rPr>
            <a:t> RC</a:t>
          </a:r>
          <a:endParaRPr lang="en-US" sz="2700" kern="1200" dirty="0">
            <a:solidFill>
              <a:srgbClr val="FFFFFF"/>
            </a:solidFill>
            <a:latin typeface="Constantia" pitchFamily="18" charset="0"/>
          </a:endParaRPr>
        </a:p>
      </dsp:txBody>
      <dsp:txXfrm>
        <a:off x="603432" y="1407476"/>
        <a:ext cx="2313912" cy="1122047"/>
      </dsp:txXfrm>
    </dsp:sp>
    <dsp:sp modelId="{378CBAA9-7BCA-4E21-8102-1935720AC0AA}">
      <dsp:nvSpPr>
        <dsp:cNvPr id="0" name=""/>
        <dsp:cNvSpPr/>
      </dsp:nvSpPr>
      <dsp:spPr>
        <a:xfrm rot="18289469">
          <a:off x="2594162" y="1255931"/>
          <a:ext cx="1669675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1669675" y="2724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600" kern="1200"/>
        </a:p>
      </dsp:txBody>
      <dsp:txXfrm>
        <a:off x="3387258" y="1241435"/>
        <a:ext cx="83483" cy="83483"/>
      </dsp:txXfrm>
    </dsp:sp>
    <dsp:sp modelId="{D8910BC0-08FE-4343-9247-7710D60C9FA7}">
      <dsp:nvSpPr>
        <dsp:cNvPr id="0" name=""/>
        <dsp:cNvSpPr/>
      </dsp:nvSpPr>
      <dsp:spPr>
        <a:xfrm>
          <a:off x="3905746" y="1922"/>
          <a:ext cx="2383730" cy="119186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 dirty="0" err="1" smtClean="0">
              <a:solidFill>
                <a:srgbClr val="FFFFFF"/>
              </a:solidFill>
              <a:latin typeface="Constantia" pitchFamily="18" charset="0"/>
            </a:rPr>
            <a:t>Mạch</a:t>
          </a:r>
          <a:r>
            <a:rPr lang="en-US" sz="2700" kern="1200" dirty="0" smtClean="0">
              <a:solidFill>
                <a:srgbClr val="FFFFFF"/>
              </a:solidFill>
              <a:latin typeface="Constantia" pitchFamily="18" charset="0"/>
            </a:rPr>
            <a:t> </a:t>
          </a:r>
          <a:r>
            <a:rPr lang="en-US" sz="2700" kern="1200" dirty="0" err="1" smtClean="0">
              <a:solidFill>
                <a:srgbClr val="FFFFFF"/>
              </a:solidFill>
              <a:latin typeface="Constantia" pitchFamily="18" charset="0"/>
            </a:rPr>
            <a:t>dao</a:t>
          </a:r>
          <a:r>
            <a:rPr lang="en-US" sz="2700" kern="1200" dirty="0" smtClean="0">
              <a:solidFill>
                <a:srgbClr val="FFFFFF"/>
              </a:solidFill>
              <a:latin typeface="Constantia" pitchFamily="18" charset="0"/>
            </a:rPr>
            <a:t> </a:t>
          </a:r>
          <a:r>
            <a:rPr lang="en-US" sz="2700" kern="1200" dirty="0" err="1" smtClean="0">
              <a:solidFill>
                <a:srgbClr val="FFFFFF"/>
              </a:solidFill>
              <a:latin typeface="Constantia" pitchFamily="18" charset="0"/>
            </a:rPr>
            <a:t>động</a:t>
          </a:r>
          <a:r>
            <a:rPr lang="en-US" sz="2700" kern="1200" dirty="0" smtClean="0">
              <a:solidFill>
                <a:srgbClr val="FFFFFF"/>
              </a:solidFill>
              <a:latin typeface="Constantia" pitchFamily="18" charset="0"/>
            </a:rPr>
            <a:t> </a:t>
          </a:r>
          <a:r>
            <a:rPr lang="en-US" sz="2700" kern="1200" dirty="0" err="1" smtClean="0">
              <a:solidFill>
                <a:srgbClr val="FFFFFF"/>
              </a:solidFill>
              <a:latin typeface="Constantia" pitchFamily="18" charset="0"/>
            </a:rPr>
            <a:t>di</a:t>
          </a:r>
          <a:r>
            <a:rPr lang="en-US" sz="2700" kern="1200" dirty="0" smtClean="0">
              <a:solidFill>
                <a:srgbClr val="FFFFFF"/>
              </a:solidFill>
              <a:latin typeface="Constantia" pitchFamily="18" charset="0"/>
            </a:rPr>
            <a:t> </a:t>
          </a:r>
          <a:r>
            <a:rPr lang="en-US" sz="2700" kern="1200" dirty="0" err="1" smtClean="0">
              <a:solidFill>
                <a:srgbClr val="FFFFFF"/>
              </a:solidFill>
              <a:latin typeface="Constantia" pitchFamily="18" charset="0"/>
            </a:rPr>
            <a:t>pha</a:t>
          </a:r>
          <a:endParaRPr lang="en-US" sz="2700" kern="1200" dirty="0">
            <a:solidFill>
              <a:srgbClr val="FFFFFF"/>
            </a:solidFill>
            <a:latin typeface="Constantia" pitchFamily="18" charset="0"/>
          </a:endParaRPr>
        </a:p>
      </dsp:txBody>
      <dsp:txXfrm>
        <a:off x="3940655" y="36831"/>
        <a:ext cx="2313912" cy="1122047"/>
      </dsp:txXfrm>
    </dsp:sp>
    <dsp:sp modelId="{E372798F-D5BD-4034-9760-14621FC6B420}">
      <dsp:nvSpPr>
        <dsp:cNvPr id="0" name=""/>
        <dsp:cNvSpPr/>
      </dsp:nvSpPr>
      <dsp:spPr>
        <a:xfrm>
          <a:off x="2952253" y="1941253"/>
          <a:ext cx="953492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953492" y="2724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3405162" y="1944662"/>
        <a:ext cx="47674" cy="47674"/>
      </dsp:txXfrm>
    </dsp:sp>
    <dsp:sp modelId="{E4CD1998-3319-4BC8-9CA0-A34BD7A31F4F}">
      <dsp:nvSpPr>
        <dsp:cNvPr id="0" name=""/>
        <dsp:cNvSpPr/>
      </dsp:nvSpPr>
      <dsp:spPr>
        <a:xfrm>
          <a:off x="3905746" y="1372567"/>
          <a:ext cx="2383730" cy="119186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 dirty="0" err="1" smtClean="0">
              <a:solidFill>
                <a:srgbClr val="FFFFFF"/>
              </a:solidFill>
              <a:latin typeface="Constantia" pitchFamily="18" charset="0"/>
            </a:rPr>
            <a:t>Mạch</a:t>
          </a:r>
          <a:r>
            <a:rPr lang="en-US" sz="2700" kern="1200" dirty="0" smtClean="0">
              <a:solidFill>
                <a:srgbClr val="FFFFFF"/>
              </a:solidFill>
              <a:latin typeface="Constantia" pitchFamily="18" charset="0"/>
            </a:rPr>
            <a:t> </a:t>
          </a:r>
          <a:r>
            <a:rPr lang="en-US" sz="2700" kern="1200" dirty="0" err="1" smtClean="0">
              <a:solidFill>
                <a:srgbClr val="FFFFFF"/>
              </a:solidFill>
              <a:latin typeface="Constantia" pitchFamily="18" charset="0"/>
            </a:rPr>
            <a:t>dao</a:t>
          </a:r>
          <a:r>
            <a:rPr lang="en-US" sz="2700" kern="1200" dirty="0" smtClean="0">
              <a:solidFill>
                <a:srgbClr val="FFFFFF"/>
              </a:solidFill>
              <a:latin typeface="Constantia" pitchFamily="18" charset="0"/>
            </a:rPr>
            <a:t> </a:t>
          </a:r>
          <a:r>
            <a:rPr lang="en-US" sz="2700" kern="1200" dirty="0" err="1" smtClean="0">
              <a:solidFill>
                <a:srgbClr val="FFFFFF"/>
              </a:solidFill>
              <a:latin typeface="Constantia" pitchFamily="18" charset="0"/>
            </a:rPr>
            <a:t>động</a:t>
          </a:r>
          <a:r>
            <a:rPr lang="en-US" sz="2700" kern="1200" dirty="0" smtClean="0">
              <a:solidFill>
                <a:srgbClr val="FFFFFF"/>
              </a:solidFill>
              <a:latin typeface="Constantia" pitchFamily="18" charset="0"/>
            </a:rPr>
            <a:t> </a:t>
          </a:r>
          <a:r>
            <a:rPr lang="en-US" sz="2700" kern="1200" dirty="0" err="1" smtClean="0">
              <a:solidFill>
                <a:srgbClr val="FFFFFF"/>
              </a:solidFill>
              <a:latin typeface="Constantia" pitchFamily="18" charset="0"/>
            </a:rPr>
            <a:t>cầu</a:t>
          </a:r>
          <a:r>
            <a:rPr lang="en-US" sz="2700" kern="1200" dirty="0" smtClean="0">
              <a:solidFill>
                <a:srgbClr val="FFFFFF"/>
              </a:solidFill>
              <a:latin typeface="Constantia" pitchFamily="18" charset="0"/>
            </a:rPr>
            <a:t> Wien</a:t>
          </a:r>
          <a:endParaRPr lang="en-US" sz="2700" kern="1200" dirty="0">
            <a:solidFill>
              <a:srgbClr val="FFFFFF"/>
            </a:solidFill>
            <a:latin typeface="Constantia" pitchFamily="18" charset="0"/>
          </a:endParaRPr>
        </a:p>
      </dsp:txBody>
      <dsp:txXfrm>
        <a:off x="3940655" y="1407476"/>
        <a:ext cx="2313912" cy="1122047"/>
      </dsp:txXfrm>
    </dsp:sp>
    <dsp:sp modelId="{E2D52114-7BC0-4B03-93C3-9765B74BC955}">
      <dsp:nvSpPr>
        <dsp:cNvPr id="0" name=""/>
        <dsp:cNvSpPr/>
      </dsp:nvSpPr>
      <dsp:spPr>
        <a:xfrm rot="3310531">
          <a:off x="2594162" y="2626576"/>
          <a:ext cx="1669675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1669675" y="2724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600" kern="1200"/>
        </a:p>
      </dsp:txBody>
      <dsp:txXfrm>
        <a:off x="3387258" y="2612080"/>
        <a:ext cx="83483" cy="83483"/>
      </dsp:txXfrm>
    </dsp:sp>
    <dsp:sp modelId="{FEC71D98-6E19-4C79-BD05-8BE939E39976}">
      <dsp:nvSpPr>
        <dsp:cNvPr id="0" name=""/>
        <dsp:cNvSpPr/>
      </dsp:nvSpPr>
      <dsp:spPr>
        <a:xfrm>
          <a:off x="3905746" y="2743212"/>
          <a:ext cx="2383730" cy="119186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 dirty="0" err="1" smtClean="0">
              <a:solidFill>
                <a:srgbClr val="FFFFFF"/>
              </a:solidFill>
              <a:latin typeface="Constantia" pitchFamily="18" charset="0"/>
            </a:rPr>
            <a:t>Mạch</a:t>
          </a:r>
          <a:r>
            <a:rPr lang="en-US" sz="2700" kern="1200" dirty="0" smtClean="0">
              <a:solidFill>
                <a:srgbClr val="FFFFFF"/>
              </a:solidFill>
              <a:latin typeface="Constantia" pitchFamily="18" charset="0"/>
            </a:rPr>
            <a:t> </a:t>
          </a:r>
          <a:r>
            <a:rPr lang="en-US" sz="2700" kern="1200" dirty="0" err="1" smtClean="0">
              <a:solidFill>
                <a:srgbClr val="FFFFFF"/>
              </a:solidFill>
              <a:latin typeface="Constantia" pitchFamily="18" charset="0"/>
            </a:rPr>
            <a:t>dao</a:t>
          </a:r>
          <a:r>
            <a:rPr lang="en-US" sz="2700" kern="1200" dirty="0" smtClean="0">
              <a:solidFill>
                <a:srgbClr val="FFFFFF"/>
              </a:solidFill>
              <a:latin typeface="Constantia" pitchFamily="18" charset="0"/>
            </a:rPr>
            <a:t> </a:t>
          </a:r>
          <a:r>
            <a:rPr lang="en-US" sz="2700" kern="1200" dirty="0" err="1" smtClean="0">
              <a:solidFill>
                <a:srgbClr val="FFFFFF"/>
              </a:solidFill>
              <a:latin typeface="Constantia" pitchFamily="18" charset="0"/>
            </a:rPr>
            <a:t>động</a:t>
          </a:r>
          <a:r>
            <a:rPr lang="en-US" sz="2700" kern="1200" dirty="0" smtClean="0">
              <a:solidFill>
                <a:srgbClr val="FFFFFF"/>
              </a:solidFill>
              <a:latin typeface="Constantia" pitchFamily="18" charset="0"/>
            </a:rPr>
            <a:t> T </a:t>
          </a:r>
          <a:r>
            <a:rPr lang="en-US" sz="2700" kern="1200" dirty="0" err="1" smtClean="0">
              <a:solidFill>
                <a:srgbClr val="FFFFFF"/>
              </a:solidFill>
              <a:latin typeface="Constantia" pitchFamily="18" charset="0"/>
            </a:rPr>
            <a:t>kép</a:t>
          </a:r>
          <a:endParaRPr lang="en-US" sz="2700" kern="1200" dirty="0">
            <a:solidFill>
              <a:srgbClr val="FFFFFF"/>
            </a:solidFill>
            <a:latin typeface="Constantia" pitchFamily="18" charset="0"/>
          </a:endParaRPr>
        </a:p>
      </dsp:txBody>
      <dsp:txXfrm>
        <a:off x="3940655" y="2778121"/>
        <a:ext cx="2313912" cy="112204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8E2721-3277-4654-B245-427EEBB74808}">
      <dsp:nvSpPr>
        <dsp:cNvPr id="0" name=""/>
        <dsp:cNvSpPr/>
      </dsp:nvSpPr>
      <dsp:spPr>
        <a:xfrm>
          <a:off x="958943" y="1270681"/>
          <a:ext cx="1470472" cy="73523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err="1" smtClean="0">
              <a:solidFill>
                <a:srgbClr val="FFFFFF"/>
              </a:solidFill>
              <a:latin typeface="Constantia" pitchFamily="18" charset="0"/>
            </a:rPr>
            <a:t>Mạch</a:t>
          </a:r>
          <a:r>
            <a:rPr lang="en-US" sz="2300" kern="1200" dirty="0" smtClean="0">
              <a:solidFill>
                <a:srgbClr val="FFFFFF"/>
              </a:solidFill>
              <a:latin typeface="Constantia" pitchFamily="18" charset="0"/>
            </a:rPr>
            <a:t> </a:t>
          </a:r>
          <a:r>
            <a:rPr lang="en-US" sz="2300" kern="1200" dirty="0" err="1" smtClean="0">
              <a:solidFill>
                <a:srgbClr val="FFFFFF"/>
              </a:solidFill>
              <a:latin typeface="Constantia" pitchFamily="18" charset="0"/>
            </a:rPr>
            <a:t>dao</a:t>
          </a:r>
          <a:r>
            <a:rPr lang="en-US" sz="2300" kern="1200" dirty="0" smtClean="0">
              <a:solidFill>
                <a:srgbClr val="FFFFFF"/>
              </a:solidFill>
              <a:latin typeface="Constantia" pitchFamily="18" charset="0"/>
            </a:rPr>
            <a:t> </a:t>
          </a:r>
          <a:r>
            <a:rPr lang="en-US" sz="2300" kern="1200" dirty="0" err="1" smtClean="0">
              <a:solidFill>
                <a:srgbClr val="FFFFFF"/>
              </a:solidFill>
              <a:latin typeface="Constantia" pitchFamily="18" charset="0"/>
            </a:rPr>
            <a:t>động</a:t>
          </a:r>
          <a:r>
            <a:rPr lang="en-US" sz="2300" kern="1200" dirty="0" smtClean="0">
              <a:solidFill>
                <a:srgbClr val="FFFFFF"/>
              </a:solidFill>
              <a:latin typeface="Constantia" pitchFamily="18" charset="0"/>
            </a:rPr>
            <a:t> LC</a:t>
          </a:r>
          <a:endParaRPr lang="en-US" sz="2300" kern="1200" dirty="0">
            <a:solidFill>
              <a:srgbClr val="FFFFFF"/>
            </a:solidFill>
            <a:latin typeface="Constantia" pitchFamily="18" charset="0"/>
          </a:endParaRPr>
        </a:p>
      </dsp:txBody>
      <dsp:txXfrm>
        <a:off x="980477" y="1292215"/>
        <a:ext cx="1427404" cy="692168"/>
      </dsp:txXfrm>
    </dsp:sp>
    <dsp:sp modelId="{378CBAA9-7BCA-4E21-8102-1935720AC0AA}">
      <dsp:nvSpPr>
        <dsp:cNvPr id="0" name=""/>
        <dsp:cNvSpPr/>
      </dsp:nvSpPr>
      <dsp:spPr>
        <a:xfrm rot="17692822">
          <a:off x="2024492" y="983963"/>
          <a:ext cx="1398037" cy="40390"/>
        </a:xfrm>
        <a:custGeom>
          <a:avLst/>
          <a:gdLst/>
          <a:ahLst/>
          <a:cxnLst/>
          <a:rect l="0" t="0" r="0" b="0"/>
          <a:pathLst>
            <a:path>
              <a:moveTo>
                <a:pt x="0" y="20195"/>
              </a:moveTo>
              <a:lnTo>
                <a:pt x="1398037" y="2019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2688559" y="969207"/>
        <a:ext cx="69901" cy="69901"/>
      </dsp:txXfrm>
    </dsp:sp>
    <dsp:sp modelId="{D8910BC0-08FE-4343-9247-7710D60C9FA7}">
      <dsp:nvSpPr>
        <dsp:cNvPr id="0" name=""/>
        <dsp:cNvSpPr/>
      </dsp:nvSpPr>
      <dsp:spPr>
        <a:xfrm>
          <a:off x="3017605" y="2399"/>
          <a:ext cx="2226516" cy="73523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err="1" smtClean="0">
              <a:solidFill>
                <a:srgbClr val="FFFFFF"/>
              </a:solidFill>
              <a:latin typeface="Constantia" pitchFamily="18" charset="0"/>
            </a:rPr>
            <a:t>Mạch</a:t>
          </a:r>
          <a:r>
            <a:rPr lang="en-US" sz="2000" kern="1200" dirty="0" smtClean="0">
              <a:solidFill>
                <a:srgbClr val="FFFFFF"/>
              </a:solidFill>
              <a:latin typeface="Constantia" pitchFamily="18" charset="0"/>
            </a:rPr>
            <a:t> </a:t>
          </a:r>
          <a:r>
            <a:rPr lang="en-US" sz="2000" kern="1200" dirty="0" err="1" smtClean="0">
              <a:solidFill>
                <a:srgbClr val="FFFFFF"/>
              </a:solidFill>
              <a:latin typeface="Constantia" pitchFamily="18" charset="0"/>
            </a:rPr>
            <a:t>dao</a:t>
          </a:r>
          <a:r>
            <a:rPr lang="en-US" sz="2000" kern="1200" dirty="0" smtClean="0">
              <a:solidFill>
                <a:srgbClr val="FFFFFF"/>
              </a:solidFill>
              <a:latin typeface="Constantia" pitchFamily="18" charset="0"/>
            </a:rPr>
            <a:t> </a:t>
          </a:r>
          <a:r>
            <a:rPr lang="en-US" sz="2000" kern="1200" dirty="0" err="1" smtClean="0">
              <a:solidFill>
                <a:srgbClr val="FFFFFF"/>
              </a:solidFill>
              <a:latin typeface="Constantia" pitchFamily="18" charset="0"/>
            </a:rPr>
            <a:t>động</a:t>
          </a:r>
          <a:r>
            <a:rPr lang="en-US" sz="2000" kern="1200" dirty="0" smtClean="0">
              <a:solidFill>
                <a:srgbClr val="FFFFFF"/>
              </a:solidFill>
              <a:latin typeface="Constantia" pitchFamily="18" charset="0"/>
            </a:rPr>
            <a:t> </a:t>
          </a:r>
          <a:r>
            <a:rPr lang="en-US" sz="2000" kern="1200" dirty="0" err="1" smtClean="0">
              <a:solidFill>
                <a:srgbClr val="FFFFFF"/>
              </a:solidFill>
              <a:latin typeface="Constantia" pitchFamily="18" charset="0"/>
            </a:rPr>
            <a:t>Colpitts</a:t>
          </a:r>
          <a:endParaRPr lang="en-US" sz="2000" kern="1200" dirty="0">
            <a:solidFill>
              <a:srgbClr val="FFFFFF"/>
            </a:solidFill>
            <a:latin typeface="Constantia" pitchFamily="18" charset="0"/>
          </a:endParaRPr>
        </a:p>
      </dsp:txBody>
      <dsp:txXfrm>
        <a:off x="3039139" y="23933"/>
        <a:ext cx="2183448" cy="692168"/>
      </dsp:txXfrm>
    </dsp:sp>
    <dsp:sp modelId="{E372798F-D5BD-4034-9760-14621FC6B420}">
      <dsp:nvSpPr>
        <dsp:cNvPr id="0" name=""/>
        <dsp:cNvSpPr/>
      </dsp:nvSpPr>
      <dsp:spPr>
        <a:xfrm rot="19457599">
          <a:off x="2361332" y="1406724"/>
          <a:ext cx="724357" cy="40390"/>
        </a:xfrm>
        <a:custGeom>
          <a:avLst/>
          <a:gdLst/>
          <a:ahLst/>
          <a:cxnLst/>
          <a:rect l="0" t="0" r="0" b="0"/>
          <a:pathLst>
            <a:path>
              <a:moveTo>
                <a:pt x="0" y="20195"/>
              </a:moveTo>
              <a:lnTo>
                <a:pt x="724357" y="2019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2705401" y="1408810"/>
        <a:ext cx="36217" cy="36217"/>
      </dsp:txXfrm>
    </dsp:sp>
    <dsp:sp modelId="{E4CD1998-3319-4BC8-9CA0-A34BD7A31F4F}">
      <dsp:nvSpPr>
        <dsp:cNvPr id="0" name=""/>
        <dsp:cNvSpPr/>
      </dsp:nvSpPr>
      <dsp:spPr>
        <a:xfrm>
          <a:off x="3017605" y="847920"/>
          <a:ext cx="2226516" cy="73523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err="1" smtClean="0">
              <a:solidFill>
                <a:srgbClr val="FFFFFF"/>
              </a:solidFill>
              <a:latin typeface="Constantia" pitchFamily="18" charset="0"/>
            </a:rPr>
            <a:t>Mạch</a:t>
          </a:r>
          <a:r>
            <a:rPr lang="en-US" sz="2000" kern="1200" dirty="0" smtClean="0">
              <a:solidFill>
                <a:srgbClr val="FFFFFF"/>
              </a:solidFill>
              <a:latin typeface="Constantia" pitchFamily="18" charset="0"/>
            </a:rPr>
            <a:t> </a:t>
          </a:r>
          <a:r>
            <a:rPr lang="en-US" sz="2000" kern="1200" dirty="0" err="1" smtClean="0">
              <a:solidFill>
                <a:srgbClr val="FFFFFF"/>
              </a:solidFill>
              <a:latin typeface="Constantia" pitchFamily="18" charset="0"/>
            </a:rPr>
            <a:t>dao</a:t>
          </a:r>
          <a:r>
            <a:rPr lang="en-US" sz="2000" kern="1200" dirty="0" smtClean="0">
              <a:solidFill>
                <a:srgbClr val="FFFFFF"/>
              </a:solidFill>
              <a:latin typeface="Constantia" pitchFamily="18" charset="0"/>
            </a:rPr>
            <a:t> </a:t>
          </a:r>
          <a:r>
            <a:rPr lang="en-US" sz="2000" kern="1200" dirty="0" err="1" smtClean="0">
              <a:solidFill>
                <a:srgbClr val="FFFFFF"/>
              </a:solidFill>
              <a:latin typeface="Constantia" pitchFamily="18" charset="0"/>
            </a:rPr>
            <a:t>động</a:t>
          </a:r>
          <a:r>
            <a:rPr lang="en-US" sz="2000" kern="1200" dirty="0" smtClean="0">
              <a:solidFill>
                <a:srgbClr val="FFFFFF"/>
              </a:solidFill>
              <a:latin typeface="Constantia" pitchFamily="18" charset="0"/>
            </a:rPr>
            <a:t> Hartley</a:t>
          </a:r>
          <a:endParaRPr lang="en-US" sz="2000" kern="1200" dirty="0">
            <a:solidFill>
              <a:srgbClr val="FFFFFF"/>
            </a:solidFill>
            <a:latin typeface="Constantia" pitchFamily="18" charset="0"/>
          </a:endParaRPr>
        </a:p>
      </dsp:txBody>
      <dsp:txXfrm>
        <a:off x="3039139" y="869454"/>
        <a:ext cx="2183448" cy="692168"/>
      </dsp:txXfrm>
    </dsp:sp>
    <dsp:sp modelId="{E2D52114-7BC0-4B03-93C3-9765B74BC955}">
      <dsp:nvSpPr>
        <dsp:cNvPr id="0" name=""/>
        <dsp:cNvSpPr/>
      </dsp:nvSpPr>
      <dsp:spPr>
        <a:xfrm rot="2142401">
          <a:off x="2361332" y="1829485"/>
          <a:ext cx="724357" cy="40390"/>
        </a:xfrm>
        <a:custGeom>
          <a:avLst/>
          <a:gdLst/>
          <a:ahLst/>
          <a:cxnLst/>
          <a:rect l="0" t="0" r="0" b="0"/>
          <a:pathLst>
            <a:path>
              <a:moveTo>
                <a:pt x="0" y="20195"/>
              </a:moveTo>
              <a:lnTo>
                <a:pt x="724357" y="2019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2705401" y="1831571"/>
        <a:ext cx="36217" cy="36217"/>
      </dsp:txXfrm>
    </dsp:sp>
    <dsp:sp modelId="{FEC71D98-6E19-4C79-BD05-8BE939E39976}">
      <dsp:nvSpPr>
        <dsp:cNvPr id="0" name=""/>
        <dsp:cNvSpPr/>
      </dsp:nvSpPr>
      <dsp:spPr>
        <a:xfrm>
          <a:off x="3017605" y="1693442"/>
          <a:ext cx="2226516" cy="73523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err="1" smtClean="0">
              <a:solidFill>
                <a:srgbClr val="FFFFFF"/>
              </a:solidFill>
              <a:latin typeface="Constantia" pitchFamily="18" charset="0"/>
            </a:rPr>
            <a:t>Mạch</a:t>
          </a:r>
          <a:r>
            <a:rPr lang="en-US" sz="2000" kern="1200" dirty="0" smtClean="0">
              <a:solidFill>
                <a:srgbClr val="FFFFFF"/>
              </a:solidFill>
              <a:latin typeface="Constantia" pitchFamily="18" charset="0"/>
            </a:rPr>
            <a:t> </a:t>
          </a:r>
          <a:r>
            <a:rPr lang="en-US" sz="2000" kern="1200" dirty="0" err="1" smtClean="0">
              <a:solidFill>
                <a:srgbClr val="FFFFFF"/>
              </a:solidFill>
              <a:latin typeface="Constantia" pitchFamily="18" charset="0"/>
            </a:rPr>
            <a:t>dao</a:t>
          </a:r>
          <a:r>
            <a:rPr lang="en-US" sz="2000" kern="1200" dirty="0" smtClean="0">
              <a:solidFill>
                <a:srgbClr val="FFFFFF"/>
              </a:solidFill>
              <a:latin typeface="Constantia" pitchFamily="18" charset="0"/>
            </a:rPr>
            <a:t> </a:t>
          </a:r>
          <a:r>
            <a:rPr lang="en-US" sz="2000" kern="1200" dirty="0" err="1" smtClean="0">
              <a:solidFill>
                <a:srgbClr val="FFFFFF"/>
              </a:solidFill>
              <a:latin typeface="Constantia" pitchFamily="18" charset="0"/>
            </a:rPr>
            <a:t>động</a:t>
          </a:r>
          <a:r>
            <a:rPr lang="en-US" sz="2000" kern="1200" dirty="0" smtClean="0">
              <a:solidFill>
                <a:srgbClr val="FFFFFF"/>
              </a:solidFill>
              <a:latin typeface="Constantia" pitchFamily="18" charset="0"/>
            </a:rPr>
            <a:t> Clapp</a:t>
          </a:r>
          <a:endParaRPr lang="en-US" sz="2000" kern="1200" dirty="0">
            <a:solidFill>
              <a:srgbClr val="FFFFFF"/>
            </a:solidFill>
            <a:latin typeface="Constantia" pitchFamily="18" charset="0"/>
          </a:endParaRPr>
        </a:p>
      </dsp:txBody>
      <dsp:txXfrm>
        <a:off x="3039139" y="1714976"/>
        <a:ext cx="2183448" cy="692168"/>
      </dsp:txXfrm>
    </dsp:sp>
    <dsp:sp modelId="{BCDD8EE0-68C1-4803-8D75-A4D1B600D7CF}">
      <dsp:nvSpPr>
        <dsp:cNvPr id="0" name=""/>
        <dsp:cNvSpPr/>
      </dsp:nvSpPr>
      <dsp:spPr>
        <a:xfrm rot="3907178">
          <a:off x="2024492" y="2252246"/>
          <a:ext cx="1398037" cy="40390"/>
        </a:xfrm>
        <a:custGeom>
          <a:avLst/>
          <a:gdLst/>
          <a:ahLst/>
          <a:cxnLst/>
          <a:rect l="0" t="0" r="0" b="0"/>
          <a:pathLst>
            <a:path>
              <a:moveTo>
                <a:pt x="0" y="20195"/>
              </a:moveTo>
              <a:lnTo>
                <a:pt x="1398037" y="2019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2688559" y="2237490"/>
        <a:ext cx="69901" cy="69901"/>
      </dsp:txXfrm>
    </dsp:sp>
    <dsp:sp modelId="{8813C5A0-04B7-4A3D-BF79-E5AED8092148}">
      <dsp:nvSpPr>
        <dsp:cNvPr id="0" name=""/>
        <dsp:cNvSpPr/>
      </dsp:nvSpPr>
      <dsp:spPr>
        <a:xfrm>
          <a:off x="3017605" y="2538964"/>
          <a:ext cx="2271850" cy="73523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err="1" smtClean="0">
              <a:solidFill>
                <a:srgbClr val="FFFFFF"/>
              </a:solidFill>
              <a:latin typeface="Constantia" pitchFamily="18" charset="0"/>
            </a:rPr>
            <a:t>Mạch</a:t>
          </a:r>
          <a:r>
            <a:rPr lang="en-US" sz="2000" kern="1200" dirty="0" smtClean="0">
              <a:solidFill>
                <a:srgbClr val="FFFFFF"/>
              </a:solidFill>
              <a:latin typeface="Constantia" pitchFamily="18" charset="0"/>
            </a:rPr>
            <a:t> </a:t>
          </a:r>
          <a:r>
            <a:rPr lang="en-US" sz="2000" kern="1200" dirty="0" err="1" smtClean="0">
              <a:solidFill>
                <a:srgbClr val="FFFFFF"/>
              </a:solidFill>
              <a:latin typeface="Constantia" pitchFamily="18" charset="0"/>
            </a:rPr>
            <a:t>dao</a:t>
          </a:r>
          <a:r>
            <a:rPr lang="en-US" sz="2000" kern="1200" dirty="0" smtClean="0">
              <a:solidFill>
                <a:srgbClr val="FFFFFF"/>
              </a:solidFill>
              <a:latin typeface="Constantia" pitchFamily="18" charset="0"/>
            </a:rPr>
            <a:t> </a:t>
          </a:r>
          <a:r>
            <a:rPr lang="en-US" sz="2000" kern="1200" dirty="0" err="1" smtClean="0">
              <a:solidFill>
                <a:srgbClr val="FFFFFF"/>
              </a:solidFill>
              <a:latin typeface="Constantia" pitchFamily="18" charset="0"/>
            </a:rPr>
            <a:t>động</a:t>
          </a:r>
          <a:r>
            <a:rPr lang="en-US" sz="2000" kern="1200" dirty="0" smtClean="0">
              <a:solidFill>
                <a:srgbClr val="FFFFFF"/>
              </a:solidFill>
              <a:latin typeface="Constantia" pitchFamily="18" charset="0"/>
            </a:rPr>
            <a:t> </a:t>
          </a:r>
          <a:r>
            <a:rPr lang="en-US" sz="2000" kern="1200" dirty="0" err="1" smtClean="0">
              <a:solidFill>
                <a:srgbClr val="FFFFFF"/>
              </a:solidFill>
              <a:latin typeface="Constantia" pitchFamily="18" charset="0"/>
            </a:rPr>
            <a:t>Amstrong</a:t>
          </a:r>
          <a:endParaRPr lang="en-US" sz="2000" kern="1200" dirty="0">
            <a:solidFill>
              <a:srgbClr val="FFFFFF"/>
            </a:solidFill>
            <a:latin typeface="Constantia" pitchFamily="18" charset="0"/>
          </a:endParaRPr>
        </a:p>
      </dsp:txBody>
      <dsp:txXfrm>
        <a:off x="3039139" y="2560498"/>
        <a:ext cx="2228782" cy="69216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9569BF-1EC4-4A6B-BD27-476EFDB65EE9}">
      <dsp:nvSpPr>
        <dsp:cNvPr id="0" name=""/>
        <dsp:cNvSpPr/>
      </dsp:nvSpPr>
      <dsp:spPr>
        <a:xfrm>
          <a:off x="1448362" y="0"/>
          <a:ext cx="1128030" cy="966806"/>
        </a:xfrm>
        <a:prstGeom prst="ellipse">
          <a:avLst/>
        </a:prstGeom>
        <a:solidFill>
          <a:srgbClr val="00B0F0"/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algn="t" rotWithShape="0">
            <a:srgbClr val="000000">
              <a:alpha val="50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>
              <a:solidFill>
                <a:schemeClr val="tx1">
                  <a:lumMod val="85000"/>
                  <a:lumOff val="15000"/>
                </a:schemeClr>
              </a:solidFill>
              <a:latin typeface="+mn-lt"/>
            </a:rPr>
            <a:t>I</a:t>
          </a:r>
          <a:r>
            <a:rPr lang="en-US" sz="1800" b="1" kern="1200" baseline="-25000" dirty="0" smtClean="0">
              <a:solidFill>
                <a:schemeClr val="tx1">
                  <a:lumMod val="85000"/>
                  <a:lumOff val="15000"/>
                </a:schemeClr>
              </a:solidFill>
              <a:latin typeface="+mn-lt"/>
            </a:rPr>
            <a:t>B1</a:t>
          </a:r>
          <a:r>
            <a:rPr lang="en-US" sz="1800" b="1" kern="1200" dirty="0" smtClean="0">
              <a:solidFill>
                <a:schemeClr val="tx1">
                  <a:lumMod val="85000"/>
                  <a:lumOff val="15000"/>
                </a:schemeClr>
              </a:solidFill>
              <a:latin typeface="+mn-lt"/>
            </a:rPr>
            <a:t>&gt;I</a:t>
          </a:r>
          <a:r>
            <a:rPr lang="en-US" sz="1800" b="1" kern="1200" baseline="-25000" dirty="0" smtClean="0">
              <a:solidFill>
                <a:schemeClr val="tx1">
                  <a:lumMod val="85000"/>
                  <a:lumOff val="15000"/>
                </a:schemeClr>
              </a:solidFill>
              <a:latin typeface="+mn-lt"/>
            </a:rPr>
            <a:t>B2</a:t>
          </a:r>
          <a:endParaRPr lang="en-US" sz="1800" b="1" kern="1200" baseline="-25000" dirty="0">
            <a:solidFill>
              <a:schemeClr val="tx1">
                <a:lumMod val="85000"/>
                <a:lumOff val="15000"/>
              </a:schemeClr>
            </a:solidFill>
            <a:latin typeface="+mn-lt"/>
          </a:endParaRPr>
        </a:p>
      </dsp:txBody>
      <dsp:txXfrm>
        <a:off x="1613558" y="141585"/>
        <a:ext cx="797638" cy="683636"/>
      </dsp:txXfrm>
    </dsp:sp>
    <dsp:sp modelId="{50CBDEA2-0177-4944-A93E-589299562A2E}">
      <dsp:nvSpPr>
        <dsp:cNvPr id="0" name=""/>
        <dsp:cNvSpPr/>
      </dsp:nvSpPr>
      <dsp:spPr>
        <a:xfrm rot="2171938">
          <a:off x="2491179" y="747221"/>
          <a:ext cx="209195" cy="32629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algn="t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400" kern="1200"/>
        </a:p>
      </dsp:txBody>
      <dsp:txXfrm>
        <a:off x="2497236" y="793948"/>
        <a:ext cx="146437" cy="195779"/>
      </dsp:txXfrm>
    </dsp:sp>
    <dsp:sp modelId="{9BB43E1D-5D97-45BF-894B-D86863AA199A}">
      <dsp:nvSpPr>
        <dsp:cNvPr id="0" name=""/>
        <dsp:cNvSpPr/>
      </dsp:nvSpPr>
      <dsp:spPr>
        <a:xfrm>
          <a:off x="2637324" y="853336"/>
          <a:ext cx="1082068" cy="96680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algn="t" rotWithShape="0">
            <a:srgbClr val="000000">
              <a:alpha val="50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/>
            <a:t>I</a:t>
          </a:r>
          <a:r>
            <a:rPr lang="en-US" sz="1800" b="1" kern="1200" baseline="-25000" dirty="0" smtClean="0"/>
            <a:t>C1</a:t>
          </a:r>
          <a:r>
            <a:rPr lang="en-US" sz="1800" b="1" kern="1200" dirty="0" smtClean="0"/>
            <a:t>&gt;I</a:t>
          </a:r>
          <a:r>
            <a:rPr lang="en-US" sz="1800" b="1" kern="1200" baseline="-25000" dirty="0" smtClean="0"/>
            <a:t>C2</a:t>
          </a:r>
          <a:endParaRPr lang="en-US" sz="1800" b="1" kern="1200" baseline="-25000" dirty="0"/>
        </a:p>
      </dsp:txBody>
      <dsp:txXfrm>
        <a:off x="2795789" y="994921"/>
        <a:ext cx="765138" cy="683636"/>
      </dsp:txXfrm>
    </dsp:sp>
    <dsp:sp modelId="{E54EDA31-7366-4101-A8C6-94743384B3E9}">
      <dsp:nvSpPr>
        <dsp:cNvPr id="0" name=""/>
        <dsp:cNvSpPr/>
      </dsp:nvSpPr>
      <dsp:spPr>
        <a:xfrm rot="6480000">
          <a:off x="2828813" y="1858752"/>
          <a:ext cx="253847" cy="32629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algn="t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400" kern="1200"/>
        </a:p>
      </dsp:txBody>
      <dsp:txXfrm rot="10800000">
        <a:off x="2878656" y="1887798"/>
        <a:ext cx="177693" cy="195779"/>
      </dsp:txXfrm>
    </dsp:sp>
    <dsp:sp modelId="{FC79DB8F-71FC-453A-8B79-84BCCB474000}">
      <dsp:nvSpPr>
        <dsp:cNvPr id="0" name=""/>
        <dsp:cNvSpPr/>
      </dsp:nvSpPr>
      <dsp:spPr>
        <a:xfrm>
          <a:off x="2246731" y="2232831"/>
          <a:ext cx="966806" cy="96680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algn="t" rotWithShape="0">
            <a:srgbClr val="000000">
              <a:alpha val="50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dirty="0" smtClean="0"/>
            <a:t>V</a:t>
          </a:r>
          <a:r>
            <a:rPr lang="en-US" sz="2400" b="1" kern="1200" baseline="-25000" dirty="0" smtClean="0"/>
            <a:t>C1</a:t>
          </a:r>
          <a:r>
            <a:rPr lang="en-US" sz="2400" b="1" kern="1200" dirty="0" smtClean="0">
              <a:latin typeface="Times New Roman"/>
              <a:cs typeface="Times New Roman"/>
            </a:rPr>
            <a:t>↓</a:t>
          </a:r>
          <a:endParaRPr lang="en-US" sz="2400" b="1" kern="1200" dirty="0"/>
        </a:p>
      </dsp:txBody>
      <dsp:txXfrm>
        <a:off x="2388316" y="2374416"/>
        <a:ext cx="683636" cy="683636"/>
      </dsp:txXfrm>
    </dsp:sp>
    <dsp:sp modelId="{056EC3BF-C502-4B03-A2BF-F097B5898285}">
      <dsp:nvSpPr>
        <dsp:cNvPr id="0" name=""/>
        <dsp:cNvSpPr/>
      </dsp:nvSpPr>
      <dsp:spPr>
        <a:xfrm rot="10800000">
          <a:off x="1883970" y="2553086"/>
          <a:ext cx="256350" cy="32629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algn="t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400" kern="1200"/>
        </a:p>
      </dsp:txBody>
      <dsp:txXfrm rot="10800000">
        <a:off x="1960875" y="2618345"/>
        <a:ext cx="179445" cy="195779"/>
      </dsp:txXfrm>
    </dsp:sp>
    <dsp:sp modelId="{6D9C56FD-3F40-49E3-BFE3-64E990449628}">
      <dsp:nvSpPr>
        <dsp:cNvPr id="0" name=""/>
        <dsp:cNvSpPr/>
      </dsp:nvSpPr>
      <dsp:spPr>
        <a:xfrm>
          <a:off x="796244" y="2232831"/>
          <a:ext cx="966806" cy="96680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algn="t" rotWithShape="0">
            <a:srgbClr val="000000">
              <a:alpha val="50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dirty="0" smtClean="0"/>
            <a:t>V</a:t>
          </a:r>
          <a:r>
            <a:rPr lang="en-US" sz="2400" b="1" kern="1200" baseline="-25000" dirty="0" smtClean="0"/>
            <a:t>B2</a:t>
          </a:r>
          <a:r>
            <a:rPr lang="en-US" sz="2400" b="1" kern="1200" dirty="0" smtClean="0">
              <a:latin typeface="Times New Roman"/>
              <a:cs typeface="Times New Roman"/>
            </a:rPr>
            <a:t>↓</a:t>
          </a:r>
          <a:endParaRPr lang="en-US" sz="2400" b="1" kern="1200" dirty="0"/>
        </a:p>
      </dsp:txBody>
      <dsp:txXfrm>
        <a:off x="937829" y="2374416"/>
        <a:ext cx="683636" cy="683636"/>
      </dsp:txXfrm>
    </dsp:sp>
    <dsp:sp modelId="{6FAB09EF-AF9B-41C7-B7F9-0730C90CAC07}">
      <dsp:nvSpPr>
        <dsp:cNvPr id="0" name=""/>
        <dsp:cNvSpPr/>
      </dsp:nvSpPr>
      <dsp:spPr>
        <a:xfrm rot="15120000">
          <a:off x="934269" y="1875428"/>
          <a:ext cx="250387" cy="32629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algn="t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400" kern="1200"/>
        </a:p>
      </dsp:txBody>
      <dsp:txXfrm rot="10800000">
        <a:off x="983433" y="1976407"/>
        <a:ext cx="175271" cy="195779"/>
      </dsp:txXfrm>
    </dsp:sp>
    <dsp:sp modelId="{4E8B47C0-9841-4C36-9117-8BBBBE8DF03D}">
      <dsp:nvSpPr>
        <dsp:cNvPr id="0" name=""/>
        <dsp:cNvSpPr/>
      </dsp:nvSpPr>
      <dsp:spPr>
        <a:xfrm>
          <a:off x="166806" y="853336"/>
          <a:ext cx="1329232" cy="96680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algn="t" rotWithShape="0">
            <a:srgbClr val="000000">
              <a:alpha val="50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0" kern="1200" dirty="0" smtClean="0">
              <a:latin typeface="Constantia" pitchFamily="18" charset="0"/>
            </a:rPr>
            <a:t>T2 </a:t>
          </a:r>
          <a:r>
            <a:rPr lang="en-US" sz="1800" b="0" kern="1200" dirty="0" err="1" smtClean="0">
              <a:latin typeface="Constantia" pitchFamily="18" charset="0"/>
            </a:rPr>
            <a:t>dẫn</a:t>
          </a:r>
          <a:r>
            <a:rPr lang="en-US" sz="1800" b="0" kern="1200" dirty="0" smtClean="0">
              <a:latin typeface="Constantia" pitchFamily="18" charset="0"/>
            </a:rPr>
            <a:t> </a:t>
          </a:r>
          <a:r>
            <a:rPr lang="en-US" sz="1800" b="0" kern="1200" dirty="0" err="1" smtClean="0">
              <a:latin typeface="Constantia" pitchFamily="18" charset="0"/>
            </a:rPr>
            <a:t>yếu</a:t>
          </a:r>
          <a:r>
            <a:rPr lang="en-US" sz="1800" b="0" kern="1200" dirty="0" smtClean="0">
              <a:latin typeface="Constantia" pitchFamily="18" charset="0"/>
            </a:rPr>
            <a:t> </a:t>
          </a:r>
          <a:r>
            <a:rPr lang="en-US" sz="1800" b="0" kern="1200" dirty="0" err="1" smtClean="0">
              <a:latin typeface="Constantia" pitchFamily="18" charset="0"/>
            </a:rPr>
            <a:t>hơn</a:t>
          </a:r>
          <a:endParaRPr lang="en-US" sz="1800" b="0" kern="1200" dirty="0">
            <a:latin typeface="Constantia" pitchFamily="18" charset="0"/>
          </a:endParaRPr>
        </a:p>
      </dsp:txBody>
      <dsp:txXfrm>
        <a:off x="361468" y="994921"/>
        <a:ext cx="939908" cy="683636"/>
      </dsp:txXfrm>
    </dsp:sp>
    <dsp:sp modelId="{1451E113-D9E4-428E-B09C-C6FF81ECA832}">
      <dsp:nvSpPr>
        <dsp:cNvPr id="0" name=""/>
        <dsp:cNvSpPr/>
      </dsp:nvSpPr>
      <dsp:spPr>
        <a:xfrm rot="19448928">
          <a:off x="1346896" y="735385"/>
          <a:ext cx="181940" cy="32629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algn="t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400" kern="1200"/>
        </a:p>
      </dsp:txBody>
      <dsp:txXfrm>
        <a:off x="1352067" y="816628"/>
        <a:ext cx="127358" cy="19577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7" Type="http://schemas.openxmlformats.org/officeDocument/2006/relationships/image" Target="../media/image10.wmf"/><Relationship Id="rId2" Type="http://schemas.openxmlformats.org/officeDocument/2006/relationships/image" Target="../media/image5.wmf"/><Relationship Id="rId1" Type="http://schemas.openxmlformats.org/officeDocument/2006/relationships/image" Target="../media/image4.wmf"/><Relationship Id="rId6" Type="http://schemas.openxmlformats.org/officeDocument/2006/relationships/image" Target="../media/image9.wmf"/><Relationship Id="rId5" Type="http://schemas.openxmlformats.org/officeDocument/2006/relationships/image" Target="../media/image8.wmf"/><Relationship Id="rId4" Type="http://schemas.openxmlformats.org/officeDocument/2006/relationships/image" Target="../media/image7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Relationship Id="rId4" Type="http://schemas.openxmlformats.org/officeDocument/2006/relationships/image" Target="../media/image15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15.wmf"/><Relationship Id="rId1" Type="http://schemas.openxmlformats.org/officeDocument/2006/relationships/image" Target="../media/image18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image" Target="../media/image22.wmf"/><Relationship Id="rId1" Type="http://schemas.openxmlformats.org/officeDocument/2006/relationships/image" Target="../media/image21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image" Target="../media/image28.wmf"/><Relationship Id="rId1" Type="http://schemas.openxmlformats.org/officeDocument/2006/relationships/image" Target="../media/image27.wmf"/><Relationship Id="rId4" Type="http://schemas.openxmlformats.org/officeDocument/2006/relationships/image" Target="../media/image30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image" Target="../media/image33.wmf"/><Relationship Id="rId1" Type="http://schemas.openxmlformats.org/officeDocument/2006/relationships/image" Target="../media/image32.wmf"/><Relationship Id="rId4" Type="http://schemas.openxmlformats.org/officeDocument/2006/relationships/image" Target="../media/image35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38.wmf"/><Relationship Id="rId1" Type="http://schemas.openxmlformats.org/officeDocument/2006/relationships/image" Target="../media/image32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42.wmf"/><Relationship Id="rId2" Type="http://schemas.openxmlformats.org/officeDocument/2006/relationships/image" Target="../media/image41.wmf"/><Relationship Id="rId1" Type="http://schemas.openxmlformats.org/officeDocument/2006/relationships/image" Target="../media/image40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9.wmf"/><Relationship Id="rId1" Type="http://schemas.openxmlformats.org/officeDocument/2006/relationships/image" Target="../media/image4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99B4EB-F5DF-477A-8811-0D1AA289B820}" type="datetimeFigureOut">
              <a:rPr lang="en-US" smtClean="0"/>
              <a:pPr/>
              <a:t>8/27/2017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072A41-B5D2-40AE-888C-5298361DF781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158368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072A41-B5D2-40AE-888C-5298361DF781}" type="slidenum">
              <a:rPr lang="en-AU" smtClean="0"/>
              <a:pPr/>
              <a:t>1</a:t>
            </a:fld>
            <a:endParaRPr lang="en-A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072A41-B5D2-40AE-888C-5298361DF781}" type="slidenum">
              <a:rPr lang="en-AU" smtClean="0"/>
              <a:pPr/>
              <a:t>13</a:t>
            </a:fld>
            <a:endParaRPr lang="en-AU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072A41-B5D2-40AE-888C-5298361DF781}" type="slidenum">
              <a:rPr lang="en-AU" smtClean="0"/>
              <a:pPr/>
              <a:t>34</a:t>
            </a:fld>
            <a:endParaRPr lang="en-A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9D7FB-38A1-4DBD-A912-9C3D2FE16F8D}" type="datetimeFigureOut">
              <a:rPr lang="en-US" smtClean="0"/>
              <a:pPr/>
              <a:t>8/27/2017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9442FE76-57AC-4F33-A21F-79D0910FFA8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9D7FB-38A1-4DBD-A912-9C3D2FE16F8D}" type="datetimeFigureOut">
              <a:rPr lang="en-US" smtClean="0"/>
              <a:pPr/>
              <a:t>8/27/2017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2FE76-57AC-4F33-A21F-79D0910FFA8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9D7FB-38A1-4DBD-A912-9C3D2FE16F8D}" type="datetimeFigureOut">
              <a:rPr lang="en-US" smtClean="0"/>
              <a:pPr/>
              <a:t>8/27/2017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9442FE76-57AC-4F33-A21F-79D0910FFA8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9D7FB-38A1-4DBD-A912-9C3D2FE16F8D}" type="datetimeFigureOut">
              <a:rPr lang="en-US" smtClean="0"/>
              <a:pPr/>
              <a:t>8/27/2017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2FE76-57AC-4F33-A21F-79D0910FFA8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9D7FB-38A1-4DBD-A912-9C3D2FE16F8D}" type="datetimeFigureOut">
              <a:rPr lang="en-US" smtClean="0"/>
              <a:pPr/>
              <a:t>8/27/2017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2FE76-57AC-4F33-A21F-79D0910FFA8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9D7FB-38A1-4DBD-A912-9C3D2FE16F8D}" type="datetimeFigureOut">
              <a:rPr lang="en-US" smtClean="0"/>
              <a:pPr/>
              <a:t>8/27/2017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2FE76-57AC-4F33-A21F-79D0910FFA8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9D7FB-38A1-4DBD-A912-9C3D2FE16F8D}" type="datetimeFigureOut">
              <a:rPr lang="en-US" smtClean="0"/>
              <a:pPr/>
              <a:t>8/27/2017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2FE76-57AC-4F33-A21F-79D0910FFA8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9D7FB-38A1-4DBD-A912-9C3D2FE16F8D}" type="datetimeFigureOut">
              <a:rPr lang="en-US" smtClean="0"/>
              <a:pPr/>
              <a:t>8/27/2017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2FE76-57AC-4F33-A21F-79D0910FFA8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9D7FB-38A1-4DBD-A912-9C3D2FE16F8D}" type="datetimeFigureOut">
              <a:rPr lang="en-US" smtClean="0"/>
              <a:pPr/>
              <a:t>8/27/2017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9442FE76-57AC-4F33-A21F-79D0910FFA8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9D7FB-38A1-4DBD-A912-9C3D2FE16F8D}" type="datetimeFigureOut">
              <a:rPr lang="en-US" smtClean="0"/>
              <a:pPr/>
              <a:t>8/27/2017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2FE76-57AC-4F33-A21F-79D0910FFA8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9D7FB-38A1-4DBD-A912-9C3D2FE16F8D}" type="datetimeFigureOut">
              <a:rPr lang="en-US" smtClean="0"/>
              <a:pPr/>
              <a:t>8/27/2017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2FE76-57AC-4F33-A21F-79D0910FFA8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D7F9D7FB-38A1-4DBD-A912-9C3D2FE16F8D}" type="datetimeFigureOut">
              <a:rPr lang="en-US" smtClean="0"/>
              <a:pPr/>
              <a:t>8/27/2017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9442FE76-57AC-4F33-A21F-79D0910FFA8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13" Type="http://schemas.openxmlformats.org/officeDocument/2006/relationships/oleObject" Target="../embeddings/oleObject6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8.wmf"/><Relationship Id="rId2" Type="http://schemas.openxmlformats.org/officeDocument/2006/relationships/slideLayout" Target="../slideLayouts/slideLayout4.xml"/><Relationship Id="rId16" Type="http://schemas.openxmlformats.org/officeDocument/2006/relationships/image" Target="../media/image10.w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5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10" Type="http://schemas.openxmlformats.org/officeDocument/2006/relationships/image" Target="../media/image7.wmf"/><Relationship Id="rId4" Type="http://schemas.openxmlformats.org/officeDocument/2006/relationships/image" Target="../media/image4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9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1.e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0.bin"/><Relationship Id="rId12" Type="http://schemas.openxmlformats.org/officeDocument/2006/relationships/image" Target="../media/image15.w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7.emf"/><Relationship Id="rId11" Type="http://schemas.openxmlformats.org/officeDocument/2006/relationships/oleObject" Target="../embeddings/oleObject12.bin"/><Relationship Id="rId5" Type="http://schemas.openxmlformats.org/officeDocument/2006/relationships/image" Target="../media/image16.emf"/><Relationship Id="rId10" Type="http://schemas.openxmlformats.org/officeDocument/2006/relationships/image" Target="../media/image14.wmf"/><Relationship Id="rId4" Type="http://schemas.openxmlformats.org/officeDocument/2006/relationships/image" Target="../media/image12.wmf"/><Relationship Id="rId9" Type="http://schemas.openxmlformats.org/officeDocument/2006/relationships/oleObject" Target="../embeddings/oleObject11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3" Type="http://schemas.openxmlformats.org/officeDocument/2006/relationships/oleObject" Target="../embeddings/oleObject13.bin"/><Relationship Id="rId7" Type="http://schemas.openxmlformats.org/officeDocument/2006/relationships/image" Target="../media/image15.w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4.bin"/><Relationship Id="rId5" Type="http://schemas.openxmlformats.org/officeDocument/2006/relationships/image" Target="../media/image20.emf"/><Relationship Id="rId4" Type="http://schemas.openxmlformats.org/officeDocument/2006/relationships/image" Target="../media/image18.wmf"/><Relationship Id="rId9" Type="http://schemas.openxmlformats.org/officeDocument/2006/relationships/image" Target="../media/image19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.bin"/><Relationship Id="rId3" Type="http://schemas.openxmlformats.org/officeDocument/2006/relationships/image" Target="../media/image24.emf"/><Relationship Id="rId7" Type="http://schemas.openxmlformats.org/officeDocument/2006/relationships/image" Target="../media/image22.w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17.bin"/><Relationship Id="rId5" Type="http://schemas.openxmlformats.org/officeDocument/2006/relationships/image" Target="../media/image21.wmf"/><Relationship Id="rId4" Type="http://schemas.openxmlformats.org/officeDocument/2006/relationships/oleObject" Target="../embeddings/oleObject16.bin"/><Relationship Id="rId9" Type="http://schemas.openxmlformats.org/officeDocument/2006/relationships/image" Target="../media/image23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6.jpeg"/><Relationship Id="rId5" Type="http://schemas.openxmlformats.org/officeDocument/2006/relationships/image" Target="../media/image25.wmf"/><Relationship Id="rId4" Type="http://schemas.openxmlformats.org/officeDocument/2006/relationships/oleObject" Target="../embeddings/oleObject19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.bin"/><Relationship Id="rId3" Type="http://schemas.openxmlformats.org/officeDocument/2006/relationships/oleObject" Target="../embeddings/oleObject20.bin"/><Relationship Id="rId7" Type="http://schemas.openxmlformats.org/officeDocument/2006/relationships/image" Target="../media/image31.png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8.wmf"/><Relationship Id="rId11" Type="http://schemas.openxmlformats.org/officeDocument/2006/relationships/image" Target="../media/image30.wmf"/><Relationship Id="rId5" Type="http://schemas.openxmlformats.org/officeDocument/2006/relationships/oleObject" Target="../embeddings/oleObject21.bin"/><Relationship Id="rId10" Type="http://schemas.openxmlformats.org/officeDocument/2006/relationships/oleObject" Target="../embeddings/oleObject23.bin"/><Relationship Id="rId4" Type="http://schemas.openxmlformats.org/officeDocument/2006/relationships/image" Target="../media/image27.wmf"/><Relationship Id="rId9" Type="http://schemas.openxmlformats.org/officeDocument/2006/relationships/image" Target="../media/image29.w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wmf"/><Relationship Id="rId3" Type="http://schemas.openxmlformats.org/officeDocument/2006/relationships/oleObject" Target="../embeddings/oleObject24.bin"/><Relationship Id="rId7" Type="http://schemas.openxmlformats.org/officeDocument/2006/relationships/oleObject" Target="../embeddings/oleObject25.bin"/><Relationship Id="rId12" Type="http://schemas.openxmlformats.org/officeDocument/2006/relationships/image" Target="../media/image3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37.emf"/><Relationship Id="rId11" Type="http://schemas.openxmlformats.org/officeDocument/2006/relationships/oleObject" Target="../embeddings/oleObject27.bin"/><Relationship Id="rId5" Type="http://schemas.openxmlformats.org/officeDocument/2006/relationships/image" Target="../media/image36.emf"/><Relationship Id="rId10" Type="http://schemas.openxmlformats.org/officeDocument/2006/relationships/image" Target="../media/image34.wmf"/><Relationship Id="rId4" Type="http://schemas.openxmlformats.org/officeDocument/2006/relationships/image" Target="../media/image32.wmf"/><Relationship Id="rId9" Type="http://schemas.openxmlformats.org/officeDocument/2006/relationships/oleObject" Target="../embeddings/oleObject26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7" Type="http://schemas.openxmlformats.org/officeDocument/2006/relationships/image" Target="../media/image38.w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29.bin"/><Relationship Id="rId5" Type="http://schemas.openxmlformats.org/officeDocument/2006/relationships/image" Target="../media/image39.jpeg"/><Relationship Id="rId4" Type="http://schemas.openxmlformats.org/officeDocument/2006/relationships/image" Target="../media/image32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.bin"/><Relationship Id="rId3" Type="http://schemas.openxmlformats.org/officeDocument/2006/relationships/oleObject" Target="../embeddings/oleObject30.bin"/><Relationship Id="rId7" Type="http://schemas.openxmlformats.org/officeDocument/2006/relationships/image" Target="../media/image41.w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31.bin"/><Relationship Id="rId5" Type="http://schemas.openxmlformats.org/officeDocument/2006/relationships/image" Target="../media/image43.jpeg"/><Relationship Id="rId4" Type="http://schemas.openxmlformats.org/officeDocument/2006/relationships/image" Target="../media/image40.wmf"/><Relationship Id="rId9" Type="http://schemas.openxmlformats.org/officeDocument/2006/relationships/image" Target="../media/image42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wmf"/><Relationship Id="rId3" Type="http://schemas.openxmlformats.org/officeDocument/2006/relationships/image" Target="../media/image50.png"/><Relationship Id="rId7" Type="http://schemas.openxmlformats.org/officeDocument/2006/relationships/oleObject" Target="../embeddings/oleObject3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48.wmf"/><Relationship Id="rId5" Type="http://schemas.openxmlformats.org/officeDocument/2006/relationships/oleObject" Target="../embeddings/oleObject33.bin"/><Relationship Id="rId4" Type="http://schemas.openxmlformats.org/officeDocument/2006/relationships/image" Target="../media/image5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emf"/><Relationship Id="rId2" Type="http://schemas.openxmlformats.org/officeDocument/2006/relationships/image" Target="../media/image61.emf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3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64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1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6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gif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gif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90600" y="1447800"/>
            <a:ext cx="6934200" cy="1905000"/>
          </a:xfrm>
        </p:spPr>
        <p:txBody>
          <a:bodyPr>
            <a:noAutofit/>
          </a:bodyPr>
          <a:lstStyle/>
          <a:p>
            <a:pPr algn="ctr"/>
            <a:r>
              <a:rPr lang="en-US" sz="4400" b="1" dirty="0" smtClean="0">
                <a:solidFill>
                  <a:srgbClr val="0033CC"/>
                </a:solidFill>
                <a:latin typeface="Constantia" pitchFamily="18" charset="0"/>
              </a:rPr>
              <a:t>CHƯƠNG 5</a:t>
            </a:r>
          </a:p>
          <a:p>
            <a:pPr algn="ctr"/>
            <a:r>
              <a:rPr lang="en-US" sz="4400" b="1" dirty="0" smtClean="0">
                <a:solidFill>
                  <a:srgbClr val="0033CC"/>
                </a:solidFill>
                <a:latin typeface="Constantia" pitchFamily="18" charset="0"/>
              </a:rPr>
              <a:t>MẠCH TẠO DAO ĐỘNG</a:t>
            </a:r>
            <a:endParaRPr lang="en-US" sz="4400" b="1" dirty="0">
              <a:solidFill>
                <a:srgbClr val="0033CC"/>
              </a:solidFill>
              <a:latin typeface="Constant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i="1" dirty="0" err="1" smtClean="0">
                <a:solidFill>
                  <a:srgbClr val="0033CC"/>
                </a:solidFill>
                <a:effectLst/>
                <a:latin typeface="Constantia" pitchFamily="18" charset="0"/>
              </a:rPr>
              <a:t>Nội</a:t>
            </a:r>
            <a:r>
              <a:rPr lang="en-US" sz="4000" b="1" i="1" dirty="0" smtClean="0">
                <a:solidFill>
                  <a:srgbClr val="0033CC"/>
                </a:solidFill>
                <a:effectLst/>
                <a:latin typeface="Constantia" pitchFamily="18" charset="0"/>
              </a:rPr>
              <a:t> dung</a:t>
            </a:r>
            <a:endParaRPr lang="en-US" sz="4000" b="1" i="1" dirty="0">
              <a:solidFill>
                <a:srgbClr val="0033CC"/>
              </a:solidFill>
              <a:effectLst/>
              <a:latin typeface="Constantia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066800" y="1447800"/>
            <a:ext cx="7866888" cy="4800600"/>
          </a:xfrm>
        </p:spPr>
        <p:txBody>
          <a:bodyPr>
            <a:normAutofit/>
          </a:bodyPr>
          <a:lstStyle/>
          <a:p>
            <a:pPr>
              <a:buBlip>
                <a:blip r:embed="rId2"/>
              </a:buBlip>
              <a:defRPr/>
            </a:pPr>
            <a:r>
              <a:rPr lang="en-US" dirty="0" err="1" smtClean="0">
                <a:latin typeface="Constantia" pitchFamily="18" charset="0"/>
                <a:cs typeface="Times New Roman" pitchFamily="18" charset="0"/>
              </a:rPr>
              <a:t>Mạch</a:t>
            </a:r>
            <a:r>
              <a:rPr lang="en-US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Constantia" pitchFamily="18" charset="0"/>
                <a:cs typeface="Times New Roman" pitchFamily="18" charset="0"/>
              </a:rPr>
              <a:t>tạo</a:t>
            </a:r>
            <a:r>
              <a:rPr lang="en-US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Constantia" pitchFamily="18" charset="0"/>
                <a:cs typeface="Times New Roman" pitchFamily="18" charset="0"/>
              </a:rPr>
              <a:t>dao</a:t>
            </a:r>
            <a:r>
              <a:rPr lang="en-US" dirty="0" smtClean="0">
                <a:latin typeface="Constantia" pitchFamily="18" charset="0"/>
                <a:cs typeface="Times New Roman" pitchFamily="18" charset="0"/>
              </a:rPr>
              <a:t> đ</a:t>
            </a:r>
            <a:r>
              <a:rPr lang="en-GB" dirty="0" err="1" smtClean="0">
                <a:latin typeface="Constantia" pitchFamily="18" charset="0"/>
                <a:cs typeface="Times New Roman" pitchFamily="18" charset="0"/>
              </a:rPr>
              <a:t>ộng</a:t>
            </a:r>
            <a:r>
              <a:rPr lang="en-GB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Constantia" pitchFamily="18" charset="0"/>
                <a:cs typeface="Times New Roman" pitchFamily="18" charset="0"/>
              </a:rPr>
              <a:t>đi</a:t>
            </a:r>
            <a:r>
              <a:rPr lang="en-GB" dirty="0" err="1" smtClean="0">
                <a:latin typeface="Constantia" pitchFamily="18" charset="0"/>
                <a:cs typeface="Times New Roman" pitchFamily="18" charset="0"/>
              </a:rPr>
              <a:t>ều</a:t>
            </a:r>
            <a:r>
              <a:rPr lang="en-US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Constantia" pitchFamily="18" charset="0"/>
                <a:cs typeface="Times New Roman" pitchFamily="18" charset="0"/>
              </a:rPr>
              <a:t>hoà</a:t>
            </a:r>
            <a:endParaRPr lang="en-US" dirty="0" smtClean="0">
              <a:latin typeface="Constantia" pitchFamily="18" charset="0"/>
              <a:cs typeface="Times New Roman" pitchFamily="18" charset="0"/>
            </a:endParaRPr>
          </a:p>
          <a:p>
            <a:pPr>
              <a:buBlip>
                <a:blip r:embed="rId2"/>
              </a:buBlip>
              <a:defRPr/>
            </a:pPr>
            <a:r>
              <a:rPr lang="en-US" dirty="0" err="1" smtClean="0">
                <a:latin typeface="Constantia" pitchFamily="18" charset="0"/>
                <a:cs typeface="Times New Roman" pitchFamily="18" charset="0"/>
              </a:rPr>
              <a:t>Mạch</a:t>
            </a:r>
            <a:r>
              <a:rPr lang="en-US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Constantia" pitchFamily="18" charset="0"/>
                <a:cs typeface="Times New Roman" pitchFamily="18" charset="0"/>
              </a:rPr>
              <a:t>tạo</a:t>
            </a:r>
            <a:r>
              <a:rPr lang="en-US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Constantia" pitchFamily="18" charset="0"/>
                <a:cs typeface="Times New Roman" pitchFamily="18" charset="0"/>
              </a:rPr>
              <a:t>xung</a:t>
            </a:r>
            <a:endParaRPr lang="en-US" dirty="0" smtClean="0">
              <a:latin typeface="Constantia" pitchFamily="18" charset="0"/>
              <a:cs typeface="Times New Roman" pitchFamily="18" charset="0"/>
            </a:endParaRPr>
          </a:p>
          <a:p>
            <a:pPr>
              <a:buBlip>
                <a:blip r:embed="rId2"/>
              </a:buBlip>
              <a:defRPr/>
            </a:pPr>
            <a:r>
              <a:rPr lang="en-US" dirty="0" err="1" smtClean="0">
                <a:latin typeface="Constantia" pitchFamily="18" charset="0"/>
                <a:cs typeface="Times New Roman" pitchFamily="18" charset="0"/>
              </a:rPr>
              <a:t>Mạch</a:t>
            </a:r>
            <a:r>
              <a:rPr lang="en-US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Constantia" pitchFamily="18" charset="0"/>
                <a:cs typeface="Times New Roman" pitchFamily="18" charset="0"/>
              </a:rPr>
              <a:t>định</a:t>
            </a:r>
            <a:r>
              <a:rPr lang="en-US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Constantia" pitchFamily="18" charset="0"/>
                <a:cs typeface="Times New Roman" pitchFamily="18" charset="0"/>
              </a:rPr>
              <a:t>thời</a:t>
            </a:r>
            <a:r>
              <a:rPr lang="en-US" dirty="0" smtClean="0">
                <a:latin typeface="Constantia" pitchFamily="18" charset="0"/>
                <a:cs typeface="Times New Roman" pitchFamily="18" charset="0"/>
              </a:rPr>
              <a:t> 555</a:t>
            </a:r>
          </a:p>
          <a:p>
            <a:pPr>
              <a:buBlip>
                <a:blip r:embed="rId2"/>
              </a:buBlip>
              <a:defRPr/>
            </a:pPr>
            <a:r>
              <a:rPr lang="en-US" dirty="0" err="1" smtClean="0">
                <a:latin typeface="Constantia" pitchFamily="18" charset="0"/>
                <a:cs typeface="Times New Roman" pitchFamily="18" charset="0"/>
              </a:rPr>
              <a:t>Mạch</a:t>
            </a:r>
            <a:r>
              <a:rPr lang="en-US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Constantia" pitchFamily="18" charset="0"/>
                <a:cs typeface="Times New Roman" pitchFamily="18" charset="0"/>
              </a:rPr>
              <a:t>tạo</a:t>
            </a:r>
            <a:r>
              <a:rPr lang="en-US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Constantia" pitchFamily="18" charset="0"/>
                <a:cs typeface="Times New Roman" pitchFamily="18" charset="0"/>
              </a:rPr>
              <a:t>dao</a:t>
            </a:r>
            <a:r>
              <a:rPr lang="en-US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Constantia" pitchFamily="18" charset="0"/>
                <a:cs typeface="Times New Roman" pitchFamily="18" charset="0"/>
              </a:rPr>
              <a:t>động</a:t>
            </a:r>
            <a:r>
              <a:rPr lang="en-US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Constantia" pitchFamily="18" charset="0"/>
                <a:cs typeface="Times New Roman" pitchFamily="18" charset="0"/>
              </a:rPr>
              <a:t>điều</a:t>
            </a:r>
            <a:r>
              <a:rPr lang="en-US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Constantia" pitchFamily="18" charset="0"/>
                <a:cs typeface="Times New Roman" pitchFamily="18" charset="0"/>
              </a:rPr>
              <a:t>khiển</a:t>
            </a:r>
            <a:r>
              <a:rPr lang="en-US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Constantia" pitchFamily="18" charset="0"/>
                <a:cs typeface="Times New Roman" pitchFamily="18" charset="0"/>
              </a:rPr>
              <a:t>điện</a:t>
            </a:r>
            <a:r>
              <a:rPr lang="en-US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Constantia" pitchFamily="18" charset="0"/>
                <a:cs typeface="Times New Roman" pitchFamily="18" charset="0"/>
              </a:rPr>
              <a:t>áp</a:t>
            </a:r>
            <a:r>
              <a:rPr lang="en-US" dirty="0" smtClean="0">
                <a:latin typeface="Constantia" pitchFamily="18" charset="0"/>
                <a:cs typeface="Times New Roman" pitchFamily="18" charset="0"/>
              </a:rPr>
              <a:t> VCO</a:t>
            </a:r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609600"/>
            <a:ext cx="7772400" cy="808038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dirty="0" smtClean="0">
                <a:solidFill>
                  <a:srgbClr val="0033CC"/>
                </a:solidFill>
                <a:latin typeface="Constantia" pitchFamily="18" charset="0"/>
                <a:cs typeface="Times New Roman" pitchFamily="18" charset="0"/>
              </a:rPr>
              <a:t>5.1 </a:t>
            </a:r>
            <a:r>
              <a:rPr lang="en-US" dirty="0" err="1" smtClean="0">
                <a:solidFill>
                  <a:srgbClr val="0033CC"/>
                </a:solidFill>
                <a:latin typeface="Constantia" pitchFamily="18" charset="0"/>
                <a:cs typeface="Times New Roman" pitchFamily="18" charset="0"/>
              </a:rPr>
              <a:t>Mạch</a:t>
            </a:r>
            <a:r>
              <a:rPr lang="en-US" dirty="0" smtClean="0">
                <a:solidFill>
                  <a:srgbClr val="0033CC"/>
                </a:solidFill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33CC"/>
                </a:solidFill>
                <a:latin typeface="Constantia" pitchFamily="18" charset="0"/>
                <a:cs typeface="Times New Roman" pitchFamily="18" charset="0"/>
              </a:rPr>
              <a:t>tạo</a:t>
            </a:r>
            <a:r>
              <a:rPr lang="en-US" dirty="0" smtClean="0">
                <a:solidFill>
                  <a:srgbClr val="0033CC"/>
                </a:solidFill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33CC"/>
                </a:solidFill>
                <a:latin typeface="Constantia" pitchFamily="18" charset="0"/>
                <a:cs typeface="Times New Roman" pitchFamily="18" charset="0"/>
              </a:rPr>
              <a:t>dao</a:t>
            </a:r>
            <a:r>
              <a:rPr lang="en-US" dirty="0" smtClean="0">
                <a:solidFill>
                  <a:srgbClr val="0033CC"/>
                </a:solidFill>
                <a:latin typeface="Constantia" pitchFamily="18" charset="0"/>
                <a:cs typeface="Times New Roman" pitchFamily="18" charset="0"/>
              </a:rPr>
              <a:t> đ</a:t>
            </a:r>
            <a:r>
              <a:rPr lang="en-GB" dirty="0" err="1" smtClean="0">
                <a:solidFill>
                  <a:srgbClr val="0033CC"/>
                </a:solidFill>
                <a:latin typeface="Constantia" pitchFamily="18" charset="0"/>
                <a:cs typeface="Times New Roman" pitchFamily="18" charset="0"/>
              </a:rPr>
              <a:t>ộng</a:t>
            </a:r>
            <a:r>
              <a:rPr lang="en-GB" dirty="0" smtClean="0">
                <a:solidFill>
                  <a:srgbClr val="0033CC"/>
                </a:solidFill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33CC"/>
                </a:solidFill>
                <a:latin typeface="Constantia" pitchFamily="18" charset="0"/>
                <a:cs typeface="Times New Roman" pitchFamily="18" charset="0"/>
              </a:rPr>
              <a:t>đi</a:t>
            </a:r>
            <a:r>
              <a:rPr lang="en-GB" dirty="0" err="1" smtClean="0">
                <a:solidFill>
                  <a:srgbClr val="0033CC"/>
                </a:solidFill>
                <a:latin typeface="Constantia" pitchFamily="18" charset="0"/>
                <a:cs typeface="Times New Roman" pitchFamily="18" charset="0"/>
              </a:rPr>
              <a:t>ều</a:t>
            </a:r>
            <a:r>
              <a:rPr lang="en-US" dirty="0" smtClean="0">
                <a:solidFill>
                  <a:srgbClr val="0033CC"/>
                </a:solidFill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33CC"/>
                </a:solidFill>
                <a:latin typeface="Constantia" pitchFamily="18" charset="0"/>
                <a:cs typeface="Times New Roman" pitchFamily="18" charset="0"/>
              </a:rPr>
              <a:t>hoà</a:t>
            </a:r>
            <a:endParaRPr lang="en-US" dirty="0">
              <a:solidFill>
                <a:srgbClr val="0033CC"/>
              </a:solidFill>
              <a:latin typeface="Constantia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143000" y="1447800"/>
            <a:ext cx="7790688" cy="4800600"/>
          </a:xfrm>
        </p:spPr>
        <p:txBody>
          <a:bodyPr/>
          <a:lstStyle/>
          <a:p>
            <a:pPr>
              <a:buClr>
                <a:srgbClr val="C00000"/>
              </a:buClr>
              <a:buFont typeface="Wingdings" pitchFamily="2" charset="2"/>
              <a:buChar char="Ø"/>
              <a:defRPr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Khái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niệm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đi</a:t>
            </a:r>
            <a:r>
              <a:rPr lang="en-GB" dirty="0" err="1" smtClean="0">
                <a:latin typeface="Times New Roman" pitchFamily="18" charset="0"/>
                <a:cs typeface="Times New Roman" pitchFamily="18" charset="0"/>
              </a:rPr>
              <a:t>ều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ki</a:t>
            </a:r>
            <a:r>
              <a:rPr lang="en-GB" dirty="0" err="1" smtClean="0">
                <a:latin typeface="Times New Roman" pitchFamily="18" charset="0"/>
                <a:cs typeface="Times New Roman" pitchFamily="18" charset="0"/>
              </a:rPr>
              <a:t>ện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t</a:t>
            </a: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ự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dao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đ</a:t>
            </a:r>
            <a:r>
              <a:rPr lang="en-GB" dirty="0" err="1" smtClean="0">
                <a:latin typeface="Times New Roman" pitchFamily="18" charset="0"/>
                <a:cs typeface="Times New Roman" pitchFamily="18" charset="0"/>
              </a:rPr>
              <a:t>ộng</a:t>
            </a:r>
            <a:endParaRPr lang="en-GB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Clr>
                <a:srgbClr val="C00000"/>
              </a:buClr>
              <a:buFont typeface="Wingdings" pitchFamily="2" charset="2"/>
              <a:buChar char="Ø"/>
              <a:defRPr/>
            </a:pP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Mạch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dao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đ</a:t>
            </a:r>
            <a:r>
              <a:rPr lang="en-GB" dirty="0" err="1" smtClean="0">
                <a:latin typeface="Times New Roman" pitchFamily="18" charset="0"/>
                <a:cs typeface="Times New Roman" pitchFamily="18" charset="0"/>
              </a:rPr>
              <a:t>ộng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RC</a:t>
            </a:r>
          </a:p>
          <a:p>
            <a:pPr>
              <a:buClr>
                <a:srgbClr val="C00000"/>
              </a:buClr>
              <a:buFont typeface="Wingdings" pitchFamily="2" charset="2"/>
              <a:buChar char="Ø"/>
              <a:defRPr/>
            </a:pP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Mạch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dao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đ</a:t>
            </a:r>
            <a:r>
              <a:rPr lang="en-GB" dirty="0" err="1" smtClean="0">
                <a:latin typeface="Times New Roman" pitchFamily="18" charset="0"/>
                <a:cs typeface="Times New Roman" pitchFamily="18" charset="0"/>
              </a:rPr>
              <a:t>ộng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LC</a:t>
            </a:r>
          </a:p>
          <a:p>
            <a:pPr>
              <a:buClr>
                <a:srgbClr val="C00000"/>
              </a:buClr>
              <a:buFont typeface="Wingdings" pitchFamily="2" charset="2"/>
              <a:buChar char="Ø"/>
              <a:defRPr/>
            </a:pP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Mạch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dao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đ</a:t>
            </a:r>
            <a:r>
              <a:rPr lang="en-GB" dirty="0" err="1" smtClean="0">
                <a:latin typeface="Times New Roman" pitchFamily="18" charset="0"/>
                <a:cs typeface="Times New Roman" pitchFamily="18" charset="0"/>
              </a:rPr>
              <a:t>ộng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sử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dụng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thạch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anh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736" y="353440"/>
            <a:ext cx="8915400" cy="655320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Autofit/>
          </a:bodyPr>
          <a:lstStyle/>
          <a:p>
            <a:r>
              <a:rPr lang="en-US" dirty="0" smtClean="0">
                <a:solidFill>
                  <a:srgbClr val="0033CC"/>
                </a:solidFill>
                <a:latin typeface="Constantia" pitchFamily="18" charset="0"/>
                <a:cs typeface="Times New Roman" pitchFamily="18" charset="0"/>
              </a:rPr>
              <a:t>5.1.1 </a:t>
            </a:r>
            <a:r>
              <a:rPr lang="en-US" dirty="0" err="1" smtClean="0">
                <a:solidFill>
                  <a:srgbClr val="0033CC"/>
                </a:solidFill>
                <a:latin typeface="Constantia" pitchFamily="18" charset="0"/>
                <a:cs typeface="Times New Roman" pitchFamily="18" charset="0"/>
              </a:rPr>
              <a:t>Khái</a:t>
            </a:r>
            <a:r>
              <a:rPr lang="en-US" dirty="0" smtClean="0">
                <a:solidFill>
                  <a:srgbClr val="0033CC"/>
                </a:solidFill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33CC"/>
                </a:solidFill>
                <a:latin typeface="Constantia" pitchFamily="18" charset="0"/>
                <a:cs typeface="Times New Roman" pitchFamily="18" charset="0"/>
              </a:rPr>
              <a:t>niệm</a:t>
            </a:r>
            <a:r>
              <a:rPr lang="en-US" dirty="0" smtClean="0">
                <a:solidFill>
                  <a:srgbClr val="0033CC"/>
                </a:solidFill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33CC"/>
                </a:solidFill>
                <a:latin typeface="Constantia" pitchFamily="18" charset="0"/>
                <a:cs typeface="Times New Roman" pitchFamily="18" charset="0"/>
              </a:rPr>
              <a:t>và</a:t>
            </a:r>
            <a:r>
              <a:rPr lang="en-US" dirty="0" smtClean="0">
                <a:solidFill>
                  <a:srgbClr val="0033CC"/>
                </a:solidFill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33CC"/>
                </a:solidFill>
                <a:latin typeface="Constantia" pitchFamily="18" charset="0"/>
                <a:cs typeface="Times New Roman" pitchFamily="18" charset="0"/>
              </a:rPr>
              <a:t>đi</a:t>
            </a:r>
            <a:r>
              <a:rPr lang="en-GB" dirty="0" err="1" smtClean="0">
                <a:solidFill>
                  <a:srgbClr val="0033CC"/>
                </a:solidFill>
                <a:latin typeface="Constantia" pitchFamily="18" charset="0"/>
                <a:cs typeface="Times New Roman" pitchFamily="18" charset="0"/>
              </a:rPr>
              <a:t>ều</a:t>
            </a:r>
            <a:r>
              <a:rPr lang="en-US" dirty="0" smtClean="0">
                <a:solidFill>
                  <a:srgbClr val="0033CC"/>
                </a:solidFill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33CC"/>
                </a:solidFill>
                <a:latin typeface="Constantia" pitchFamily="18" charset="0"/>
                <a:cs typeface="Times New Roman" pitchFamily="18" charset="0"/>
              </a:rPr>
              <a:t>ki</a:t>
            </a:r>
            <a:r>
              <a:rPr lang="en-GB" dirty="0" err="1" smtClean="0">
                <a:solidFill>
                  <a:srgbClr val="0033CC"/>
                </a:solidFill>
                <a:latin typeface="Constantia" pitchFamily="18" charset="0"/>
                <a:cs typeface="Times New Roman" pitchFamily="18" charset="0"/>
              </a:rPr>
              <a:t>ện</a:t>
            </a:r>
            <a:r>
              <a:rPr lang="en-US" dirty="0" smtClean="0">
                <a:solidFill>
                  <a:srgbClr val="0033CC"/>
                </a:solidFill>
                <a:latin typeface="Constantia" pitchFamily="18" charset="0"/>
                <a:cs typeface="Times New Roman" pitchFamily="18" charset="0"/>
              </a:rPr>
              <a:t> t</a:t>
            </a:r>
            <a:r>
              <a:rPr lang="en-GB" dirty="0" smtClean="0">
                <a:solidFill>
                  <a:srgbClr val="0033CC"/>
                </a:solidFill>
                <a:latin typeface="Constantia" pitchFamily="18" charset="0"/>
                <a:cs typeface="Times New Roman" pitchFamily="18" charset="0"/>
              </a:rPr>
              <a:t>ự</a:t>
            </a:r>
            <a:r>
              <a:rPr lang="en-US" dirty="0" smtClean="0">
                <a:solidFill>
                  <a:srgbClr val="0033CC"/>
                </a:solidFill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33CC"/>
                </a:solidFill>
                <a:latin typeface="Constantia" pitchFamily="18" charset="0"/>
                <a:cs typeface="Times New Roman" pitchFamily="18" charset="0"/>
              </a:rPr>
              <a:t>dao</a:t>
            </a:r>
            <a:r>
              <a:rPr lang="en-US" dirty="0" smtClean="0">
                <a:solidFill>
                  <a:srgbClr val="0033CC"/>
                </a:solidFill>
                <a:latin typeface="Constantia" pitchFamily="18" charset="0"/>
                <a:cs typeface="Times New Roman" pitchFamily="18" charset="0"/>
              </a:rPr>
              <a:t> đ</a:t>
            </a:r>
            <a:r>
              <a:rPr lang="en-GB" dirty="0" err="1" smtClean="0">
                <a:solidFill>
                  <a:srgbClr val="0033CC"/>
                </a:solidFill>
                <a:latin typeface="Constantia" pitchFamily="18" charset="0"/>
                <a:cs typeface="Times New Roman" pitchFamily="18" charset="0"/>
              </a:rPr>
              <a:t>ộng</a:t>
            </a:r>
            <a:endParaRPr lang="en-US" dirty="0">
              <a:solidFill>
                <a:srgbClr val="0033CC"/>
              </a:solidFill>
              <a:latin typeface="Constantia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95400"/>
            <a:ext cx="8153400" cy="5425440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800" b="1" i="1" dirty="0" err="1" smtClean="0">
                <a:solidFill>
                  <a:srgbClr val="C00000"/>
                </a:solidFill>
                <a:latin typeface="Constantia" pitchFamily="18" charset="0"/>
                <a:cs typeface="Times New Roman" pitchFamily="18" charset="0"/>
              </a:rPr>
              <a:t>Khái</a:t>
            </a:r>
            <a:r>
              <a:rPr lang="en-US" sz="2800" b="1" i="1" dirty="0" smtClean="0">
                <a:solidFill>
                  <a:srgbClr val="C00000"/>
                </a:solidFill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800" b="1" i="1" dirty="0" err="1" smtClean="0">
                <a:solidFill>
                  <a:srgbClr val="C00000"/>
                </a:solidFill>
                <a:latin typeface="Constantia" pitchFamily="18" charset="0"/>
                <a:cs typeface="Times New Roman" pitchFamily="18" charset="0"/>
              </a:rPr>
              <a:t>niệm</a:t>
            </a:r>
            <a:endParaRPr lang="en-US" sz="2400" b="1" i="1" dirty="0" smtClean="0">
              <a:solidFill>
                <a:srgbClr val="C00000"/>
              </a:solidFill>
              <a:latin typeface="Constantia" pitchFamily="18" charset="0"/>
              <a:cs typeface="Times New Roman" pitchFamily="18" charset="0"/>
            </a:endParaRPr>
          </a:p>
          <a:p>
            <a:r>
              <a:rPr lang="en-US" sz="2400" dirty="0" err="1" smtClean="0">
                <a:latin typeface="Constantia" pitchFamily="18" charset="0"/>
                <a:cs typeface="Times New Roman" pitchFamily="18" charset="0"/>
              </a:rPr>
              <a:t>Mạch</a:t>
            </a:r>
            <a:r>
              <a:rPr lang="en-US" sz="24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Constantia" pitchFamily="18" charset="0"/>
                <a:cs typeface="Times New Roman" pitchFamily="18" charset="0"/>
              </a:rPr>
              <a:t>tạo</a:t>
            </a:r>
            <a:r>
              <a:rPr lang="en-US" sz="24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Constantia" pitchFamily="18" charset="0"/>
                <a:cs typeface="Times New Roman" pitchFamily="18" charset="0"/>
              </a:rPr>
              <a:t>dao</a:t>
            </a:r>
            <a:r>
              <a:rPr lang="en-US" sz="24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Constantia" pitchFamily="18" charset="0"/>
                <a:cs typeface="Times New Roman" pitchFamily="18" charset="0"/>
              </a:rPr>
              <a:t>động</a:t>
            </a:r>
            <a:r>
              <a:rPr lang="en-US" sz="24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Constantia" pitchFamily="18" charset="0"/>
                <a:cs typeface="Times New Roman" pitchFamily="18" charset="0"/>
              </a:rPr>
              <a:t>là</a:t>
            </a:r>
            <a:r>
              <a:rPr lang="en-US" sz="24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Constantia" pitchFamily="18" charset="0"/>
                <a:cs typeface="Times New Roman" pitchFamily="18" charset="0"/>
              </a:rPr>
              <a:t>mạch</a:t>
            </a:r>
            <a:r>
              <a:rPr lang="en-US" sz="24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Constantia" pitchFamily="18" charset="0"/>
                <a:cs typeface="Times New Roman" pitchFamily="18" charset="0"/>
              </a:rPr>
              <a:t>có</a:t>
            </a:r>
            <a:r>
              <a:rPr lang="en-US" sz="24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Constantia" pitchFamily="18" charset="0"/>
                <a:cs typeface="Times New Roman" pitchFamily="18" charset="0"/>
              </a:rPr>
              <a:t>khả</a:t>
            </a:r>
            <a:r>
              <a:rPr lang="en-US" sz="24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Constantia" pitchFamily="18" charset="0"/>
                <a:cs typeface="Times New Roman" pitchFamily="18" charset="0"/>
              </a:rPr>
              <a:t>năng</a:t>
            </a:r>
            <a:r>
              <a:rPr lang="en-US" sz="24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Constantia" pitchFamily="18" charset="0"/>
                <a:cs typeface="Times New Roman" pitchFamily="18" charset="0"/>
              </a:rPr>
              <a:t>tạo</a:t>
            </a:r>
            <a:r>
              <a:rPr lang="en-US" sz="24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Constantia" pitchFamily="18" charset="0"/>
                <a:cs typeface="Times New Roman" pitchFamily="18" charset="0"/>
              </a:rPr>
              <a:t>được</a:t>
            </a:r>
            <a:r>
              <a:rPr lang="en-US" sz="24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Constantia" pitchFamily="18" charset="0"/>
                <a:cs typeface="Times New Roman" pitchFamily="18" charset="0"/>
              </a:rPr>
              <a:t>tín</a:t>
            </a:r>
            <a:r>
              <a:rPr lang="en-US" sz="24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Constantia" pitchFamily="18" charset="0"/>
                <a:cs typeface="Times New Roman" pitchFamily="18" charset="0"/>
              </a:rPr>
              <a:t>hiệu</a:t>
            </a:r>
            <a:r>
              <a:rPr lang="en-US" sz="24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Constantia" pitchFamily="18" charset="0"/>
                <a:cs typeface="Times New Roman" pitchFamily="18" charset="0"/>
              </a:rPr>
              <a:t>tại</a:t>
            </a:r>
            <a:r>
              <a:rPr lang="en-US" sz="24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Constantia" pitchFamily="18" charset="0"/>
                <a:cs typeface="Times New Roman" pitchFamily="18" charset="0"/>
              </a:rPr>
              <a:t>đầu</a:t>
            </a:r>
            <a:r>
              <a:rPr lang="en-US" sz="24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Constantia" pitchFamily="18" charset="0"/>
                <a:cs typeface="Times New Roman" pitchFamily="18" charset="0"/>
              </a:rPr>
              <a:t>ra</a:t>
            </a:r>
            <a:r>
              <a:rPr lang="en-US" sz="24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Constantia" pitchFamily="18" charset="0"/>
                <a:cs typeface="Times New Roman" pitchFamily="18" charset="0"/>
              </a:rPr>
              <a:t>khi</a:t>
            </a:r>
            <a:r>
              <a:rPr lang="en-US" sz="24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Constantia" pitchFamily="18" charset="0"/>
                <a:cs typeface="Times New Roman" pitchFamily="18" charset="0"/>
              </a:rPr>
              <a:t>có</a:t>
            </a:r>
            <a:r>
              <a:rPr lang="en-US" sz="24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Constantia" pitchFamily="18" charset="0"/>
                <a:cs typeface="Times New Roman" pitchFamily="18" charset="0"/>
              </a:rPr>
              <a:t>nguồn</a:t>
            </a:r>
            <a:r>
              <a:rPr lang="en-US" sz="24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Constantia" pitchFamily="18" charset="0"/>
                <a:cs typeface="Times New Roman" pitchFamily="18" charset="0"/>
              </a:rPr>
              <a:t>cấp</a:t>
            </a:r>
            <a:r>
              <a:rPr lang="en-US" sz="24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Constantia" pitchFamily="18" charset="0"/>
                <a:cs typeface="Times New Roman" pitchFamily="18" charset="0"/>
              </a:rPr>
              <a:t>DC</a:t>
            </a:r>
            <a:r>
              <a:rPr lang="en-US" sz="2400" dirty="0" err="1" smtClean="0">
                <a:latin typeface="Constantia" pitchFamily="18" charset="0"/>
                <a:cs typeface="Times New Roman"/>
              </a:rPr>
              <a:t>→biến</a:t>
            </a:r>
            <a:r>
              <a:rPr lang="en-US" sz="2400" dirty="0" smtClean="0">
                <a:latin typeface="Constantia" pitchFamily="18" charset="0"/>
                <a:cs typeface="Times New Roman"/>
              </a:rPr>
              <a:t> </a:t>
            </a:r>
            <a:r>
              <a:rPr lang="en-US" sz="2400" dirty="0" err="1" smtClean="0">
                <a:latin typeface="Constantia" pitchFamily="18" charset="0"/>
                <a:cs typeface="Times New Roman"/>
              </a:rPr>
              <a:t>đổi</a:t>
            </a:r>
            <a:r>
              <a:rPr lang="en-US" sz="2400" dirty="0" smtClean="0">
                <a:latin typeface="Constantia" pitchFamily="18" charset="0"/>
                <a:cs typeface="Times New Roman"/>
              </a:rPr>
              <a:t> </a:t>
            </a:r>
            <a:r>
              <a:rPr lang="en-US" sz="2400" dirty="0" err="1" smtClean="0">
                <a:latin typeface="Constantia" pitchFamily="18" charset="0"/>
                <a:cs typeface="Times New Roman"/>
              </a:rPr>
              <a:t>năng</a:t>
            </a:r>
            <a:r>
              <a:rPr lang="en-US" sz="2400" dirty="0" smtClean="0">
                <a:latin typeface="Constantia" pitchFamily="18" charset="0"/>
                <a:cs typeface="Times New Roman"/>
              </a:rPr>
              <a:t> </a:t>
            </a:r>
            <a:r>
              <a:rPr lang="en-US" sz="2400" dirty="0" err="1" smtClean="0">
                <a:latin typeface="Constantia" pitchFamily="18" charset="0"/>
                <a:cs typeface="Times New Roman"/>
              </a:rPr>
              <a:t>lượng</a:t>
            </a:r>
            <a:r>
              <a:rPr lang="en-US" sz="2400" dirty="0" smtClean="0">
                <a:latin typeface="Constantia" pitchFamily="18" charset="0"/>
                <a:cs typeface="Times New Roman"/>
              </a:rPr>
              <a:t> </a:t>
            </a:r>
            <a:r>
              <a:rPr lang="en-US" sz="2400" dirty="0" err="1" smtClean="0">
                <a:latin typeface="Constantia" pitchFamily="18" charset="0"/>
                <a:cs typeface="Times New Roman"/>
              </a:rPr>
              <a:t>một</a:t>
            </a:r>
            <a:r>
              <a:rPr lang="en-US" sz="2400" dirty="0" smtClean="0">
                <a:latin typeface="Constantia" pitchFamily="18" charset="0"/>
                <a:cs typeface="Times New Roman"/>
              </a:rPr>
              <a:t> </a:t>
            </a:r>
            <a:r>
              <a:rPr lang="en-US" sz="2400" dirty="0" err="1" smtClean="0">
                <a:latin typeface="Constantia" pitchFamily="18" charset="0"/>
                <a:cs typeface="Times New Roman"/>
              </a:rPr>
              <a:t>chiều</a:t>
            </a:r>
            <a:r>
              <a:rPr lang="en-US" sz="2400" dirty="0" smtClean="0">
                <a:latin typeface="Constantia" pitchFamily="18" charset="0"/>
                <a:cs typeface="Times New Roman"/>
              </a:rPr>
              <a:t> </a:t>
            </a:r>
            <a:r>
              <a:rPr lang="en-US" sz="2400" dirty="0" err="1" smtClean="0">
                <a:latin typeface="Constantia" pitchFamily="18" charset="0"/>
                <a:cs typeface="Times New Roman"/>
              </a:rPr>
              <a:t>thành</a:t>
            </a:r>
            <a:r>
              <a:rPr lang="en-US" sz="2400" dirty="0" smtClean="0">
                <a:latin typeface="Constantia" pitchFamily="18" charset="0"/>
                <a:cs typeface="Times New Roman"/>
              </a:rPr>
              <a:t> </a:t>
            </a:r>
            <a:r>
              <a:rPr lang="en-US" sz="2400" dirty="0" err="1" smtClean="0">
                <a:latin typeface="Constantia" pitchFamily="18" charset="0"/>
                <a:cs typeface="Times New Roman"/>
              </a:rPr>
              <a:t>năng</a:t>
            </a:r>
            <a:r>
              <a:rPr lang="en-US" sz="2400" dirty="0" smtClean="0">
                <a:latin typeface="Constantia" pitchFamily="18" charset="0"/>
                <a:cs typeface="Times New Roman"/>
              </a:rPr>
              <a:t> </a:t>
            </a:r>
            <a:r>
              <a:rPr lang="en-US" sz="2400" dirty="0" err="1" smtClean="0">
                <a:latin typeface="Constantia" pitchFamily="18" charset="0"/>
                <a:cs typeface="Times New Roman"/>
              </a:rPr>
              <a:t>lượng</a:t>
            </a:r>
            <a:r>
              <a:rPr lang="en-US" sz="2400" dirty="0" smtClean="0">
                <a:latin typeface="Constantia" pitchFamily="18" charset="0"/>
                <a:cs typeface="Times New Roman"/>
              </a:rPr>
              <a:t> </a:t>
            </a:r>
            <a:r>
              <a:rPr lang="en-US" sz="2400" dirty="0" err="1" smtClean="0">
                <a:latin typeface="Constantia" pitchFamily="18" charset="0"/>
                <a:cs typeface="Times New Roman"/>
              </a:rPr>
              <a:t>xoay</a:t>
            </a:r>
            <a:r>
              <a:rPr lang="en-US" sz="2400" dirty="0" smtClean="0">
                <a:latin typeface="Constantia" pitchFamily="18" charset="0"/>
                <a:cs typeface="Times New Roman"/>
              </a:rPr>
              <a:t> </a:t>
            </a:r>
            <a:r>
              <a:rPr lang="en-US" sz="2400" dirty="0" err="1" smtClean="0">
                <a:latin typeface="Constantia" pitchFamily="18" charset="0"/>
                <a:cs typeface="Times New Roman"/>
              </a:rPr>
              <a:t>chiều</a:t>
            </a:r>
            <a:r>
              <a:rPr lang="en-US" sz="2400" dirty="0" smtClean="0">
                <a:latin typeface="Constantia" pitchFamily="18" charset="0"/>
                <a:cs typeface="Times New Roman"/>
              </a:rPr>
              <a:t>. </a:t>
            </a:r>
          </a:p>
          <a:p>
            <a:r>
              <a:rPr lang="en-US" sz="2400" dirty="0" smtClean="0">
                <a:latin typeface="Constantia" pitchFamily="18" charset="0"/>
                <a:cs typeface="Times New Roman"/>
              </a:rPr>
              <a:t> </a:t>
            </a:r>
            <a:r>
              <a:rPr lang="en-US" sz="2400" b="1" i="1" dirty="0" err="1" smtClean="0">
                <a:solidFill>
                  <a:srgbClr val="581508"/>
                </a:solidFill>
                <a:latin typeface="Constantia" pitchFamily="18" charset="0"/>
                <a:cs typeface="Times New Roman"/>
              </a:rPr>
              <a:t>Phân</a:t>
            </a:r>
            <a:r>
              <a:rPr lang="en-US" sz="2400" b="1" i="1" dirty="0" smtClean="0">
                <a:solidFill>
                  <a:srgbClr val="581508"/>
                </a:solidFill>
                <a:latin typeface="Constantia" pitchFamily="18" charset="0"/>
                <a:cs typeface="Times New Roman"/>
              </a:rPr>
              <a:t> </a:t>
            </a:r>
            <a:r>
              <a:rPr lang="en-US" sz="2400" b="1" i="1" dirty="0" err="1" smtClean="0">
                <a:solidFill>
                  <a:srgbClr val="581508"/>
                </a:solidFill>
                <a:latin typeface="Constantia" pitchFamily="18" charset="0"/>
                <a:cs typeface="Times New Roman"/>
              </a:rPr>
              <a:t>loại</a:t>
            </a:r>
            <a:r>
              <a:rPr lang="en-US" sz="2400" dirty="0" smtClean="0">
                <a:solidFill>
                  <a:srgbClr val="581508"/>
                </a:solidFill>
                <a:latin typeface="Constantia" pitchFamily="18" charset="0"/>
                <a:cs typeface="Times New Roman"/>
              </a:rPr>
              <a:t>:</a:t>
            </a:r>
            <a:endParaRPr lang="en-US" sz="2400" dirty="0" smtClean="0">
              <a:solidFill>
                <a:srgbClr val="581508"/>
              </a:solidFill>
              <a:latin typeface="Constantia" pitchFamily="18" charset="0"/>
              <a:cs typeface="Times New Roman" pitchFamily="18" charset="0"/>
            </a:endParaRPr>
          </a:p>
          <a:p>
            <a:pPr lvl="1">
              <a:buFont typeface="Wingdings" pitchFamily="2" charset="2"/>
              <a:buChar char="§"/>
            </a:pPr>
            <a:r>
              <a:rPr lang="en-US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Constantia" pitchFamily="18" charset="0"/>
                <a:cs typeface="Times New Roman" pitchFamily="18" charset="0"/>
              </a:rPr>
              <a:t>Dao </a:t>
            </a:r>
            <a:r>
              <a:rPr lang="en-US" sz="2000" dirty="0" err="1" smtClean="0">
                <a:latin typeface="Constantia" pitchFamily="18" charset="0"/>
                <a:cs typeface="Times New Roman" pitchFamily="18" charset="0"/>
              </a:rPr>
              <a:t>động</a:t>
            </a:r>
            <a:r>
              <a:rPr lang="en-US" sz="20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  <a:cs typeface="Times New Roman" pitchFamily="18" charset="0"/>
              </a:rPr>
              <a:t>điều</a:t>
            </a:r>
            <a:r>
              <a:rPr lang="en-US" sz="20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  <a:cs typeface="Times New Roman" pitchFamily="18" charset="0"/>
              </a:rPr>
              <a:t>hòa</a:t>
            </a:r>
            <a:r>
              <a:rPr lang="en-US" sz="2000" dirty="0" smtClean="0">
                <a:latin typeface="Constantia" pitchFamily="18" charset="0"/>
                <a:cs typeface="Times New Roman"/>
              </a:rPr>
              <a:t> → </a:t>
            </a:r>
            <a:r>
              <a:rPr lang="en-US" sz="2000" dirty="0" err="1" smtClean="0">
                <a:latin typeface="Constantia" pitchFamily="18" charset="0"/>
                <a:cs typeface="Times New Roman"/>
              </a:rPr>
              <a:t>tạo</a:t>
            </a:r>
            <a:r>
              <a:rPr lang="en-US" sz="2000" dirty="0" smtClean="0">
                <a:latin typeface="Constantia" pitchFamily="18" charset="0"/>
                <a:cs typeface="Times New Roman"/>
              </a:rPr>
              <a:t> </a:t>
            </a:r>
            <a:r>
              <a:rPr lang="en-US" sz="2000" dirty="0" err="1" smtClean="0">
                <a:latin typeface="Constantia" pitchFamily="18" charset="0"/>
                <a:cs typeface="Times New Roman"/>
              </a:rPr>
              <a:t>tín</a:t>
            </a:r>
            <a:r>
              <a:rPr lang="en-US" sz="2000" dirty="0" smtClean="0">
                <a:latin typeface="Constantia" pitchFamily="18" charset="0"/>
                <a:cs typeface="Times New Roman"/>
              </a:rPr>
              <a:t> </a:t>
            </a:r>
            <a:r>
              <a:rPr lang="en-US" sz="2000" dirty="0" err="1" smtClean="0">
                <a:latin typeface="Constantia" pitchFamily="18" charset="0"/>
                <a:cs typeface="Times New Roman"/>
              </a:rPr>
              <a:t>hiệu</a:t>
            </a:r>
            <a:r>
              <a:rPr lang="en-US" sz="2000" dirty="0" smtClean="0">
                <a:latin typeface="Constantia" pitchFamily="18" charset="0"/>
                <a:cs typeface="Times New Roman"/>
              </a:rPr>
              <a:t> </a:t>
            </a:r>
            <a:r>
              <a:rPr lang="en-US" sz="2000" dirty="0" err="1" smtClean="0">
                <a:latin typeface="Constantia" pitchFamily="18" charset="0"/>
                <a:cs typeface="Times New Roman"/>
              </a:rPr>
              <a:t>hình</a:t>
            </a:r>
            <a:r>
              <a:rPr lang="en-US" sz="2000" dirty="0" smtClean="0">
                <a:latin typeface="Constantia" pitchFamily="18" charset="0"/>
                <a:cs typeface="Times New Roman"/>
              </a:rPr>
              <a:t> sin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 smtClean="0">
                <a:latin typeface="Constantia" pitchFamily="18" charset="0"/>
                <a:cs typeface="Times New Roman"/>
              </a:rPr>
              <a:t> Dao </a:t>
            </a:r>
            <a:r>
              <a:rPr lang="en-US" sz="2000" dirty="0" err="1" smtClean="0">
                <a:latin typeface="Constantia" pitchFamily="18" charset="0"/>
                <a:cs typeface="Times New Roman"/>
              </a:rPr>
              <a:t>động</a:t>
            </a:r>
            <a:r>
              <a:rPr lang="en-US" sz="2000" dirty="0" smtClean="0">
                <a:latin typeface="Constantia" pitchFamily="18" charset="0"/>
                <a:cs typeface="Times New Roman"/>
              </a:rPr>
              <a:t> </a:t>
            </a:r>
            <a:r>
              <a:rPr lang="en-US" sz="2000" dirty="0" err="1" smtClean="0">
                <a:latin typeface="Constantia" pitchFamily="18" charset="0"/>
                <a:cs typeface="Times New Roman"/>
              </a:rPr>
              <a:t>tích</a:t>
            </a:r>
            <a:r>
              <a:rPr lang="en-US" sz="2000" dirty="0" smtClean="0">
                <a:latin typeface="Constantia" pitchFamily="18" charset="0"/>
                <a:cs typeface="Times New Roman"/>
              </a:rPr>
              <a:t> </a:t>
            </a:r>
            <a:r>
              <a:rPr lang="en-US" sz="2000" dirty="0" err="1" smtClean="0">
                <a:latin typeface="Constantia" pitchFamily="18" charset="0"/>
                <a:cs typeface="Times New Roman"/>
              </a:rPr>
              <a:t>thoát</a:t>
            </a:r>
            <a:r>
              <a:rPr lang="en-US" sz="2000" dirty="0" smtClean="0">
                <a:latin typeface="Constantia" pitchFamily="18" charset="0"/>
                <a:cs typeface="Times New Roman"/>
              </a:rPr>
              <a:t> → </a:t>
            </a:r>
            <a:r>
              <a:rPr lang="en-US" sz="2000" dirty="0" err="1" smtClean="0">
                <a:latin typeface="Constantia" pitchFamily="18" charset="0"/>
                <a:cs typeface="Times New Roman"/>
              </a:rPr>
              <a:t>tạo</a:t>
            </a:r>
            <a:r>
              <a:rPr lang="en-US" sz="2000" dirty="0" smtClean="0">
                <a:latin typeface="Constantia" pitchFamily="18" charset="0"/>
                <a:cs typeface="Times New Roman"/>
              </a:rPr>
              <a:t> </a:t>
            </a:r>
            <a:r>
              <a:rPr lang="en-US" sz="2000" dirty="0" err="1" smtClean="0">
                <a:latin typeface="Constantia" pitchFamily="18" charset="0"/>
                <a:cs typeface="Times New Roman"/>
              </a:rPr>
              <a:t>tín</a:t>
            </a:r>
            <a:r>
              <a:rPr lang="en-US" sz="2000" dirty="0" smtClean="0">
                <a:latin typeface="Constantia" pitchFamily="18" charset="0"/>
                <a:cs typeface="Times New Roman"/>
              </a:rPr>
              <a:t> </a:t>
            </a:r>
            <a:r>
              <a:rPr lang="en-US" sz="2000" dirty="0" err="1" smtClean="0">
                <a:latin typeface="Constantia" pitchFamily="18" charset="0"/>
                <a:cs typeface="Times New Roman"/>
              </a:rPr>
              <a:t>hiệu</a:t>
            </a:r>
            <a:r>
              <a:rPr lang="en-US" sz="2000" dirty="0" smtClean="0">
                <a:latin typeface="Constantia" pitchFamily="18" charset="0"/>
                <a:cs typeface="Times New Roman"/>
              </a:rPr>
              <a:t> </a:t>
            </a:r>
            <a:r>
              <a:rPr lang="en-US" sz="2000" dirty="0" err="1" smtClean="0">
                <a:latin typeface="Constantia" pitchFamily="18" charset="0"/>
                <a:cs typeface="Times New Roman"/>
              </a:rPr>
              <a:t>xung</a:t>
            </a:r>
            <a:r>
              <a:rPr lang="en-US" sz="2000" dirty="0" smtClean="0">
                <a:latin typeface="Constantia" pitchFamily="18" charset="0"/>
                <a:cs typeface="Times New Roman"/>
              </a:rPr>
              <a:t> (</a:t>
            </a:r>
            <a:r>
              <a:rPr lang="en-US" sz="2000" dirty="0" err="1" smtClean="0">
                <a:latin typeface="Constantia" pitchFamily="18" charset="0"/>
                <a:cs typeface="Times New Roman"/>
              </a:rPr>
              <a:t>xung</a:t>
            </a:r>
            <a:r>
              <a:rPr lang="en-US" sz="2000" dirty="0" smtClean="0">
                <a:latin typeface="Constantia" pitchFamily="18" charset="0"/>
                <a:cs typeface="Times New Roman"/>
              </a:rPr>
              <a:t> </a:t>
            </a:r>
            <a:r>
              <a:rPr lang="en-US" sz="2000" dirty="0" err="1" smtClean="0">
                <a:latin typeface="Constantia" pitchFamily="18" charset="0"/>
                <a:cs typeface="Times New Roman"/>
              </a:rPr>
              <a:t>vuông</a:t>
            </a:r>
            <a:r>
              <a:rPr lang="en-US" sz="2000" dirty="0" smtClean="0">
                <a:latin typeface="Constantia" pitchFamily="18" charset="0"/>
                <a:cs typeface="Times New Roman"/>
              </a:rPr>
              <a:t>, tam </a:t>
            </a:r>
            <a:r>
              <a:rPr lang="en-US" sz="2000" dirty="0" err="1" smtClean="0">
                <a:latin typeface="Constantia" pitchFamily="18" charset="0"/>
                <a:cs typeface="Times New Roman"/>
              </a:rPr>
              <a:t>giác</a:t>
            </a:r>
            <a:r>
              <a:rPr lang="en-US" sz="2000" dirty="0" smtClean="0">
                <a:latin typeface="Constantia" pitchFamily="18" charset="0"/>
                <a:cs typeface="Times New Roman"/>
              </a:rPr>
              <a:t>, </a:t>
            </a:r>
            <a:r>
              <a:rPr lang="en-US" sz="2000" dirty="0" err="1" smtClean="0">
                <a:latin typeface="Constantia" pitchFamily="18" charset="0"/>
                <a:cs typeface="Times New Roman"/>
              </a:rPr>
              <a:t>răng</a:t>
            </a:r>
            <a:r>
              <a:rPr lang="en-US" sz="2000" dirty="0" smtClean="0">
                <a:latin typeface="Constantia" pitchFamily="18" charset="0"/>
                <a:cs typeface="Times New Roman"/>
              </a:rPr>
              <a:t> </a:t>
            </a:r>
            <a:r>
              <a:rPr lang="en-US" sz="2000" dirty="0" err="1" smtClean="0">
                <a:latin typeface="Constantia" pitchFamily="18" charset="0"/>
                <a:cs typeface="Times New Roman"/>
              </a:rPr>
              <a:t>cưa</a:t>
            </a:r>
            <a:r>
              <a:rPr lang="en-US" sz="2000" dirty="0" smtClean="0">
                <a:latin typeface="Constantia" pitchFamily="18" charset="0"/>
                <a:cs typeface="Times New Roman"/>
              </a:rPr>
              <a:t>,…)</a:t>
            </a:r>
            <a:endParaRPr lang="en-US" sz="2000" dirty="0" smtClean="0">
              <a:latin typeface="Constantia" pitchFamily="18" charset="0"/>
              <a:cs typeface="Times New Roman" pitchFamily="18" charset="0"/>
            </a:endParaRPr>
          </a:p>
          <a:p>
            <a:r>
              <a:rPr lang="en-US" sz="2400" b="1" i="1" dirty="0" err="1" smtClean="0">
                <a:solidFill>
                  <a:srgbClr val="581508"/>
                </a:solidFill>
                <a:latin typeface="Constantia" pitchFamily="18" charset="0"/>
                <a:cs typeface="Times New Roman" pitchFamily="18" charset="0"/>
              </a:rPr>
              <a:t>Yêu</a:t>
            </a:r>
            <a:r>
              <a:rPr lang="en-US" sz="2400" b="1" i="1" dirty="0" smtClean="0">
                <a:solidFill>
                  <a:srgbClr val="581508"/>
                </a:solidFill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400" b="1" i="1" dirty="0" err="1" smtClean="0">
                <a:solidFill>
                  <a:srgbClr val="581508"/>
                </a:solidFill>
                <a:latin typeface="Constantia" pitchFamily="18" charset="0"/>
                <a:cs typeface="Times New Roman" pitchFamily="18" charset="0"/>
              </a:rPr>
              <a:t>cầu</a:t>
            </a:r>
            <a:r>
              <a:rPr lang="en-US" sz="2400" b="1" i="1" dirty="0" smtClean="0">
                <a:solidFill>
                  <a:srgbClr val="581508"/>
                </a:solidFill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400" b="1" i="1" dirty="0" err="1" smtClean="0">
                <a:solidFill>
                  <a:srgbClr val="581508"/>
                </a:solidFill>
                <a:latin typeface="Constantia" pitchFamily="18" charset="0"/>
                <a:cs typeface="Times New Roman" pitchFamily="18" charset="0"/>
              </a:rPr>
              <a:t>với</a:t>
            </a:r>
            <a:r>
              <a:rPr lang="en-US" sz="2400" b="1" i="1" dirty="0" smtClean="0">
                <a:solidFill>
                  <a:srgbClr val="581508"/>
                </a:solidFill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400" b="1" i="1" dirty="0" err="1" smtClean="0">
                <a:solidFill>
                  <a:srgbClr val="581508"/>
                </a:solidFill>
                <a:latin typeface="Constantia" pitchFamily="18" charset="0"/>
                <a:cs typeface="Times New Roman" pitchFamily="18" charset="0"/>
              </a:rPr>
              <a:t>một</a:t>
            </a:r>
            <a:r>
              <a:rPr lang="en-US" sz="2400" b="1" i="1" dirty="0" smtClean="0">
                <a:solidFill>
                  <a:srgbClr val="581508"/>
                </a:solidFill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400" b="1" i="1" dirty="0" err="1" smtClean="0">
                <a:solidFill>
                  <a:srgbClr val="581508"/>
                </a:solidFill>
                <a:latin typeface="Constantia" pitchFamily="18" charset="0"/>
                <a:cs typeface="Times New Roman" pitchFamily="18" charset="0"/>
              </a:rPr>
              <a:t>mạch</a:t>
            </a:r>
            <a:r>
              <a:rPr lang="en-US" sz="2400" b="1" i="1" dirty="0" smtClean="0">
                <a:solidFill>
                  <a:srgbClr val="581508"/>
                </a:solidFill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400" b="1" i="1" dirty="0" err="1" smtClean="0">
                <a:solidFill>
                  <a:srgbClr val="581508"/>
                </a:solidFill>
                <a:latin typeface="Constantia" pitchFamily="18" charset="0"/>
                <a:cs typeface="Times New Roman" pitchFamily="18" charset="0"/>
              </a:rPr>
              <a:t>tạo</a:t>
            </a:r>
            <a:r>
              <a:rPr lang="en-US" sz="2400" b="1" i="1" dirty="0" smtClean="0">
                <a:solidFill>
                  <a:srgbClr val="581508"/>
                </a:solidFill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400" b="1" i="1" dirty="0" err="1" smtClean="0">
                <a:solidFill>
                  <a:srgbClr val="581508"/>
                </a:solidFill>
                <a:latin typeface="Constantia" pitchFamily="18" charset="0"/>
                <a:cs typeface="Times New Roman" pitchFamily="18" charset="0"/>
              </a:rPr>
              <a:t>dao</a:t>
            </a:r>
            <a:r>
              <a:rPr lang="en-US" sz="2400" b="1" i="1" dirty="0" smtClean="0">
                <a:solidFill>
                  <a:srgbClr val="581508"/>
                </a:solidFill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400" b="1" i="1" dirty="0" err="1" smtClean="0">
                <a:solidFill>
                  <a:srgbClr val="581508"/>
                </a:solidFill>
                <a:latin typeface="Constantia" pitchFamily="18" charset="0"/>
                <a:cs typeface="Times New Roman" pitchFamily="18" charset="0"/>
              </a:rPr>
              <a:t>động</a:t>
            </a:r>
            <a:r>
              <a:rPr lang="en-US" sz="2400" b="1" i="1" dirty="0" smtClean="0">
                <a:solidFill>
                  <a:srgbClr val="581508"/>
                </a:solidFill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400" b="1" i="1" dirty="0" err="1" smtClean="0">
                <a:solidFill>
                  <a:srgbClr val="581508"/>
                </a:solidFill>
                <a:latin typeface="Constantia" pitchFamily="18" charset="0"/>
                <a:cs typeface="Times New Roman" pitchFamily="18" charset="0"/>
              </a:rPr>
              <a:t>là</a:t>
            </a:r>
            <a:r>
              <a:rPr lang="en-US" sz="2400" b="1" i="1" dirty="0" smtClean="0">
                <a:solidFill>
                  <a:srgbClr val="581508"/>
                </a:solidFill>
                <a:latin typeface="Constantia" pitchFamily="18" charset="0"/>
                <a:cs typeface="Times New Roman" pitchFamily="18" charset="0"/>
              </a:rPr>
              <a:t>: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 err="1" smtClean="0">
                <a:latin typeface="Constantia" pitchFamily="18" charset="0"/>
                <a:cs typeface="Times New Roman" pitchFamily="18" charset="0"/>
              </a:rPr>
              <a:t>Tín</a:t>
            </a:r>
            <a:r>
              <a:rPr lang="en-US" sz="20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  <a:cs typeface="Times New Roman" pitchFamily="18" charset="0"/>
              </a:rPr>
              <a:t>hiệu</a:t>
            </a:r>
            <a:r>
              <a:rPr lang="en-US" sz="20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  <a:cs typeface="Times New Roman" pitchFamily="18" charset="0"/>
              </a:rPr>
              <a:t>ra</a:t>
            </a:r>
            <a:r>
              <a:rPr lang="en-US" sz="20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  <a:cs typeface="Times New Roman" pitchFamily="18" charset="0"/>
              </a:rPr>
              <a:t>có</a:t>
            </a:r>
            <a:r>
              <a:rPr lang="en-US" sz="20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  <a:cs typeface="Times New Roman" pitchFamily="18" charset="0"/>
              </a:rPr>
              <a:t>tần</a:t>
            </a:r>
            <a:r>
              <a:rPr lang="en-US" sz="20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  <a:cs typeface="Times New Roman" pitchFamily="18" charset="0"/>
              </a:rPr>
              <a:t>số</a:t>
            </a:r>
            <a:r>
              <a:rPr lang="en-US" sz="20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  <a:cs typeface="Times New Roman" pitchFamily="18" charset="0"/>
              </a:rPr>
              <a:t>và</a:t>
            </a:r>
            <a:r>
              <a:rPr lang="en-US" sz="20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  <a:cs typeface="Times New Roman" pitchFamily="18" charset="0"/>
              </a:rPr>
              <a:t>biên</a:t>
            </a:r>
            <a:r>
              <a:rPr lang="en-US" sz="20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  <a:cs typeface="Times New Roman" pitchFamily="18" charset="0"/>
              </a:rPr>
              <a:t>độ</a:t>
            </a:r>
            <a:r>
              <a:rPr lang="en-US" sz="20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  <a:cs typeface="Times New Roman" pitchFamily="18" charset="0"/>
              </a:rPr>
              <a:t>ổn</a:t>
            </a:r>
            <a:r>
              <a:rPr lang="en-US" sz="20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  <a:cs typeface="Times New Roman" pitchFamily="18" charset="0"/>
              </a:rPr>
              <a:t>định</a:t>
            </a:r>
            <a:endParaRPr lang="en-US" sz="2000" dirty="0" smtClean="0">
              <a:latin typeface="Constantia" pitchFamily="18" charset="0"/>
              <a:cs typeface="Times New Roman" pitchFamily="18" charset="0"/>
            </a:endParaRPr>
          </a:p>
          <a:p>
            <a:pPr lvl="1">
              <a:buFont typeface="Wingdings" pitchFamily="2" charset="2"/>
              <a:buChar char="§"/>
            </a:pPr>
            <a:r>
              <a:rPr lang="en-US" sz="2000" dirty="0" err="1" smtClean="0">
                <a:latin typeface="Constantia" pitchFamily="18" charset="0"/>
                <a:cs typeface="Times New Roman" pitchFamily="18" charset="0"/>
              </a:rPr>
              <a:t>Ổn</a:t>
            </a:r>
            <a:r>
              <a:rPr lang="en-US" sz="20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  <a:cs typeface="Times New Roman" pitchFamily="18" charset="0"/>
              </a:rPr>
              <a:t>định</a:t>
            </a:r>
            <a:r>
              <a:rPr lang="en-US" sz="20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  <a:cs typeface="Times New Roman" pitchFamily="18" charset="0"/>
              </a:rPr>
              <a:t>theo</a:t>
            </a:r>
            <a:r>
              <a:rPr lang="en-US" sz="20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  <a:cs typeface="Times New Roman" pitchFamily="18" charset="0"/>
              </a:rPr>
              <a:t>nhiệt</a:t>
            </a:r>
            <a:r>
              <a:rPr lang="en-US" sz="20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  <a:cs typeface="Times New Roman" pitchFamily="18" charset="0"/>
              </a:rPr>
              <a:t>độ</a:t>
            </a:r>
            <a:r>
              <a:rPr lang="en-US" sz="2000" dirty="0" smtClean="0">
                <a:latin typeface="Constantia" pitchFamily="18" charset="0"/>
                <a:cs typeface="Times New Roman" pitchFamily="18" charset="0"/>
              </a:rPr>
              <a:t>, </a:t>
            </a:r>
            <a:r>
              <a:rPr lang="en-US" sz="2000" dirty="0" err="1" smtClean="0">
                <a:latin typeface="Constantia" pitchFamily="18" charset="0"/>
                <a:cs typeface="Times New Roman" pitchFamily="18" charset="0"/>
              </a:rPr>
              <a:t>độ</a:t>
            </a:r>
            <a:r>
              <a:rPr lang="en-US" sz="20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  <a:cs typeface="Times New Roman" pitchFamily="18" charset="0"/>
              </a:rPr>
              <a:t>ẩm</a:t>
            </a:r>
            <a:r>
              <a:rPr lang="en-US" sz="20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  <a:cs typeface="Times New Roman" pitchFamily="18" charset="0"/>
              </a:rPr>
              <a:t>môi</a:t>
            </a:r>
            <a:r>
              <a:rPr lang="en-US" sz="20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  <a:cs typeface="Times New Roman" pitchFamily="18" charset="0"/>
              </a:rPr>
              <a:t>trường</a:t>
            </a:r>
            <a:endParaRPr lang="en-US" sz="2000" dirty="0" smtClean="0">
              <a:latin typeface="Constantia" pitchFamily="18" charset="0"/>
              <a:cs typeface="Times New Roman" pitchFamily="18" charset="0"/>
            </a:endParaRPr>
          </a:p>
          <a:p>
            <a:r>
              <a:rPr lang="en-US" sz="2400" b="1" i="1" dirty="0" err="1" smtClean="0">
                <a:solidFill>
                  <a:srgbClr val="581508"/>
                </a:solidFill>
                <a:latin typeface="Constantia" pitchFamily="18" charset="0"/>
                <a:cs typeface="Times New Roman" pitchFamily="18" charset="0"/>
              </a:rPr>
              <a:t>Mạch</a:t>
            </a:r>
            <a:r>
              <a:rPr lang="en-US" sz="2400" b="1" i="1" dirty="0" smtClean="0">
                <a:solidFill>
                  <a:srgbClr val="581508"/>
                </a:solidFill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400" b="1" i="1" dirty="0" err="1" smtClean="0">
                <a:solidFill>
                  <a:srgbClr val="581508"/>
                </a:solidFill>
                <a:latin typeface="Constantia" pitchFamily="18" charset="0"/>
                <a:cs typeface="Times New Roman" pitchFamily="18" charset="0"/>
              </a:rPr>
              <a:t>tạo</a:t>
            </a:r>
            <a:r>
              <a:rPr lang="en-US" sz="2400" b="1" i="1" dirty="0" smtClean="0">
                <a:solidFill>
                  <a:srgbClr val="581508"/>
                </a:solidFill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400" b="1" i="1" dirty="0" err="1" smtClean="0">
                <a:solidFill>
                  <a:srgbClr val="581508"/>
                </a:solidFill>
                <a:latin typeface="Constantia" pitchFamily="18" charset="0"/>
                <a:cs typeface="Times New Roman" pitchFamily="18" charset="0"/>
              </a:rPr>
              <a:t>dao</a:t>
            </a:r>
            <a:r>
              <a:rPr lang="en-US" sz="2400" b="1" i="1" dirty="0" smtClean="0">
                <a:solidFill>
                  <a:srgbClr val="581508"/>
                </a:solidFill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400" b="1" i="1" dirty="0" err="1" smtClean="0">
                <a:solidFill>
                  <a:srgbClr val="581508"/>
                </a:solidFill>
                <a:latin typeface="Constantia" pitchFamily="18" charset="0"/>
                <a:cs typeface="Times New Roman" pitchFamily="18" charset="0"/>
              </a:rPr>
              <a:t>động</a:t>
            </a:r>
            <a:r>
              <a:rPr lang="en-US" sz="2400" b="1" i="1" dirty="0" smtClean="0">
                <a:solidFill>
                  <a:srgbClr val="581508"/>
                </a:solidFill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400" b="1" i="1" dirty="0" err="1" smtClean="0">
                <a:solidFill>
                  <a:srgbClr val="581508"/>
                </a:solidFill>
                <a:latin typeface="Constantia" pitchFamily="18" charset="0"/>
                <a:cs typeface="Times New Roman" pitchFamily="18" charset="0"/>
              </a:rPr>
              <a:t>cần</a:t>
            </a:r>
            <a:r>
              <a:rPr lang="en-US" sz="2400" b="1" i="1" dirty="0" smtClean="0">
                <a:solidFill>
                  <a:srgbClr val="581508"/>
                </a:solidFill>
                <a:latin typeface="Constantia" pitchFamily="18" charset="0"/>
                <a:cs typeface="Times New Roman" pitchFamily="18" charset="0"/>
              </a:rPr>
              <a:t> 3 </a:t>
            </a:r>
            <a:r>
              <a:rPr lang="en-US" sz="2400" b="1" i="1" dirty="0" err="1" smtClean="0">
                <a:solidFill>
                  <a:srgbClr val="581508"/>
                </a:solidFill>
                <a:latin typeface="Constantia" pitchFamily="18" charset="0"/>
                <a:cs typeface="Times New Roman" pitchFamily="18" charset="0"/>
              </a:rPr>
              <a:t>yếu</a:t>
            </a:r>
            <a:r>
              <a:rPr lang="en-US" sz="2400" b="1" i="1" dirty="0" smtClean="0">
                <a:solidFill>
                  <a:srgbClr val="581508"/>
                </a:solidFill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400" b="1" i="1" dirty="0" err="1" smtClean="0">
                <a:solidFill>
                  <a:srgbClr val="581508"/>
                </a:solidFill>
                <a:latin typeface="Constantia" pitchFamily="18" charset="0"/>
                <a:cs typeface="Times New Roman" pitchFamily="18" charset="0"/>
              </a:rPr>
              <a:t>tố</a:t>
            </a:r>
            <a:r>
              <a:rPr lang="en-US" sz="2400" b="1" i="1" dirty="0" smtClean="0">
                <a:solidFill>
                  <a:srgbClr val="581508"/>
                </a:solidFill>
                <a:latin typeface="Constantia" pitchFamily="18" charset="0"/>
                <a:cs typeface="Times New Roman" pitchFamily="18" charset="0"/>
              </a:rPr>
              <a:t>: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 err="1" smtClean="0">
                <a:latin typeface="Constantia" pitchFamily="18" charset="0"/>
                <a:cs typeface="Times New Roman" pitchFamily="18" charset="0"/>
              </a:rPr>
              <a:t>Khuếch</a:t>
            </a:r>
            <a:r>
              <a:rPr lang="en-US" sz="20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  <a:cs typeface="Times New Roman" pitchFamily="18" charset="0"/>
              </a:rPr>
              <a:t>đại</a:t>
            </a:r>
            <a:endParaRPr lang="en-US" sz="2000" dirty="0" smtClean="0">
              <a:latin typeface="Constantia" pitchFamily="18" charset="0"/>
              <a:cs typeface="Times New Roman" pitchFamily="18" charset="0"/>
            </a:endParaRPr>
          </a:p>
          <a:p>
            <a:pPr lvl="1">
              <a:buFont typeface="Wingdings" pitchFamily="2" charset="2"/>
              <a:buChar char="§"/>
            </a:pPr>
            <a:r>
              <a:rPr lang="en-US" sz="2000" dirty="0" err="1" smtClean="0">
                <a:latin typeface="Constantia" pitchFamily="18" charset="0"/>
                <a:cs typeface="Times New Roman" pitchFamily="18" charset="0"/>
              </a:rPr>
              <a:t>Hồi</a:t>
            </a:r>
            <a:r>
              <a:rPr lang="en-US" sz="20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  <a:cs typeface="Times New Roman" pitchFamily="18" charset="0"/>
              </a:rPr>
              <a:t>tiếp</a:t>
            </a:r>
            <a:r>
              <a:rPr lang="en-US" sz="20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  <a:cs typeface="Times New Roman" pitchFamily="18" charset="0"/>
              </a:rPr>
              <a:t>dương</a:t>
            </a:r>
            <a:endParaRPr lang="en-US" sz="2000" dirty="0" smtClean="0">
              <a:latin typeface="Constantia" pitchFamily="18" charset="0"/>
              <a:cs typeface="Times New Roman" pitchFamily="18" charset="0"/>
            </a:endParaRPr>
          </a:p>
          <a:p>
            <a:pPr lvl="1">
              <a:buFont typeface="Wingdings" pitchFamily="2" charset="2"/>
              <a:buChar char="§"/>
            </a:pPr>
            <a:r>
              <a:rPr lang="en-US" sz="2000" dirty="0" err="1" smtClean="0">
                <a:latin typeface="Constantia" pitchFamily="18" charset="0"/>
                <a:cs typeface="Times New Roman" pitchFamily="18" charset="0"/>
              </a:rPr>
              <a:t>Khâu</a:t>
            </a:r>
            <a:r>
              <a:rPr lang="en-US" sz="20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  <a:cs typeface="Times New Roman" pitchFamily="18" charset="0"/>
              </a:rPr>
              <a:t>xác</a:t>
            </a:r>
            <a:r>
              <a:rPr lang="en-US" sz="20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  <a:cs typeface="Times New Roman" pitchFamily="18" charset="0"/>
              </a:rPr>
              <a:t>lập</a:t>
            </a:r>
            <a:r>
              <a:rPr lang="en-US" sz="20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  <a:cs typeface="Times New Roman" pitchFamily="18" charset="0"/>
              </a:rPr>
              <a:t>tần</a:t>
            </a:r>
            <a:r>
              <a:rPr lang="en-US" sz="20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  <a:cs typeface="Times New Roman" pitchFamily="18" charset="0"/>
              </a:rPr>
              <a:t>số</a:t>
            </a:r>
            <a:endParaRPr lang="en-US" sz="2000" dirty="0">
              <a:latin typeface="Constantia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736" y="353440"/>
            <a:ext cx="8915400" cy="655320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Autofit/>
          </a:bodyPr>
          <a:lstStyle/>
          <a:p>
            <a:r>
              <a:rPr lang="en-US" dirty="0" smtClean="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</a:rPr>
              <a:t>5.1.1 </a:t>
            </a:r>
            <a:r>
              <a:rPr lang="en-US" dirty="0" err="1" smtClean="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</a:rPr>
              <a:t>Khái</a:t>
            </a:r>
            <a:r>
              <a:rPr lang="en-US" dirty="0" smtClean="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</a:rPr>
              <a:t>niệm</a:t>
            </a:r>
            <a:r>
              <a:rPr lang="en-US" dirty="0" smtClean="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dirty="0" smtClean="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</a:rPr>
              <a:t>đi</a:t>
            </a:r>
            <a:r>
              <a:rPr lang="en-GB" dirty="0" err="1" smtClean="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</a:rPr>
              <a:t>ều</a:t>
            </a:r>
            <a:r>
              <a:rPr lang="en-US" dirty="0" smtClean="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</a:rPr>
              <a:t>ki</a:t>
            </a:r>
            <a:r>
              <a:rPr lang="en-GB" dirty="0" err="1" smtClean="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</a:rPr>
              <a:t>ện</a:t>
            </a:r>
            <a:r>
              <a:rPr lang="en-US" dirty="0" smtClean="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</a:rPr>
              <a:t> t</a:t>
            </a:r>
            <a:r>
              <a:rPr lang="en-GB" dirty="0" smtClean="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</a:rPr>
              <a:t>ự</a:t>
            </a:r>
            <a:r>
              <a:rPr lang="en-US" dirty="0" smtClean="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</a:rPr>
              <a:t>dao</a:t>
            </a:r>
            <a:r>
              <a:rPr lang="en-US" dirty="0" smtClean="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</a:rPr>
              <a:t> đ</a:t>
            </a:r>
            <a:r>
              <a:rPr lang="en-GB" dirty="0" err="1" smtClean="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</a:rPr>
              <a:t>ộng</a:t>
            </a:r>
            <a:endParaRPr lang="en-US" dirty="0">
              <a:solidFill>
                <a:srgbClr val="0033CC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381000" y="1295400"/>
            <a:ext cx="8301990" cy="5562600"/>
          </a:xfrm>
        </p:spPr>
        <p:txBody>
          <a:bodyPr>
            <a:normAutofit/>
          </a:bodyPr>
          <a:lstStyle/>
          <a:p>
            <a:r>
              <a:rPr lang="en-US" sz="2400" dirty="0" err="1" smtClean="0">
                <a:latin typeface="Constantia" pitchFamily="18" charset="0"/>
                <a:cs typeface="Times New Roman" pitchFamily="18" charset="0"/>
              </a:rPr>
              <a:t>Khâu</a:t>
            </a:r>
            <a:r>
              <a:rPr lang="en-US" sz="24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Constantia" pitchFamily="18" charset="0"/>
                <a:cs typeface="Times New Roman" pitchFamily="18" charset="0"/>
              </a:rPr>
              <a:t>xác</a:t>
            </a:r>
            <a:r>
              <a:rPr lang="en-US" sz="24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Constantia" pitchFamily="18" charset="0"/>
                <a:cs typeface="Times New Roman" pitchFamily="18" charset="0"/>
              </a:rPr>
              <a:t>lập</a:t>
            </a:r>
            <a:r>
              <a:rPr lang="en-US" sz="24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Constantia" pitchFamily="18" charset="0"/>
                <a:cs typeface="Times New Roman" pitchFamily="18" charset="0"/>
              </a:rPr>
              <a:t>tần</a:t>
            </a:r>
            <a:r>
              <a:rPr lang="en-US" sz="24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Constantia" pitchFamily="18" charset="0"/>
                <a:cs typeface="Times New Roman" pitchFamily="18" charset="0"/>
              </a:rPr>
              <a:t>số</a:t>
            </a:r>
            <a:r>
              <a:rPr lang="en-US" sz="24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Constantia" pitchFamily="18" charset="0"/>
                <a:cs typeface="Times New Roman" pitchFamily="18" charset="0"/>
              </a:rPr>
              <a:t>sẽ</a:t>
            </a:r>
            <a:r>
              <a:rPr lang="en-US" sz="24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Constantia" pitchFamily="18" charset="0"/>
                <a:cs typeface="Times New Roman" pitchFamily="18" charset="0"/>
              </a:rPr>
              <a:t>xác</a:t>
            </a:r>
            <a:r>
              <a:rPr lang="en-US" sz="24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Constantia" pitchFamily="18" charset="0"/>
                <a:cs typeface="Times New Roman" pitchFamily="18" charset="0"/>
              </a:rPr>
              <a:t>định</a:t>
            </a:r>
            <a:r>
              <a:rPr lang="en-US" sz="24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Constantia" pitchFamily="18" charset="0"/>
                <a:cs typeface="Times New Roman" pitchFamily="18" charset="0"/>
              </a:rPr>
              <a:t>tần</a:t>
            </a:r>
            <a:r>
              <a:rPr lang="en-US" sz="24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Constantia" pitchFamily="18" charset="0"/>
                <a:cs typeface="Times New Roman" pitchFamily="18" charset="0"/>
              </a:rPr>
              <a:t>số</a:t>
            </a:r>
            <a:r>
              <a:rPr lang="en-US" sz="24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Constantia" pitchFamily="18" charset="0"/>
                <a:cs typeface="Times New Roman" pitchFamily="18" charset="0"/>
              </a:rPr>
              <a:t>của</a:t>
            </a:r>
            <a:r>
              <a:rPr lang="en-US" sz="24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Constantia" pitchFamily="18" charset="0"/>
                <a:cs typeface="Times New Roman" pitchFamily="18" charset="0"/>
              </a:rPr>
              <a:t>tín</a:t>
            </a:r>
            <a:r>
              <a:rPr lang="en-US" sz="24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Constantia" pitchFamily="18" charset="0"/>
                <a:cs typeface="Times New Roman" pitchFamily="18" charset="0"/>
              </a:rPr>
              <a:t>hiệu</a:t>
            </a:r>
            <a:r>
              <a:rPr lang="en-US" sz="2400" dirty="0" smtClean="0">
                <a:latin typeface="Constantia" pitchFamily="18" charset="0"/>
                <a:cs typeface="Times New Roman" pitchFamily="18" charset="0"/>
              </a:rPr>
              <a:t> do </a:t>
            </a:r>
            <a:r>
              <a:rPr lang="en-US" sz="2400" dirty="0" err="1" smtClean="0">
                <a:latin typeface="Constantia" pitchFamily="18" charset="0"/>
                <a:cs typeface="Times New Roman" pitchFamily="18" charset="0"/>
              </a:rPr>
              <a:t>mạch</a:t>
            </a:r>
            <a:r>
              <a:rPr lang="en-US" sz="24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Constantia" pitchFamily="18" charset="0"/>
                <a:cs typeface="Times New Roman" pitchFamily="18" charset="0"/>
              </a:rPr>
              <a:t>dao</a:t>
            </a:r>
            <a:r>
              <a:rPr lang="en-US" sz="24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Constantia" pitchFamily="18" charset="0"/>
                <a:cs typeface="Times New Roman" pitchFamily="18" charset="0"/>
              </a:rPr>
              <a:t>động</a:t>
            </a:r>
            <a:r>
              <a:rPr lang="en-US" sz="24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Constantia" pitchFamily="18" charset="0"/>
                <a:cs typeface="Times New Roman" pitchFamily="18" charset="0"/>
              </a:rPr>
              <a:t>tạo</a:t>
            </a:r>
            <a:r>
              <a:rPr lang="en-US" sz="24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Constantia" pitchFamily="18" charset="0"/>
                <a:cs typeface="Times New Roman" pitchFamily="18" charset="0"/>
              </a:rPr>
              <a:t>ra</a:t>
            </a:r>
            <a:r>
              <a:rPr lang="en-US" sz="2400" dirty="0" smtClean="0">
                <a:latin typeface="Constantia" pitchFamily="18" charset="0"/>
                <a:cs typeface="Times New Roman" pitchFamily="18" charset="0"/>
              </a:rPr>
              <a:t>. </a:t>
            </a:r>
            <a:r>
              <a:rPr lang="en-US" sz="2400" dirty="0" err="1" smtClean="0">
                <a:latin typeface="Constantia" pitchFamily="18" charset="0"/>
                <a:cs typeface="Times New Roman" pitchFamily="18" charset="0"/>
              </a:rPr>
              <a:t>Có</a:t>
            </a:r>
            <a:r>
              <a:rPr lang="en-US" sz="24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Constantia" pitchFamily="18" charset="0"/>
                <a:cs typeface="Times New Roman" pitchFamily="18" charset="0"/>
              </a:rPr>
              <a:t>thể</a:t>
            </a:r>
            <a:r>
              <a:rPr lang="en-US" sz="24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Constantia" pitchFamily="18" charset="0"/>
                <a:cs typeface="Times New Roman" pitchFamily="18" charset="0"/>
              </a:rPr>
              <a:t>dùng</a:t>
            </a:r>
            <a:r>
              <a:rPr lang="en-US" sz="24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Constantia" pitchFamily="18" charset="0"/>
                <a:cs typeface="Times New Roman" pitchFamily="18" charset="0"/>
              </a:rPr>
              <a:t>mạch</a:t>
            </a:r>
            <a:r>
              <a:rPr lang="en-US" sz="2400" dirty="0" smtClean="0">
                <a:latin typeface="Constantia" pitchFamily="18" charset="0"/>
                <a:cs typeface="Times New Roman" pitchFamily="18" charset="0"/>
              </a:rPr>
              <a:t> LC, RC </a:t>
            </a:r>
            <a:r>
              <a:rPr lang="en-US" sz="2400" dirty="0" err="1" smtClean="0">
                <a:latin typeface="Constantia" pitchFamily="18" charset="0"/>
                <a:cs typeface="Times New Roman" pitchFamily="18" charset="0"/>
              </a:rPr>
              <a:t>hoặc</a:t>
            </a:r>
            <a:r>
              <a:rPr lang="en-US" sz="2400" dirty="0" smtClean="0">
                <a:latin typeface="Constantia" pitchFamily="18" charset="0"/>
                <a:cs typeface="Times New Roman" pitchFamily="18" charset="0"/>
              </a:rPr>
              <a:t>  </a:t>
            </a:r>
            <a:r>
              <a:rPr lang="en-US" sz="2400" dirty="0" err="1" smtClean="0">
                <a:latin typeface="Constantia" pitchFamily="18" charset="0"/>
                <a:cs typeface="Times New Roman" pitchFamily="18" charset="0"/>
              </a:rPr>
              <a:t>phần</a:t>
            </a:r>
            <a:r>
              <a:rPr lang="en-US" sz="24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Constantia" pitchFamily="18" charset="0"/>
                <a:cs typeface="Times New Roman" pitchFamily="18" charset="0"/>
              </a:rPr>
              <a:t>tử</a:t>
            </a:r>
            <a:r>
              <a:rPr lang="en-US" sz="24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Constantia" pitchFamily="18" charset="0"/>
                <a:cs typeface="Times New Roman" pitchFamily="18" charset="0"/>
              </a:rPr>
              <a:t>áp</a:t>
            </a:r>
            <a:r>
              <a:rPr lang="en-US" sz="24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Constantia" pitchFamily="18" charset="0"/>
                <a:cs typeface="Times New Roman" pitchFamily="18" charset="0"/>
              </a:rPr>
              <a:t>điện</a:t>
            </a:r>
            <a:r>
              <a:rPr lang="en-US" sz="24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Constantia" pitchFamily="18" charset="0"/>
                <a:cs typeface="Times New Roman" pitchFamily="18" charset="0"/>
              </a:rPr>
              <a:t>thạch</a:t>
            </a:r>
            <a:r>
              <a:rPr lang="en-US" sz="24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Constantia" pitchFamily="18" charset="0"/>
                <a:cs typeface="Times New Roman" pitchFamily="18" charset="0"/>
              </a:rPr>
              <a:t>anh</a:t>
            </a:r>
            <a:endParaRPr lang="en-US" sz="2400" dirty="0" smtClean="0">
              <a:latin typeface="Constantia" pitchFamily="18" charset="0"/>
              <a:cs typeface="Times New Roman" pitchFamily="18" charset="0"/>
            </a:endParaRPr>
          </a:p>
          <a:p>
            <a:r>
              <a:rPr lang="en-US" sz="2400" dirty="0" err="1" smtClean="0">
                <a:latin typeface="Constantia" pitchFamily="18" charset="0"/>
                <a:cs typeface="Times New Roman" pitchFamily="18" charset="0"/>
              </a:rPr>
              <a:t>Khâu</a:t>
            </a:r>
            <a:r>
              <a:rPr lang="en-US" sz="24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Constantia" pitchFamily="18" charset="0"/>
                <a:cs typeface="Times New Roman" pitchFamily="18" charset="0"/>
              </a:rPr>
              <a:t>khuếch</a:t>
            </a:r>
            <a:r>
              <a:rPr lang="en-US" sz="24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Constantia" pitchFamily="18" charset="0"/>
                <a:cs typeface="Times New Roman" pitchFamily="18" charset="0"/>
              </a:rPr>
              <a:t>đại</a:t>
            </a:r>
            <a:r>
              <a:rPr lang="en-US" sz="24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Constantia" pitchFamily="18" charset="0"/>
                <a:cs typeface="Times New Roman" pitchFamily="18" charset="0"/>
              </a:rPr>
              <a:t>duy</a:t>
            </a:r>
            <a:r>
              <a:rPr lang="en-US" sz="24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Constantia" pitchFamily="18" charset="0"/>
                <a:cs typeface="Times New Roman" pitchFamily="18" charset="0"/>
              </a:rPr>
              <a:t>trì</a:t>
            </a:r>
            <a:r>
              <a:rPr lang="en-US" sz="24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Constantia" pitchFamily="18" charset="0"/>
                <a:cs typeface="Times New Roman" pitchFamily="18" charset="0"/>
              </a:rPr>
              <a:t>độ</a:t>
            </a:r>
            <a:r>
              <a:rPr lang="en-US" sz="24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Constantia" pitchFamily="18" charset="0"/>
                <a:cs typeface="Times New Roman" pitchFamily="18" charset="0"/>
              </a:rPr>
              <a:t>ổn</a:t>
            </a:r>
            <a:r>
              <a:rPr lang="en-US" sz="24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Constantia" pitchFamily="18" charset="0"/>
                <a:cs typeface="Times New Roman" pitchFamily="18" charset="0"/>
              </a:rPr>
              <a:t>định</a:t>
            </a:r>
            <a:r>
              <a:rPr lang="en-US" sz="24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Constantia" pitchFamily="18" charset="0"/>
                <a:cs typeface="Times New Roman" pitchFamily="18" charset="0"/>
              </a:rPr>
              <a:t>biên</a:t>
            </a:r>
            <a:r>
              <a:rPr lang="en-US" sz="24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Constantia" pitchFamily="18" charset="0"/>
                <a:cs typeface="Times New Roman" pitchFamily="18" charset="0"/>
              </a:rPr>
              <a:t>độ</a:t>
            </a:r>
            <a:r>
              <a:rPr lang="en-US" sz="24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Constantia" pitchFamily="18" charset="0"/>
                <a:cs typeface="Times New Roman" pitchFamily="18" charset="0"/>
              </a:rPr>
              <a:t>và</a:t>
            </a:r>
            <a:r>
              <a:rPr lang="en-US" sz="24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Constantia" pitchFamily="18" charset="0"/>
                <a:cs typeface="Times New Roman" pitchFamily="18" charset="0"/>
              </a:rPr>
              <a:t>tần</a:t>
            </a:r>
            <a:r>
              <a:rPr lang="en-US" sz="24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Constantia" pitchFamily="18" charset="0"/>
                <a:cs typeface="Times New Roman" pitchFamily="18" charset="0"/>
              </a:rPr>
              <a:t>số</a:t>
            </a:r>
            <a:r>
              <a:rPr lang="en-US" sz="24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Constantia" pitchFamily="18" charset="0"/>
                <a:cs typeface="Times New Roman" pitchFamily="18" charset="0"/>
              </a:rPr>
              <a:t>của</a:t>
            </a:r>
            <a:r>
              <a:rPr lang="en-US" sz="24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Constantia" pitchFamily="18" charset="0"/>
                <a:cs typeface="Times New Roman" pitchFamily="18" charset="0"/>
              </a:rPr>
              <a:t>tín</a:t>
            </a:r>
            <a:r>
              <a:rPr lang="en-US" sz="24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Constantia" pitchFamily="18" charset="0"/>
                <a:cs typeface="Times New Roman" pitchFamily="18" charset="0"/>
              </a:rPr>
              <a:t>hiệu</a:t>
            </a:r>
            <a:r>
              <a:rPr lang="en-US" sz="24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Constantia" pitchFamily="18" charset="0"/>
                <a:cs typeface="Times New Roman" pitchFamily="18" charset="0"/>
              </a:rPr>
              <a:t>tạo</a:t>
            </a:r>
            <a:r>
              <a:rPr lang="en-US" sz="24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Constantia" pitchFamily="18" charset="0"/>
                <a:cs typeface="Times New Roman" pitchFamily="18" charset="0"/>
              </a:rPr>
              <a:t>ra</a:t>
            </a:r>
            <a:endParaRPr lang="en-US" sz="2400" dirty="0" smtClean="0">
              <a:latin typeface="Constantia" pitchFamily="18" charset="0"/>
              <a:cs typeface="Times New Roman" pitchFamily="18" charset="0"/>
            </a:endParaRPr>
          </a:p>
          <a:p>
            <a:r>
              <a:rPr lang="en-US" sz="2400" dirty="0" err="1" smtClean="0">
                <a:latin typeface="Constantia" pitchFamily="18" charset="0"/>
                <a:cs typeface="Times New Roman" pitchFamily="18" charset="0"/>
              </a:rPr>
              <a:t>Khâu</a:t>
            </a:r>
            <a:r>
              <a:rPr lang="en-US" sz="24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Constantia" pitchFamily="18" charset="0"/>
                <a:cs typeface="Times New Roman" pitchFamily="18" charset="0"/>
              </a:rPr>
              <a:t>hồi</a:t>
            </a:r>
            <a:r>
              <a:rPr lang="en-US" sz="24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Constantia" pitchFamily="18" charset="0"/>
                <a:cs typeface="Times New Roman" pitchFamily="18" charset="0"/>
              </a:rPr>
              <a:t>tiếp</a:t>
            </a:r>
            <a:r>
              <a:rPr lang="en-US" sz="24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Constantia" pitchFamily="18" charset="0"/>
                <a:cs typeface="Times New Roman" pitchFamily="18" charset="0"/>
              </a:rPr>
              <a:t>có</a:t>
            </a:r>
            <a:r>
              <a:rPr lang="en-US" sz="24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Constantia" pitchFamily="18" charset="0"/>
                <a:cs typeface="Times New Roman" pitchFamily="18" charset="0"/>
              </a:rPr>
              <a:t>thể</a:t>
            </a:r>
            <a:r>
              <a:rPr lang="en-US" sz="24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Constantia" pitchFamily="18" charset="0"/>
                <a:cs typeface="Times New Roman" pitchFamily="18" charset="0"/>
              </a:rPr>
              <a:t>chỉ</a:t>
            </a:r>
            <a:r>
              <a:rPr lang="en-US" sz="24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Constantia" pitchFamily="18" charset="0"/>
                <a:cs typeface="Times New Roman" pitchFamily="18" charset="0"/>
              </a:rPr>
              <a:t>gồm</a:t>
            </a:r>
            <a:r>
              <a:rPr lang="en-US" sz="24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Constantia" pitchFamily="18" charset="0"/>
                <a:cs typeface="Times New Roman" pitchFamily="18" charset="0"/>
              </a:rPr>
              <a:t>phần</a:t>
            </a:r>
            <a:r>
              <a:rPr lang="en-US" sz="24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Constantia" pitchFamily="18" charset="0"/>
                <a:cs typeface="Times New Roman" pitchFamily="18" charset="0"/>
              </a:rPr>
              <a:t>tử</a:t>
            </a:r>
            <a:r>
              <a:rPr lang="en-US" sz="24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Constantia" pitchFamily="18" charset="0"/>
                <a:cs typeface="Times New Roman" pitchFamily="18" charset="0"/>
              </a:rPr>
              <a:t>thuần</a:t>
            </a:r>
            <a:r>
              <a:rPr lang="en-US" sz="24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Constantia" pitchFamily="18" charset="0"/>
                <a:cs typeface="Times New Roman" pitchFamily="18" charset="0"/>
              </a:rPr>
              <a:t>trở</a:t>
            </a:r>
            <a:r>
              <a:rPr lang="en-US" sz="2400" dirty="0" smtClean="0">
                <a:latin typeface="Constantia" pitchFamily="18" charset="0"/>
                <a:cs typeface="Times New Roman" pitchFamily="18" charset="0"/>
              </a:rPr>
              <a:t>, </a:t>
            </a:r>
            <a:r>
              <a:rPr lang="en-US" sz="2400" dirty="0" err="1" smtClean="0">
                <a:latin typeface="Constantia" pitchFamily="18" charset="0"/>
                <a:cs typeface="Times New Roman" pitchFamily="18" charset="0"/>
              </a:rPr>
              <a:t>thuần</a:t>
            </a:r>
            <a:r>
              <a:rPr lang="en-US" sz="24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Constantia" pitchFamily="18" charset="0"/>
                <a:cs typeface="Times New Roman" pitchFamily="18" charset="0"/>
              </a:rPr>
              <a:t>điện</a:t>
            </a:r>
            <a:r>
              <a:rPr lang="en-US" sz="24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Constantia" pitchFamily="18" charset="0"/>
                <a:cs typeface="Times New Roman" pitchFamily="18" charset="0"/>
              </a:rPr>
              <a:t>kháng</a:t>
            </a:r>
            <a:r>
              <a:rPr lang="en-US" sz="24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Constantia" pitchFamily="18" charset="0"/>
                <a:cs typeface="Times New Roman" pitchFamily="18" charset="0"/>
              </a:rPr>
              <a:t>hoặc</a:t>
            </a:r>
            <a:r>
              <a:rPr lang="en-US" sz="24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Constantia" pitchFamily="18" charset="0"/>
                <a:cs typeface="Times New Roman" pitchFamily="18" charset="0"/>
              </a:rPr>
              <a:t>kết</a:t>
            </a:r>
            <a:r>
              <a:rPr lang="en-US" sz="24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Constantia" pitchFamily="18" charset="0"/>
                <a:cs typeface="Times New Roman" pitchFamily="18" charset="0"/>
              </a:rPr>
              <a:t>hợp</a:t>
            </a:r>
            <a:r>
              <a:rPr lang="en-US" sz="24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Constantia" pitchFamily="18" charset="0"/>
                <a:cs typeface="Times New Roman" pitchFamily="18" charset="0"/>
              </a:rPr>
              <a:t>cả</a:t>
            </a:r>
            <a:r>
              <a:rPr lang="en-US" sz="2400" dirty="0" smtClean="0">
                <a:latin typeface="Constantia" pitchFamily="18" charset="0"/>
                <a:cs typeface="Times New Roman" pitchFamily="18" charset="0"/>
              </a:rPr>
              <a:t> 2 </a:t>
            </a:r>
            <a:r>
              <a:rPr lang="en-US" sz="2400" dirty="0" err="1" smtClean="0">
                <a:latin typeface="Constantia" pitchFamily="18" charset="0"/>
                <a:cs typeface="Times New Roman" pitchFamily="18" charset="0"/>
              </a:rPr>
              <a:t>loại</a:t>
            </a:r>
            <a:r>
              <a:rPr lang="en-US" sz="2400" dirty="0" smtClean="0">
                <a:latin typeface="Constantia" pitchFamily="18" charset="0"/>
                <a:cs typeface="Times New Roman" pitchFamily="18" charset="0"/>
              </a:rPr>
              <a:t>. </a:t>
            </a:r>
            <a:r>
              <a:rPr lang="en-US" sz="2400" dirty="0" err="1" smtClean="0">
                <a:latin typeface="Constantia" pitchFamily="18" charset="0"/>
                <a:cs typeface="Times New Roman" pitchFamily="18" charset="0"/>
              </a:rPr>
              <a:t>Hệ</a:t>
            </a:r>
            <a:r>
              <a:rPr lang="en-US" sz="24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Constantia" pitchFamily="18" charset="0"/>
                <a:cs typeface="Times New Roman" pitchFamily="18" charset="0"/>
              </a:rPr>
              <a:t>số</a:t>
            </a:r>
            <a:r>
              <a:rPr lang="en-US" sz="24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Constantia" pitchFamily="18" charset="0"/>
                <a:cs typeface="Times New Roman" pitchFamily="18" charset="0"/>
              </a:rPr>
              <a:t>hồi</a:t>
            </a:r>
            <a:r>
              <a:rPr lang="en-US" sz="24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Constantia" pitchFamily="18" charset="0"/>
                <a:cs typeface="Times New Roman" pitchFamily="18" charset="0"/>
              </a:rPr>
              <a:t>tiếp</a:t>
            </a:r>
            <a:r>
              <a:rPr lang="en-US" sz="2400" dirty="0" smtClean="0">
                <a:latin typeface="Constantia" pitchFamily="18" charset="0"/>
                <a:cs typeface="Times New Roman" pitchFamily="18" charset="0"/>
              </a:rPr>
              <a:t> (β) </a:t>
            </a:r>
            <a:r>
              <a:rPr lang="en-US" sz="2400" dirty="0" err="1" smtClean="0">
                <a:latin typeface="Constantia" pitchFamily="18" charset="0"/>
                <a:cs typeface="Times New Roman" pitchFamily="18" charset="0"/>
              </a:rPr>
              <a:t>được</a:t>
            </a:r>
            <a:r>
              <a:rPr lang="en-US" sz="24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Constantia" pitchFamily="18" charset="0"/>
                <a:cs typeface="Times New Roman" pitchFamily="18" charset="0"/>
              </a:rPr>
              <a:t>tính</a:t>
            </a:r>
            <a:r>
              <a:rPr lang="en-US" sz="24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Constantia" pitchFamily="18" charset="0"/>
                <a:cs typeface="Times New Roman" pitchFamily="18" charset="0"/>
              </a:rPr>
              <a:t>toán</a:t>
            </a:r>
            <a:r>
              <a:rPr lang="en-US" sz="24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Constantia" pitchFamily="18" charset="0"/>
                <a:cs typeface="Times New Roman" pitchFamily="18" charset="0"/>
              </a:rPr>
              <a:t>theo</a:t>
            </a:r>
            <a:r>
              <a:rPr lang="en-US" sz="24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Constantia" pitchFamily="18" charset="0"/>
                <a:cs typeface="Times New Roman" pitchFamily="18" charset="0"/>
              </a:rPr>
              <a:t>điện</a:t>
            </a:r>
            <a:r>
              <a:rPr lang="en-US" sz="24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Constantia" pitchFamily="18" charset="0"/>
                <a:cs typeface="Times New Roman" pitchFamily="18" charset="0"/>
              </a:rPr>
              <a:t>áp</a:t>
            </a:r>
            <a:r>
              <a:rPr lang="en-US" sz="24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Constantia" pitchFamily="18" charset="0"/>
                <a:cs typeface="Times New Roman" pitchFamily="18" charset="0"/>
              </a:rPr>
              <a:t>đầu</a:t>
            </a:r>
            <a:r>
              <a:rPr lang="en-US" sz="24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Constantia" pitchFamily="18" charset="0"/>
                <a:cs typeface="Times New Roman" pitchFamily="18" charset="0"/>
              </a:rPr>
              <a:t>ra</a:t>
            </a:r>
            <a:r>
              <a:rPr lang="en-US" sz="2400" dirty="0" smtClean="0">
                <a:latin typeface="Constantia" pitchFamily="18" charset="0"/>
                <a:cs typeface="Times New Roman" pitchFamily="18" charset="0"/>
              </a:rPr>
              <a:t>.</a:t>
            </a: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37" name="Group 36"/>
          <p:cNvGrpSpPr/>
          <p:nvPr/>
        </p:nvGrpSpPr>
        <p:grpSpPr>
          <a:xfrm>
            <a:off x="1219200" y="4419600"/>
            <a:ext cx="7228703" cy="2286000"/>
            <a:chOff x="1143000" y="3505200"/>
            <a:chExt cx="7228703" cy="2286000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143000" y="3505200"/>
              <a:ext cx="7228703" cy="2286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36" name="Group 35"/>
            <p:cNvGrpSpPr/>
            <p:nvPr/>
          </p:nvGrpSpPr>
          <p:grpSpPr>
            <a:xfrm>
              <a:off x="1295400" y="3733800"/>
              <a:ext cx="4726664" cy="1836902"/>
              <a:chOff x="1295400" y="3733800"/>
              <a:chExt cx="4726664" cy="1836902"/>
            </a:xfrm>
          </p:grpSpPr>
          <p:sp>
            <p:nvSpPr>
              <p:cNvPr id="33" name="TextBox 32"/>
              <p:cNvSpPr txBox="1"/>
              <p:nvPr/>
            </p:nvSpPr>
            <p:spPr>
              <a:xfrm>
                <a:off x="1295400" y="3733800"/>
                <a:ext cx="1447800" cy="646331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 err="1" smtClean="0">
                    <a:latin typeface="Constantia" pitchFamily="18" charset="0"/>
                  </a:rPr>
                  <a:t>Khối</a:t>
                </a:r>
                <a:r>
                  <a:rPr lang="en-US" dirty="0" smtClean="0">
                    <a:latin typeface="Constantia" pitchFamily="18" charset="0"/>
                  </a:rPr>
                  <a:t> </a:t>
                </a:r>
                <a:r>
                  <a:rPr lang="en-US" dirty="0" err="1" smtClean="0">
                    <a:latin typeface="Constantia" pitchFamily="18" charset="0"/>
                  </a:rPr>
                  <a:t>khuếch</a:t>
                </a:r>
                <a:r>
                  <a:rPr lang="en-US" dirty="0" smtClean="0">
                    <a:latin typeface="Constantia" pitchFamily="18" charset="0"/>
                  </a:rPr>
                  <a:t> </a:t>
                </a:r>
                <a:r>
                  <a:rPr lang="en-US" dirty="0" err="1" smtClean="0">
                    <a:latin typeface="Constantia" pitchFamily="18" charset="0"/>
                  </a:rPr>
                  <a:t>đại</a:t>
                </a:r>
                <a:r>
                  <a:rPr lang="en-US" dirty="0" smtClean="0">
                    <a:latin typeface="Constantia" pitchFamily="18" charset="0"/>
                  </a:rPr>
                  <a:t> </a:t>
                </a:r>
                <a:endParaRPr lang="en-US" dirty="0">
                  <a:latin typeface="Constantia" pitchFamily="18" charset="0"/>
                </a:endParaRPr>
              </a:p>
            </p:txBody>
          </p:sp>
          <p:sp>
            <p:nvSpPr>
              <p:cNvPr id="34" name="TextBox 33"/>
              <p:cNvSpPr txBox="1"/>
              <p:nvPr/>
            </p:nvSpPr>
            <p:spPr>
              <a:xfrm>
                <a:off x="3561944" y="3743528"/>
                <a:ext cx="1554480" cy="646331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 err="1" smtClean="0">
                    <a:latin typeface="Constantia" pitchFamily="18" charset="0"/>
                  </a:rPr>
                  <a:t>Khối</a:t>
                </a:r>
                <a:r>
                  <a:rPr lang="en-US" dirty="0" smtClean="0">
                    <a:latin typeface="Constantia" pitchFamily="18" charset="0"/>
                  </a:rPr>
                  <a:t> </a:t>
                </a:r>
                <a:r>
                  <a:rPr lang="en-US" dirty="0" err="1" smtClean="0">
                    <a:latin typeface="Constantia" pitchFamily="18" charset="0"/>
                  </a:rPr>
                  <a:t>xác</a:t>
                </a:r>
                <a:r>
                  <a:rPr lang="en-US" dirty="0" smtClean="0">
                    <a:latin typeface="Constantia" pitchFamily="18" charset="0"/>
                  </a:rPr>
                  <a:t> </a:t>
                </a:r>
                <a:r>
                  <a:rPr lang="en-US" dirty="0" err="1" smtClean="0">
                    <a:latin typeface="Constantia" pitchFamily="18" charset="0"/>
                  </a:rPr>
                  <a:t>lập</a:t>
                </a:r>
                <a:r>
                  <a:rPr lang="en-US" dirty="0" smtClean="0">
                    <a:latin typeface="Constantia" pitchFamily="18" charset="0"/>
                  </a:rPr>
                  <a:t> </a:t>
                </a:r>
                <a:r>
                  <a:rPr lang="en-US" dirty="0" err="1" smtClean="0">
                    <a:latin typeface="Constantia" pitchFamily="18" charset="0"/>
                  </a:rPr>
                  <a:t>tần</a:t>
                </a:r>
                <a:r>
                  <a:rPr lang="en-US" dirty="0" smtClean="0">
                    <a:latin typeface="Constantia" pitchFamily="18" charset="0"/>
                  </a:rPr>
                  <a:t> </a:t>
                </a:r>
                <a:r>
                  <a:rPr lang="en-US" dirty="0" err="1" smtClean="0">
                    <a:latin typeface="Constantia" pitchFamily="18" charset="0"/>
                  </a:rPr>
                  <a:t>số</a:t>
                </a:r>
                <a:r>
                  <a:rPr lang="en-US" dirty="0" smtClean="0">
                    <a:latin typeface="Constantia" pitchFamily="18" charset="0"/>
                  </a:rPr>
                  <a:t> </a:t>
                </a:r>
                <a:endParaRPr lang="en-US" dirty="0">
                  <a:latin typeface="Constantia" pitchFamily="18" charset="0"/>
                </a:endParaRPr>
              </a:p>
            </p:txBody>
          </p:sp>
          <p:sp>
            <p:nvSpPr>
              <p:cNvPr id="35" name="TextBox 34"/>
              <p:cNvSpPr txBox="1"/>
              <p:nvPr/>
            </p:nvSpPr>
            <p:spPr>
              <a:xfrm>
                <a:off x="4101824" y="4930622"/>
                <a:ext cx="1920240" cy="64008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dirty="0" err="1" smtClean="0">
                    <a:latin typeface="Constantia" pitchFamily="18" charset="0"/>
                  </a:rPr>
                  <a:t>Khối</a:t>
                </a:r>
                <a:r>
                  <a:rPr lang="en-US" dirty="0" smtClean="0">
                    <a:latin typeface="Constantia" pitchFamily="18" charset="0"/>
                  </a:rPr>
                  <a:t> </a:t>
                </a:r>
                <a:r>
                  <a:rPr lang="en-US" dirty="0" err="1" smtClean="0">
                    <a:latin typeface="Constantia" pitchFamily="18" charset="0"/>
                  </a:rPr>
                  <a:t>hồi</a:t>
                </a:r>
                <a:r>
                  <a:rPr lang="en-US" dirty="0" smtClean="0">
                    <a:latin typeface="Constantia" pitchFamily="18" charset="0"/>
                  </a:rPr>
                  <a:t> </a:t>
                </a:r>
                <a:r>
                  <a:rPr lang="en-US" dirty="0" err="1" smtClean="0">
                    <a:latin typeface="Constantia" pitchFamily="18" charset="0"/>
                  </a:rPr>
                  <a:t>tiếp</a:t>
                </a:r>
                <a:r>
                  <a:rPr lang="en-US" dirty="0" smtClean="0">
                    <a:latin typeface="Constantia" pitchFamily="18" charset="0"/>
                  </a:rPr>
                  <a:t> (</a:t>
                </a:r>
                <a:r>
                  <a:rPr lang="el-GR" dirty="0" smtClean="0">
                    <a:latin typeface="Constantia" pitchFamily="18" charset="0"/>
                  </a:rPr>
                  <a:t>β</a:t>
                </a:r>
                <a:r>
                  <a:rPr lang="en-US" dirty="0" smtClean="0">
                    <a:latin typeface="Constantia" pitchFamily="18" charset="0"/>
                  </a:rPr>
                  <a:t>) </a:t>
                </a:r>
                <a:endParaRPr lang="en-US" dirty="0">
                  <a:latin typeface="Constantia" pitchFamily="18" charset="0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le 1"/>
          <p:cNvSpPr>
            <a:spLocks noGrp="1"/>
          </p:cNvSpPr>
          <p:nvPr>
            <p:ph type="title"/>
          </p:nvPr>
        </p:nvSpPr>
        <p:spPr>
          <a:xfrm>
            <a:off x="116736" y="353440"/>
            <a:ext cx="8915400" cy="655320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Autofit/>
          </a:bodyPr>
          <a:lstStyle/>
          <a:p>
            <a:r>
              <a:rPr lang="en-US" dirty="0" smtClean="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</a:rPr>
              <a:t>5.1.1 </a:t>
            </a:r>
            <a:r>
              <a:rPr lang="en-US" dirty="0" err="1" smtClean="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</a:rPr>
              <a:t>Khái</a:t>
            </a:r>
            <a:r>
              <a:rPr lang="en-US" dirty="0" smtClean="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</a:rPr>
              <a:t>niệm</a:t>
            </a:r>
            <a:r>
              <a:rPr lang="en-US" dirty="0" smtClean="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dirty="0" smtClean="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</a:rPr>
              <a:t>đi</a:t>
            </a:r>
            <a:r>
              <a:rPr lang="en-GB" dirty="0" err="1" smtClean="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</a:rPr>
              <a:t>ều</a:t>
            </a:r>
            <a:r>
              <a:rPr lang="en-US" dirty="0" smtClean="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</a:rPr>
              <a:t>ki</a:t>
            </a:r>
            <a:r>
              <a:rPr lang="en-GB" dirty="0" err="1" smtClean="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</a:rPr>
              <a:t>ện</a:t>
            </a:r>
            <a:r>
              <a:rPr lang="en-US" dirty="0" smtClean="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</a:rPr>
              <a:t> t</a:t>
            </a:r>
            <a:r>
              <a:rPr lang="en-GB" dirty="0" smtClean="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</a:rPr>
              <a:t>ự</a:t>
            </a:r>
            <a:r>
              <a:rPr lang="en-US" dirty="0" smtClean="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</a:rPr>
              <a:t>dao</a:t>
            </a:r>
            <a:r>
              <a:rPr lang="en-US" dirty="0" smtClean="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</a:rPr>
              <a:t> đ</a:t>
            </a:r>
            <a:r>
              <a:rPr lang="en-GB" dirty="0" err="1" smtClean="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</a:rPr>
              <a:t>ộng</a:t>
            </a:r>
            <a:endParaRPr lang="en-US" dirty="0">
              <a:solidFill>
                <a:srgbClr val="0033CC"/>
              </a:solidFill>
            </a:endParaRPr>
          </a:p>
        </p:txBody>
      </p:sp>
      <p:sp>
        <p:nvSpPr>
          <p:cNvPr id="81" name="Content Placeholder 80"/>
          <p:cNvSpPr>
            <a:spLocks noGrp="1"/>
          </p:cNvSpPr>
          <p:nvPr>
            <p:ph sz="quarter" idx="1"/>
          </p:nvPr>
        </p:nvSpPr>
        <p:spPr>
          <a:xfrm>
            <a:off x="152400" y="1447800"/>
            <a:ext cx="4511040" cy="4572000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sz="2000" b="1" dirty="0" err="1" smtClean="0">
                <a:latin typeface="Constantia" pitchFamily="18" charset="0"/>
                <a:cs typeface="Times New Roman" pitchFamily="18" charset="0"/>
              </a:rPr>
              <a:t>Điều</a:t>
            </a:r>
            <a:r>
              <a:rPr lang="en-US" sz="2000" b="1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latin typeface="Constantia" pitchFamily="18" charset="0"/>
                <a:cs typeface="Times New Roman" pitchFamily="18" charset="0"/>
              </a:rPr>
              <a:t>kiện</a:t>
            </a:r>
            <a:r>
              <a:rPr lang="en-US" sz="2000" b="1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latin typeface="Constantia" pitchFamily="18" charset="0"/>
                <a:cs typeface="Times New Roman" pitchFamily="18" charset="0"/>
              </a:rPr>
              <a:t>dao</a:t>
            </a:r>
            <a:r>
              <a:rPr lang="en-US" sz="2000" b="1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latin typeface="Constantia" pitchFamily="18" charset="0"/>
                <a:cs typeface="Times New Roman" pitchFamily="18" charset="0"/>
              </a:rPr>
              <a:t>động</a:t>
            </a:r>
            <a:r>
              <a:rPr lang="en-US" sz="2000" dirty="0" smtClean="0">
                <a:latin typeface="Constantia" pitchFamily="18" charset="0"/>
                <a:cs typeface="Times New Roman" pitchFamily="18" charset="0"/>
              </a:rPr>
              <a:t>:  2 </a:t>
            </a:r>
            <a:r>
              <a:rPr lang="en-US" sz="2000" dirty="0" err="1" smtClean="0">
                <a:latin typeface="Constantia" pitchFamily="18" charset="0"/>
                <a:cs typeface="Times New Roman" pitchFamily="18" charset="0"/>
              </a:rPr>
              <a:t>điều</a:t>
            </a:r>
            <a:r>
              <a:rPr lang="en-US" sz="20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  <a:cs typeface="Times New Roman" pitchFamily="18" charset="0"/>
              </a:rPr>
              <a:t>kiện</a:t>
            </a:r>
            <a:r>
              <a:rPr lang="en-US" sz="2000" dirty="0" smtClean="0">
                <a:latin typeface="Constantia" pitchFamily="18" charset="0"/>
                <a:cs typeface="Times New Roman" pitchFamily="18" charset="0"/>
              </a:rPr>
              <a:t>:</a:t>
            </a:r>
          </a:p>
          <a:p>
            <a:pPr>
              <a:lnSpc>
                <a:spcPct val="120000"/>
              </a:lnSpc>
            </a:pPr>
            <a:r>
              <a:rPr lang="en-US" sz="2000" i="1" dirty="0" err="1" smtClean="0">
                <a:solidFill>
                  <a:srgbClr val="0033CC"/>
                </a:solidFill>
                <a:latin typeface="Constantia" pitchFamily="18" charset="0"/>
              </a:rPr>
              <a:t>Điều</a:t>
            </a:r>
            <a:r>
              <a:rPr lang="en-US" sz="2000" i="1" dirty="0" smtClean="0">
                <a:solidFill>
                  <a:srgbClr val="0033CC"/>
                </a:solidFill>
                <a:latin typeface="Constantia" pitchFamily="18" charset="0"/>
              </a:rPr>
              <a:t> </a:t>
            </a:r>
            <a:r>
              <a:rPr lang="en-US" sz="2000" i="1" dirty="0" err="1" smtClean="0">
                <a:solidFill>
                  <a:srgbClr val="0033CC"/>
                </a:solidFill>
                <a:latin typeface="Constantia" pitchFamily="18" charset="0"/>
              </a:rPr>
              <a:t>kiện</a:t>
            </a:r>
            <a:r>
              <a:rPr lang="en-US" sz="2000" i="1" dirty="0" smtClean="0">
                <a:solidFill>
                  <a:srgbClr val="0033CC"/>
                </a:solidFill>
                <a:latin typeface="Constantia" pitchFamily="18" charset="0"/>
              </a:rPr>
              <a:t> </a:t>
            </a:r>
            <a:r>
              <a:rPr lang="en-US" sz="2000" i="1" dirty="0" err="1" smtClean="0">
                <a:solidFill>
                  <a:srgbClr val="0033CC"/>
                </a:solidFill>
                <a:latin typeface="Constantia" pitchFamily="18" charset="0"/>
              </a:rPr>
              <a:t>cân</a:t>
            </a:r>
            <a:r>
              <a:rPr lang="en-US" sz="2000" i="1" dirty="0" smtClean="0">
                <a:solidFill>
                  <a:srgbClr val="0033CC"/>
                </a:solidFill>
                <a:latin typeface="Constantia" pitchFamily="18" charset="0"/>
              </a:rPr>
              <a:t> </a:t>
            </a:r>
            <a:r>
              <a:rPr lang="en-US" sz="2000" i="1" dirty="0" err="1" smtClean="0">
                <a:solidFill>
                  <a:srgbClr val="0033CC"/>
                </a:solidFill>
                <a:latin typeface="Constantia" pitchFamily="18" charset="0"/>
              </a:rPr>
              <a:t>bằng</a:t>
            </a:r>
            <a:r>
              <a:rPr lang="en-US" sz="2000" i="1" dirty="0" smtClean="0">
                <a:solidFill>
                  <a:srgbClr val="0033CC"/>
                </a:solidFill>
                <a:latin typeface="Constantia" pitchFamily="18" charset="0"/>
              </a:rPr>
              <a:t> </a:t>
            </a:r>
            <a:r>
              <a:rPr lang="en-US" sz="2000" i="1" dirty="0" err="1" smtClean="0">
                <a:solidFill>
                  <a:srgbClr val="0033CC"/>
                </a:solidFill>
                <a:latin typeface="Constantia" pitchFamily="18" charset="0"/>
              </a:rPr>
              <a:t>biên</a:t>
            </a:r>
            <a:r>
              <a:rPr lang="en-US" sz="2000" i="1" dirty="0" smtClean="0">
                <a:solidFill>
                  <a:srgbClr val="0033CC"/>
                </a:solidFill>
                <a:latin typeface="Constantia" pitchFamily="18" charset="0"/>
              </a:rPr>
              <a:t> </a:t>
            </a:r>
            <a:r>
              <a:rPr lang="en-US" sz="2000" i="1" dirty="0" err="1" smtClean="0">
                <a:solidFill>
                  <a:srgbClr val="0033CC"/>
                </a:solidFill>
                <a:latin typeface="Constantia" pitchFamily="18" charset="0"/>
              </a:rPr>
              <a:t>độ</a:t>
            </a:r>
            <a:r>
              <a:rPr lang="en-US" sz="2000" dirty="0" smtClean="0">
                <a:latin typeface="Constantia" pitchFamily="18" charset="0"/>
              </a:rPr>
              <a:t>: </a:t>
            </a:r>
            <a:r>
              <a:rPr lang="en-US" sz="2000" dirty="0" err="1" smtClean="0">
                <a:latin typeface="Constantia" pitchFamily="18" charset="0"/>
              </a:rPr>
              <a:t>Hệ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số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khuếch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đại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vòng</a:t>
            </a:r>
            <a:r>
              <a:rPr lang="en-US" sz="2000" dirty="0" smtClean="0">
                <a:latin typeface="Constantia" pitchFamily="18" charset="0"/>
              </a:rPr>
              <a:t> (</a:t>
            </a:r>
            <a:r>
              <a:rPr lang="en-US" sz="2000" dirty="0" err="1" smtClean="0">
                <a:latin typeface="Constantia" pitchFamily="18" charset="0"/>
              </a:rPr>
              <a:t>tích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của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hệ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số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khuếch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đại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khâu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khuếch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đại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và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khâu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hồi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tiếp</a:t>
            </a:r>
            <a:r>
              <a:rPr lang="en-US" sz="2000" dirty="0" smtClean="0">
                <a:latin typeface="Constantia" pitchFamily="18" charset="0"/>
              </a:rPr>
              <a:t>):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|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2000" baseline="-25000" dirty="0" err="1" smtClean="0"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|.|β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|≥1</a:t>
            </a:r>
          </a:p>
          <a:p>
            <a:pPr>
              <a:lnSpc>
                <a:spcPct val="120000"/>
              </a:lnSpc>
            </a:pPr>
            <a:r>
              <a:rPr lang="en-US" sz="2000" i="1" dirty="0" err="1" smtClean="0">
                <a:solidFill>
                  <a:srgbClr val="0033CC"/>
                </a:solidFill>
                <a:latin typeface="Constantia" pitchFamily="18" charset="0"/>
              </a:rPr>
              <a:t>Điều</a:t>
            </a:r>
            <a:r>
              <a:rPr lang="en-US" sz="2000" i="1" dirty="0" smtClean="0">
                <a:solidFill>
                  <a:srgbClr val="0033CC"/>
                </a:solidFill>
                <a:latin typeface="Constantia" pitchFamily="18" charset="0"/>
              </a:rPr>
              <a:t> </a:t>
            </a:r>
            <a:r>
              <a:rPr lang="en-US" sz="2000" i="1" dirty="0" err="1" smtClean="0">
                <a:solidFill>
                  <a:srgbClr val="0033CC"/>
                </a:solidFill>
                <a:latin typeface="Constantia" pitchFamily="18" charset="0"/>
              </a:rPr>
              <a:t>kiện</a:t>
            </a:r>
            <a:r>
              <a:rPr lang="en-US" sz="2000" i="1" dirty="0" smtClean="0">
                <a:solidFill>
                  <a:srgbClr val="0033CC"/>
                </a:solidFill>
                <a:latin typeface="Constantia" pitchFamily="18" charset="0"/>
              </a:rPr>
              <a:t> </a:t>
            </a:r>
            <a:r>
              <a:rPr lang="en-US" sz="2000" i="1" dirty="0" err="1" smtClean="0">
                <a:solidFill>
                  <a:srgbClr val="0033CC"/>
                </a:solidFill>
                <a:latin typeface="Constantia" pitchFamily="18" charset="0"/>
              </a:rPr>
              <a:t>cân</a:t>
            </a:r>
            <a:r>
              <a:rPr lang="en-US" sz="2000" i="1" dirty="0" smtClean="0">
                <a:solidFill>
                  <a:srgbClr val="0033CC"/>
                </a:solidFill>
                <a:latin typeface="Constantia" pitchFamily="18" charset="0"/>
              </a:rPr>
              <a:t> </a:t>
            </a:r>
            <a:r>
              <a:rPr lang="en-US" sz="2000" i="1" dirty="0" err="1" smtClean="0">
                <a:solidFill>
                  <a:srgbClr val="0033CC"/>
                </a:solidFill>
                <a:latin typeface="Constantia" pitchFamily="18" charset="0"/>
              </a:rPr>
              <a:t>bằng</a:t>
            </a:r>
            <a:r>
              <a:rPr lang="en-US" sz="2000" i="1" dirty="0" smtClean="0">
                <a:solidFill>
                  <a:srgbClr val="0033CC"/>
                </a:solidFill>
                <a:latin typeface="Constantia" pitchFamily="18" charset="0"/>
              </a:rPr>
              <a:t> </a:t>
            </a:r>
            <a:r>
              <a:rPr lang="en-US" sz="2000" i="1" dirty="0" err="1" smtClean="0">
                <a:solidFill>
                  <a:srgbClr val="0033CC"/>
                </a:solidFill>
                <a:latin typeface="Constantia" pitchFamily="18" charset="0"/>
              </a:rPr>
              <a:t>góc</a:t>
            </a:r>
            <a:r>
              <a:rPr lang="en-US" sz="2000" i="1" dirty="0" smtClean="0">
                <a:solidFill>
                  <a:srgbClr val="0033CC"/>
                </a:solidFill>
                <a:latin typeface="Constantia" pitchFamily="18" charset="0"/>
              </a:rPr>
              <a:t> </a:t>
            </a:r>
            <a:r>
              <a:rPr lang="en-US" sz="2000" i="1" dirty="0" err="1" smtClean="0">
                <a:solidFill>
                  <a:srgbClr val="0033CC"/>
                </a:solidFill>
                <a:latin typeface="Constantia" pitchFamily="18" charset="0"/>
              </a:rPr>
              <a:t>pha</a:t>
            </a:r>
            <a:r>
              <a:rPr lang="en-US" sz="2000" dirty="0" smtClean="0">
                <a:latin typeface="Constantia" pitchFamily="18" charset="0"/>
              </a:rPr>
              <a:t>: </a:t>
            </a:r>
            <a:r>
              <a:rPr lang="en-US" sz="2000" dirty="0" err="1" smtClean="0">
                <a:latin typeface="Constantia" pitchFamily="18" charset="0"/>
              </a:rPr>
              <a:t>Độ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dịch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pha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của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vòng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đóng</a:t>
            </a:r>
            <a:r>
              <a:rPr lang="en-US" sz="2000" dirty="0" smtClean="0">
                <a:latin typeface="Constantia" pitchFamily="18" charset="0"/>
              </a:rPr>
              <a:t> (</a:t>
            </a:r>
            <a:r>
              <a:rPr lang="en-US" sz="2000" dirty="0" err="1" smtClean="0">
                <a:latin typeface="Constantia" pitchFamily="18" charset="0"/>
              </a:rPr>
              <a:t>tổng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góc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dịch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pha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của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khâu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khuếch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đại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và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khâu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hồi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tiếp</a:t>
            </a:r>
            <a:r>
              <a:rPr lang="en-US" sz="2000" dirty="0" smtClean="0">
                <a:latin typeface="Constantia" pitchFamily="18" charset="0"/>
              </a:rPr>
              <a:t>) </a:t>
            </a:r>
            <a:r>
              <a:rPr lang="en-US" sz="2000" dirty="0" err="1" smtClean="0">
                <a:latin typeface="Constantia" pitchFamily="18" charset="0"/>
              </a:rPr>
              <a:t>phải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là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số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nguyên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lần</a:t>
            </a:r>
            <a:r>
              <a:rPr lang="en-US" sz="2000" dirty="0" smtClean="0">
                <a:latin typeface="Constantia" pitchFamily="18" charset="0"/>
              </a:rPr>
              <a:t> 2</a:t>
            </a:r>
            <a:r>
              <a:rPr lang="en-US" sz="2000" dirty="0" smtClean="0">
                <a:latin typeface="Constantia" pitchFamily="18" charset="0"/>
                <a:sym typeface="Symbol"/>
              </a:rPr>
              <a:t></a:t>
            </a:r>
            <a:r>
              <a:rPr lang="en-US" sz="2000" dirty="0" smtClean="0">
                <a:latin typeface="Constantia" pitchFamily="18" charset="0"/>
              </a:rPr>
              <a:t>. </a:t>
            </a:r>
            <a:r>
              <a:rPr lang="en-US" sz="2000" dirty="0" err="1" smtClean="0">
                <a:latin typeface="Constantia" pitchFamily="18" charset="0"/>
              </a:rPr>
              <a:t>Tín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hiệu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hồi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tiếp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cùng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pha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với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tín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hiệu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vào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nên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khâu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hồi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tiếp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phải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là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i="1" dirty="0" err="1" smtClean="0">
                <a:latin typeface="Constantia" pitchFamily="18" charset="0"/>
              </a:rPr>
              <a:t>hồi</a:t>
            </a:r>
            <a:r>
              <a:rPr lang="en-US" sz="2000" i="1" dirty="0" smtClean="0">
                <a:latin typeface="Constantia" pitchFamily="18" charset="0"/>
              </a:rPr>
              <a:t> </a:t>
            </a:r>
            <a:r>
              <a:rPr lang="en-US" sz="2000" i="1" dirty="0" err="1" smtClean="0">
                <a:latin typeface="Constantia" pitchFamily="18" charset="0"/>
              </a:rPr>
              <a:t>tiếp</a:t>
            </a:r>
            <a:r>
              <a:rPr lang="en-US" sz="2000" i="1" dirty="0" smtClean="0">
                <a:latin typeface="Constantia" pitchFamily="18" charset="0"/>
              </a:rPr>
              <a:t> </a:t>
            </a:r>
            <a:r>
              <a:rPr lang="en-US" sz="2000" i="1" dirty="0" err="1" smtClean="0">
                <a:latin typeface="Constantia" pitchFamily="18" charset="0"/>
              </a:rPr>
              <a:t>dương</a:t>
            </a:r>
            <a:endParaRPr lang="en-US" sz="2000" i="1" dirty="0" smtClean="0">
              <a:latin typeface="Constantia" pitchFamily="18" charset="0"/>
            </a:endParaRPr>
          </a:p>
          <a:p>
            <a:pPr>
              <a:buNone/>
            </a:pPr>
            <a:endParaRPr lang="en-US" sz="2000" dirty="0" smtClean="0">
              <a:latin typeface="Constantia" pitchFamily="18" charset="0"/>
            </a:endParaRPr>
          </a:p>
          <a:p>
            <a:endParaRPr lang="en-US" sz="2000" dirty="0">
              <a:latin typeface="Constantia" pitchFamily="18" charset="0"/>
            </a:endParaRPr>
          </a:p>
        </p:txBody>
      </p:sp>
      <p:sp>
        <p:nvSpPr>
          <p:cNvPr id="82" name="Content Placeholder 81"/>
          <p:cNvSpPr>
            <a:spLocks noGrp="1"/>
          </p:cNvSpPr>
          <p:nvPr>
            <p:ph sz="quarter" idx="2"/>
          </p:nvPr>
        </p:nvSpPr>
        <p:spPr>
          <a:xfrm>
            <a:off x="4724400" y="1447800"/>
            <a:ext cx="4267200" cy="5181600"/>
          </a:xfrm>
        </p:spPr>
        <p:txBody>
          <a:bodyPr>
            <a:normAutofit/>
          </a:bodyPr>
          <a:lstStyle/>
          <a:p>
            <a:r>
              <a:rPr lang="en-US" dirty="0" smtClean="0"/>
              <a:t> </a:t>
            </a:r>
            <a:r>
              <a:rPr lang="en-US" sz="2000" dirty="0" err="1" smtClean="0">
                <a:latin typeface="Constantia" pitchFamily="18" charset="0"/>
              </a:rPr>
              <a:t>Sơ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đồ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khối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mạch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tạo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dao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động</a:t>
            </a:r>
            <a:endParaRPr lang="en-US" sz="2000" dirty="0">
              <a:latin typeface="Constantia" pitchFamily="18" charset="0"/>
            </a:endParaRPr>
          </a:p>
        </p:txBody>
      </p:sp>
      <p:grpSp>
        <p:nvGrpSpPr>
          <p:cNvPr id="55" name="Group 18"/>
          <p:cNvGrpSpPr>
            <a:grpSpLocks/>
          </p:cNvGrpSpPr>
          <p:nvPr/>
        </p:nvGrpSpPr>
        <p:grpSpPr bwMode="auto">
          <a:xfrm>
            <a:off x="5715000" y="1981200"/>
            <a:ext cx="2642315" cy="2057400"/>
            <a:chOff x="3141" y="1494"/>
            <a:chExt cx="3285" cy="2520"/>
          </a:xfrm>
        </p:grpSpPr>
        <p:grpSp>
          <p:nvGrpSpPr>
            <p:cNvPr id="56" name="Group 19"/>
            <p:cNvGrpSpPr>
              <a:grpSpLocks/>
            </p:cNvGrpSpPr>
            <p:nvPr/>
          </p:nvGrpSpPr>
          <p:grpSpPr bwMode="auto">
            <a:xfrm>
              <a:off x="3141" y="1494"/>
              <a:ext cx="3120" cy="2520"/>
              <a:chOff x="3141" y="1494"/>
              <a:chExt cx="3120" cy="2520"/>
            </a:xfrm>
          </p:grpSpPr>
          <p:sp>
            <p:nvSpPr>
              <p:cNvPr id="59" name="Text Box 20"/>
              <p:cNvSpPr txBox="1">
                <a:spLocks noChangeArrowheads="1"/>
              </p:cNvSpPr>
              <p:nvPr/>
            </p:nvSpPr>
            <p:spPr bwMode="auto">
              <a:xfrm>
                <a:off x="3141" y="1494"/>
                <a:ext cx="1920" cy="108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 w="9525" algn="ctr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18000" tIns="10800" rIns="18000"/>
              <a:lstStyle/>
              <a:p>
                <a:pPr algn="ctr">
                  <a:lnSpc>
                    <a:spcPct val="12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2000" b="1" dirty="0" err="1">
                    <a:solidFill>
                      <a:srgbClr val="581508"/>
                    </a:solidFill>
                    <a:latin typeface="Times New Roman" pitchFamily="18" charset="0"/>
                    <a:cs typeface="Times New Roman" pitchFamily="18" charset="0"/>
                  </a:rPr>
                  <a:t>Khối</a:t>
                </a:r>
                <a:r>
                  <a:rPr lang="en-US" sz="2000" b="1" dirty="0">
                    <a:solidFill>
                      <a:srgbClr val="581508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b="1" dirty="0" err="1">
                    <a:solidFill>
                      <a:srgbClr val="581508"/>
                    </a:solidFill>
                    <a:latin typeface="Times New Roman" pitchFamily="18" charset="0"/>
                    <a:cs typeface="Times New Roman" pitchFamily="18" charset="0"/>
                  </a:rPr>
                  <a:t>khuếch</a:t>
                </a:r>
                <a:r>
                  <a:rPr lang="en-US" sz="2000" b="1" dirty="0">
                    <a:solidFill>
                      <a:srgbClr val="581508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b="1" dirty="0" err="1">
                    <a:solidFill>
                      <a:srgbClr val="581508"/>
                    </a:solidFill>
                    <a:latin typeface="Times New Roman" pitchFamily="18" charset="0"/>
                    <a:cs typeface="Times New Roman" pitchFamily="18" charset="0"/>
                  </a:rPr>
                  <a:t>đại</a:t>
                </a:r>
                <a:endParaRPr lang="en-US" sz="2000" b="1" dirty="0">
                  <a:solidFill>
                    <a:srgbClr val="581508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endParaRPr lang="en-US" sz="1400" b="1" dirty="0">
                  <a:solidFill>
                    <a:schemeClr val="bg1"/>
                  </a:solidFill>
                  <a:latin typeface="Times New Roman" pitchFamily="18" charset="0"/>
                </a:endParaRPr>
              </a:p>
              <a:p>
                <a:endParaRPr lang="en-US" sz="1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0" name="Text Box 21"/>
              <p:cNvSpPr txBox="1">
                <a:spLocks noChangeArrowheads="1"/>
              </p:cNvSpPr>
              <p:nvPr/>
            </p:nvSpPr>
            <p:spPr bwMode="auto">
              <a:xfrm>
                <a:off x="3141" y="2934"/>
                <a:ext cx="1920" cy="108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 w="9525" algn="ctr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tIns="82800" bIns="118800"/>
              <a:lstStyle/>
              <a:p>
                <a:pPr algn="ctr">
                  <a:lnSpc>
                    <a:spcPct val="120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en-US" sz="2000" b="1" dirty="0" err="1">
                    <a:solidFill>
                      <a:srgbClr val="581508"/>
                    </a:solidFill>
                    <a:latin typeface="Times New Roman" pitchFamily="18" charset="0"/>
                    <a:cs typeface="Times New Roman" pitchFamily="18" charset="0"/>
                  </a:rPr>
                  <a:t>Khối</a:t>
                </a:r>
                <a:r>
                  <a:rPr lang="en-US" sz="2000" b="1" dirty="0">
                    <a:solidFill>
                      <a:srgbClr val="581508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b="1" dirty="0" err="1">
                    <a:solidFill>
                      <a:srgbClr val="581508"/>
                    </a:solidFill>
                    <a:latin typeface="Times New Roman" pitchFamily="18" charset="0"/>
                    <a:cs typeface="Times New Roman" pitchFamily="18" charset="0"/>
                  </a:rPr>
                  <a:t>hồi</a:t>
                </a:r>
                <a:r>
                  <a:rPr lang="en-US" sz="2000" b="1" dirty="0">
                    <a:solidFill>
                      <a:srgbClr val="581508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b="1" dirty="0" err="1">
                    <a:solidFill>
                      <a:srgbClr val="581508"/>
                    </a:solidFill>
                    <a:latin typeface="Times New Roman" pitchFamily="18" charset="0"/>
                    <a:cs typeface="Times New Roman" pitchFamily="18" charset="0"/>
                  </a:rPr>
                  <a:t>tiếp</a:t>
                </a:r>
                <a:endParaRPr lang="en-US" sz="2000" b="1" dirty="0">
                  <a:solidFill>
                    <a:srgbClr val="581508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:endParaRPr lang="en-US" sz="1400" b="1" dirty="0">
                  <a:solidFill>
                    <a:schemeClr val="bg1"/>
                  </a:solidFill>
                  <a:latin typeface="Times New Roman" pitchFamily="18" charset="0"/>
                </a:endParaRPr>
              </a:p>
              <a:p>
                <a:endParaRPr lang="en-US" sz="1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1" name="Line 22"/>
              <p:cNvSpPr>
                <a:spLocks noChangeShapeType="1"/>
              </p:cNvSpPr>
              <p:nvPr/>
            </p:nvSpPr>
            <p:spPr bwMode="auto">
              <a:xfrm>
                <a:off x="5061" y="2049"/>
                <a:ext cx="1200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1400"/>
              </a:p>
            </p:txBody>
          </p:sp>
          <p:cxnSp>
            <p:nvCxnSpPr>
              <p:cNvPr id="62" name="AutoShape 23"/>
              <p:cNvCxnSpPr>
                <a:cxnSpLocks noChangeShapeType="1"/>
              </p:cNvCxnSpPr>
              <p:nvPr/>
            </p:nvCxnSpPr>
            <p:spPr bwMode="auto">
              <a:xfrm rot="5400000" flipV="1">
                <a:off x="4439" y="2656"/>
                <a:ext cx="1245" cy="1"/>
              </a:xfrm>
              <a:prstGeom prst="bentConnector4">
                <a:avLst>
                  <a:gd name="adj1" fmla="val 1204"/>
                  <a:gd name="adj2" fmla="val 51200014"/>
                </a:avLst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 type="triangle" w="med" len="med"/>
              </a:ln>
            </p:spPr>
          </p:cxnSp>
          <p:cxnSp>
            <p:nvCxnSpPr>
              <p:cNvPr id="63" name="AutoShape 24"/>
              <p:cNvCxnSpPr>
                <a:cxnSpLocks noChangeShapeType="1"/>
                <a:stCxn id="60" idx="1"/>
                <a:endCxn id="59" idx="1"/>
              </p:cNvCxnSpPr>
              <p:nvPr/>
            </p:nvCxnSpPr>
            <p:spPr bwMode="auto">
              <a:xfrm rot="10800000" flipH="1">
                <a:off x="3141" y="2034"/>
                <a:ext cx="1" cy="1440"/>
              </a:xfrm>
              <a:prstGeom prst="bentConnector3">
                <a:avLst>
                  <a:gd name="adj1" fmla="val -36000014"/>
                </a:avLst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 type="triangle" w="med" len="med"/>
              </a:ln>
            </p:spPr>
          </p:cxnSp>
        </p:grpSp>
        <p:grpSp>
          <p:nvGrpSpPr>
            <p:cNvPr id="57" name="Group 25"/>
            <p:cNvGrpSpPr>
              <a:grpSpLocks/>
            </p:cNvGrpSpPr>
            <p:nvPr/>
          </p:nvGrpSpPr>
          <p:grpSpPr bwMode="auto">
            <a:xfrm>
              <a:off x="5706" y="1614"/>
              <a:ext cx="720" cy="555"/>
              <a:chOff x="5706" y="1614"/>
              <a:chExt cx="720" cy="555"/>
            </a:xfrm>
          </p:grpSpPr>
          <p:sp>
            <p:nvSpPr>
              <p:cNvPr id="58" name="Text Box 26"/>
              <p:cNvSpPr txBox="1">
                <a:spLocks noChangeArrowheads="1"/>
              </p:cNvSpPr>
              <p:nvPr/>
            </p:nvSpPr>
            <p:spPr bwMode="auto">
              <a:xfrm>
                <a:off x="5706" y="1614"/>
                <a:ext cx="720" cy="555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spcAft>
                    <a:spcPts val="1000"/>
                  </a:spcAft>
                </a:pPr>
                <a:r>
                  <a:rPr lang="en-US" sz="1400" i="1">
                    <a:latin typeface="Times New Roman" pitchFamily="18" charset="0"/>
                    <a:cs typeface="Times New Roman" pitchFamily="18" charset="0"/>
                  </a:rPr>
                  <a:t>v</a:t>
                </a:r>
                <a:r>
                  <a:rPr lang="en-US" sz="1400" i="1" baseline="-25000">
                    <a:latin typeface="Times New Roman" pitchFamily="18" charset="0"/>
                    <a:cs typeface="Times New Roman" pitchFamily="18" charset="0"/>
                  </a:rPr>
                  <a:t>o</a:t>
                </a:r>
                <a:endParaRPr lang="en-US" sz="1400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</p:grpSp>
      <p:sp>
        <p:nvSpPr>
          <p:cNvPr id="1844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3" name="Curved Left Arrow 42"/>
          <p:cNvSpPr/>
          <p:nvPr/>
        </p:nvSpPr>
        <p:spPr>
          <a:xfrm>
            <a:off x="7696200" y="3581400"/>
            <a:ext cx="533400" cy="762000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47" name="Group 46"/>
          <p:cNvGrpSpPr/>
          <p:nvPr/>
        </p:nvGrpSpPr>
        <p:grpSpPr>
          <a:xfrm>
            <a:off x="5202237" y="4572000"/>
            <a:ext cx="3452980" cy="2066925"/>
            <a:chOff x="5202237" y="4572000"/>
            <a:chExt cx="3452980" cy="2066925"/>
          </a:xfrm>
        </p:grpSpPr>
        <p:graphicFrame>
          <p:nvGraphicFramePr>
            <p:cNvPr id="18434" name="Object 56"/>
            <p:cNvGraphicFramePr>
              <a:graphicFrameLocks noChangeAspect="1"/>
            </p:cNvGraphicFramePr>
            <p:nvPr/>
          </p:nvGraphicFramePr>
          <p:xfrm>
            <a:off x="5257800" y="4572000"/>
            <a:ext cx="2498725" cy="4349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76" name="Equation" r:id="rId3" imgW="1384200" imgH="241200" progId="Equation.3">
                    <p:embed/>
                  </p:oleObj>
                </mc:Choice>
                <mc:Fallback>
                  <p:oleObj name="Equation" r:id="rId3" imgW="1384200" imgH="241200" progId="Equation.3">
                    <p:embed/>
                    <p:pic>
                      <p:nvPicPr>
                        <p:cNvPr id="0" name="Object 5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57800" y="4572000"/>
                          <a:ext cx="2498725" cy="4349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35" name="Object 58"/>
            <p:cNvGraphicFramePr>
              <a:graphicFrameLocks noChangeAspect="1"/>
            </p:cNvGraphicFramePr>
            <p:nvPr/>
          </p:nvGraphicFramePr>
          <p:xfrm>
            <a:off x="5257800" y="5105400"/>
            <a:ext cx="2932113" cy="4016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77" name="Equation" r:id="rId5" imgW="1663560" imgH="228600" progId="Equation.3">
                    <p:embed/>
                  </p:oleObj>
                </mc:Choice>
                <mc:Fallback>
                  <p:oleObj name="Equation" r:id="rId5" imgW="1663560" imgH="228600" progId="Equation.3">
                    <p:embed/>
                    <p:pic>
                      <p:nvPicPr>
                        <p:cNvPr id="0" name="Object 5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57800" y="5105400"/>
                          <a:ext cx="2932113" cy="4016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36" name="Object 63"/>
            <p:cNvGraphicFramePr>
              <a:graphicFrameLocks noChangeAspect="1"/>
            </p:cNvGraphicFramePr>
            <p:nvPr/>
          </p:nvGraphicFramePr>
          <p:xfrm>
            <a:off x="5257800" y="5562600"/>
            <a:ext cx="1905000" cy="6969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78" name="Equation" r:id="rId7" imgW="1168200" imgH="431640" progId="Equation.3">
                    <p:embed/>
                  </p:oleObj>
                </mc:Choice>
                <mc:Fallback>
                  <p:oleObj name="Equation" r:id="rId7" imgW="1168200" imgH="431640" progId="Equation.3">
                    <p:embed/>
                    <p:pic>
                      <p:nvPicPr>
                        <p:cNvPr id="0" name="Object 6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57800" y="5562600"/>
                          <a:ext cx="1905000" cy="6969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37" name="Object 65"/>
            <p:cNvGraphicFramePr>
              <a:graphicFrameLocks noChangeAspect="1"/>
            </p:cNvGraphicFramePr>
            <p:nvPr/>
          </p:nvGraphicFramePr>
          <p:xfrm>
            <a:off x="5202237" y="6257925"/>
            <a:ext cx="9525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79" name="Equation" r:id="rId9" imgW="571320" imgH="228600" progId="Equation.3">
                    <p:embed/>
                  </p:oleObj>
                </mc:Choice>
                <mc:Fallback>
                  <p:oleObj name="Equation" r:id="rId9" imgW="571320" imgH="228600" progId="Equation.3">
                    <p:embed/>
                    <p:pic>
                      <p:nvPicPr>
                        <p:cNvPr id="0" name="Object 6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02237" y="6257925"/>
                          <a:ext cx="952500" cy="381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38" name="Object 67"/>
            <p:cNvGraphicFramePr>
              <a:graphicFrameLocks noChangeAspect="1"/>
            </p:cNvGraphicFramePr>
            <p:nvPr/>
          </p:nvGraphicFramePr>
          <p:xfrm>
            <a:off x="6629400" y="6257925"/>
            <a:ext cx="762000" cy="2778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80" name="Equation" r:id="rId11" imgW="495000" imgH="177480" progId="Equation.3">
                    <p:embed/>
                  </p:oleObj>
                </mc:Choice>
                <mc:Fallback>
                  <p:oleObj name="Equation" r:id="rId11" imgW="495000" imgH="177480" progId="Equation.3">
                    <p:embed/>
                    <p:pic>
                      <p:nvPicPr>
                        <p:cNvPr id="0" name="Object 6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29400" y="6257925"/>
                          <a:ext cx="762000" cy="2778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1" name="Right Arrow 90"/>
            <p:cNvSpPr/>
            <p:nvPr/>
          </p:nvSpPr>
          <p:spPr>
            <a:xfrm>
              <a:off x="6248400" y="6294869"/>
              <a:ext cx="304800" cy="228600"/>
            </a:xfrm>
            <a:prstGeom prst="rightArrow">
              <a:avLst/>
            </a:prstGeom>
            <a:ln w="19050">
              <a:solidFill>
                <a:srgbClr val="CC33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ight Brace 43"/>
            <p:cNvSpPr/>
            <p:nvPr/>
          </p:nvSpPr>
          <p:spPr>
            <a:xfrm>
              <a:off x="7418960" y="5849568"/>
              <a:ext cx="152400" cy="533400"/>
            </a:xfrm>
            <a:prstGeom prst="rightBrace">
              <a:avLst/>
            </a:prstGeom>
            <a:ln w="19050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6" name="Group 45"/>
            <p:cNvGrpSpPr/>
            <p:nvPr/>
          </p:nvGrpSpPr>
          <p:grpSpPr>
            <a:xfrm>
              <a:off x="7628104" y="5677712"/>
              <a:ext cx="1027113" cy="960438"/>
              <a:chOff x="7696200" y="5638800"/>
              <a:chExt cx="1027113" cy="960438"/>
            </a:xfrm>
          </p:grpSpPr>
          <p:graphicFrame>
            <p:nvGraphicFramePr>
              <p:cNvPr id="18439" name="Object 69"/>
              <p:cNvGraphicFramePr>
                <a:graphicFrameLocks noChangeAspect="1"/>
              </p:cNvGraphicFramePr>
              <p:nvPr/>
            </p:nvGraphicFramePr>
            <p:xfrm>
              <a:off x="8077200" y="5638800"/>
              <a:ext cx="590550" cy="3460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8481" name="Equation" r:id="rId13" imgW="393480" imgH="228600" progId="Equation.3">
                      <p:embed/>
                    </p:oleObj>
                  </mc:Choice>
                  <mc:Fallback>
                    <p:oleObj name="Equation" r:id="rId13" imgW="393480" imgH="228600" progId="Equation.3">
                      <p:embed/>
                      <p:pic>
                        <p:nvPicPr>
                          <p:cNvPr id="0" name="Object 6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077200" y="5638800"/>
                            <a:ext cx="590550" cy="346075"/>
                          </a:xfrm>
                          <a:prstGeom prst="rect">
                            <a:avLst/>
                          </a:prstGeom>
                          <a:noFill/>
                          <a:ln w="1905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8440" name="Object 71"/>
              <p:cNvGraphicFramePr>
                <a:graphicFrameLocks noChangeAspect="1"/>
              </p:cNvGraphicFramePr>
              <p:nvPr/>
            </p:nvGraphicFramePr>
            <p:xfrm>
              <a:off x="8077200" y="6248400"/>
              <a:ext cx="646113" cy="3508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8482" name="Equation" r:id="rId15" imgW="419040" imgH="228600" progId="Equation.3">
                      <p:embed/>
                    </p:oleObj>
                  </mc:Choice>
                  <mc:Fallback>
                    <p:oleObj name="Equation" r:id="rId15" imgW="419040" imgH="228600" progId="Equation.3">
                      <p:embed/>
                      <p:pic>
                        <p:nvPicPr>
                          <p:cNvPr id="0" name="Object 7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077200" y="6248400"/>
                            <a:ext cx="646113" cy="350838"/>
                          </a:xfrm>
                          <a:prstGeom prst="rect">
                            <a:avLst/>
                          </a:prstGeom>
                          <a:noFill/>
                          <a:ln w="1905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5" name="Right Arrow 44"/>
              <p:cNvSpPr/>
              <p:nvPr/>
            </p:nvSpPr>
            <p:spPr>
              <a:xfrm>
                <a:off x="7696200" y="5943600"/>
                <a:ext cx="304800" cy="228600"/>
              </a:xfrm>
              <a:prstGeom prst="rightArrow">
                <a:avLst/>
              </a:prstGeom>
              <a:ln w="19050">
                <a:solidFill>
                  <a:srgbClr val="CC33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116736" y="353440"/>
            <a:ext cx="8915400" cy="6553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bIns="91440" anchor="b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5.1.2. </a:t>
            </a:r>
            <a:r>
              <a:rPr kumimoji="0" lang="en-US" sz="40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Mạc</a:t>
            </a:r>
            <a:r>
              <a:rPr lang="en-US" sz="4000" dirty="0" smtClean="0">
                <a:solidFill>
                  <a:srgbClr val="0033CC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h </a:t>
            </a:r>
            <a:r>
              <a:rPr lang="en-US" sz="4000" dirty="0" err="1" smtClean="0">
                <a:solidFill>
                  <a:srgbClr val="0033CC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dao</a:t>
            </a:r>
            <a:r>
              <a:rPr lang="en-US" sz="4000" dirty="0" smtClean="0">
                <a:solidFill>
                  <a:srgbClr val="0033CC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</a:t>
            </a:r>
            <a:r>
              <a:rPr lang="en-US" sz="4000" dirty="0" err="1" smtClean="0">
                <a:solidFill>
                  <a:srgbClr val="0033CC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động</a:t>
            </a:r>
            <a:r>
              <a:rPr lang="en-US" sz="4000" dirty="0" smtClean="0">
                <a:solidFill>
                  <a:srgbClr val="0033CC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RC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7" name="Diagram 6"/>
          <p:cNvGraphicFramePr/>
          <p:nvPr/>
        </p:nvGraphicFramePr>
        <p:xfrm>
          <a:off x="990600" y="1752600"/>
          <a:ext cx="6858000" cy="3937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447800"/>
            <a:ext cx="8382000" cy="5181600"/>
          </a:xfrm>
        </p:spPr>
        <p:txBody>
          <a:bodyPr>
            <a:normAutofit/>
          </a:bodyPr>
          <a:lstStyle/>
          <a:p>
            <a:pPr algn="just"/>
            <a:r>
              <a:rPr lang="en-US" sz="2000" dirty="0" err="1" smtClean="0">
                <a:latin typeface="Constantia" pitchFamily="18" charset="0"/>
              </a:rPr>
              <a:t>Tạo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sóng</a:t>
            </a:r>
            <a:r>
              <a:rPr lang="en-US" sz="2000" dirty="0" smtClean="0">
                <a:latin typeface="Constantia" pitchFamily="18" charset="0"/>
              </a:rPr>
              <a:t> sin </a:t>
            </a:r>
            <a:r>
              <a:rPr lang="en-US" sz="2000" dirty="0" err="1" smtClean="0">
                <a:latin typeface="Constantia" pitchFamily="18" charset="0"/>
              </a:rPr>
              <a:t>tần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số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thấp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nhất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trong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dải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âm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tần</a:t>
            </a:r>
            <a:r>
              <a:rPr lang="en-US" sz="2000" dirty="0" smtClean="0">
                <a:latin typeface="Constantia" pitchFamily="18" charset="0"/>
              </a:rPr>
              <a:t>, </a:t>
            </a:r>
            <a:r>
              <a:rPr lang="en-US" sz="2000" dirty="0" err="1" smtClean="0">
                <a:latin typeface="Constantia" pitchFamily="18" charset="0"/>
              </a:rPr>
              <a:t>còn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gọi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là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mạch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dao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động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di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pha</a:t>
            </a:r>
            <a:endParaRPr lang="en-US" sz="2000" dirty="0" smtClean="0">
              <a:latin typeface="Constantia" pitchFamily="18" charset="0"/>
            </a:endParaRPr>
          </a:p>
          <a:p>
            <a:pPr algn="just"/>
            <a:r>
              <a:rPr lang="en-US" sz="2000" dirty="0" err="1" smtClean="0">
                <a:latin typeface="Constantia" pitchFamily="18" charset="0"/>
              </a:rPr>
              <a:t>Mạch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dao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động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di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pha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thường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dùng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mạch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khuếch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đại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đảo</a:t>
            </a:r>
            <a:r>
              <a:rPr lang="en-US" sz="2000" dirty="0" smtClean="0">
                <a:latin typeface="Constantia" pitchFamily="18" charset="0"/>
              </a:rPr>
              <a:t> (</a:t>
            </a:r>
            <a:r>
              <a:rPr lang="en-US" sz="2000" dirty="0" err="1" smtClean="0">
                <a:latin typeface="Constantia" pitchFamily="18" charset="0"/>
              </a:rPr>
              <a:t>di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pha</a:t>
            </a:r>
            <a:r>
              <a:rPr lang="en-US" sz="2000" dirty="0" smtClean="0">
                <a:latin typeface="Constantia" pitchFamily="18" charset="0"/>
              </a:rPr>
              <a:t> 180</a:t>
            </a:r>
            <a:r>
              <a:rPr lang="en-US" sz="2000" baseline="30000" dirty="0" smtClean="0">
                <a:latin typeface="Constantia" pitchFamily="18" charset="0"/>
              </a:rPr>
              <a:t>0</a:t>
            </a:r>
            <a:r>
              <a:rPr lang="en-US" sz="2000" dirty="0" smtClean="0">
                <a:latin typeface="Constantia" pitchFamily="18" charset="0"/>
              </a:rPr>
              <a:t>) </a:t>
            </a:r>
            <a:r>
              <a:rPr lang="en-US" sz="2000" dirty="0" err="1" smtClean="0">
                <a:latin typeface="Constantia" pitchFamily="18" charset="0"/>
              </a:rPr>
              <a:t>nên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hệ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thống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hồi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tiếp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phải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di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pha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thêm</a:t>
            </a:r>
            <a:r>
              <a:rPr lang="en-US" sz="2000" dirty="0" smtClean="0">
                <a:latin typeface="Constantia" pitchFamily="18" charset="0"/>
              </a:rPr>
              <a:t> 180</a:t>
            </a:r>
            <a:r>
              <a:rPr lang="en-US" sz="2000" baseline="30000" dirty="0" smtClean="0">
                <a:latin typeface="Constantia" pitchFamily="18" charset="0"/>
              </a:rPr>
              <a:t>o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để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tạo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hồi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tiếp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dương</a:t>
            </a:r>
            <a:endParaRPr lang="en-US" sz="2000" dirty="0" smtClean="0">
              <a:latin typeface="Constantia" pitchFamily="18" charset="0"/>
            </a:endParaRPr>
          </a:p>
          <a:p>
            <a:pPr algn="just"/>
            <a:r>
              <a:rPr lang="en-US" sz="2000" dirty="0" err="1" smtClean="0">
                <a:latin typeface="Constantia" pitchFamily="18" charset="0"/>
              </a:rPr>
              <a:t>Sơ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đồ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khối</a:t>
            </a:r>
            <a:endParaRPr lang="en-US" sz="2000" dirty="0" smtClean="0">
              <a:latin typeface="Constantia" pitchFamily="18" charset="0"/>
            </a:endParaRPr>
          </a:p>
          <a:p>
            <a:pPr algn="just"/>
            <a:endParaRPr lang="en-US" sz="2000" dirty="0">
              <a:latin typeface="Constantia" pitchFamily="18" charset="0"/>
            </a:endParaRPr>
          </a:p>
        </p:txBody>
      </p:sp>
      <p:sp>
        <p:nvSpPr>
          <p:cNvPr id="1945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9457" name="Object 1"/>
          <p:cNvGraphicFramePr>
            <a:graphicFrameLocks noChangeAspect="1"/>
          </p:cNvGraphicFramePr>
          <p:nvPr/>
        </p:nvGraphicFramePr>
        <p:xfrm>
          <a:off x="2819400" y="3657600"/>
          <a:ext cx="5327515" cy="22971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3" r:id="rId3" imgW="4446118" imgH="1921459" progId="">
                  <p:embed/>
                </p:oleObj>
              </mc:Choice>
              <mc:Fallback>
                <p:oleObj r:id="rId3" imgW="4446118" imgH="1921459" progId="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3657600"/>
                        <a:ext cx="5327515" cy="229718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itle 1"/>
          <p:cNvSpPr txBox="1">
            <a:spLocks/>
          </p:cNvSpPr>
          <p:nvPr/>
        </p:nvSpPr>
        <p:spPr>
          <a:xfrm>
            <a:off x="116736" y="353440"/>
            <a:ext cx="8915400" cy="6553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bIns="91440" anchor="b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5.1.2. </a:t>
            </a:r>
            <a:r>
              <a:rPr kumimoji="0" lang="en-US" sz="40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Mạc</a:t>
            </a:r>
            <a:r>
              <a:rPr lang="en-US" sz="4000" dirty="0" smtClean="0">
                <a:solidFill>
                  <a:srgbClr val="0033CC"/>
                </a:solidFill>
                <a:latin typeface="Constantia" pitchFamily="18" charset="0"/>
                <a:ea typeface="+mj-ea"/>
                <a:cs typeface="Times New Roman" pitchFamily="18" charset="0"/>
              </a:rPr>
              <a:t>h </a:t>
            </a:r>
            <a:r>
              <a:rPr lang="en-US" sz="4000" dirty="0" err="1" smtClean="0">
                <a:solidFill>
                  <a:srgbClr val="0033CC"/>
                </a:solidFill>
                <a:latin typeface="Constantia" pitchFamily="18" charset="0"/>
                <a:ea typeface="+mj-ea"/>
                <a:cs typeface="Times New Roman" pitchFamily="18" charset="0"/>
              </a:rPr>
              <a:t>dao</a:t>
            </a:r>
            <a:r>
              <a:rPr lang="en-US" sz="4000" dirty="0" smtClean="0">
                <a:solidFill>
                  <a:srgbClr val="0033CC"/>
                </a:solidFill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lang="en-US" sz="4000" dirty="0" err="1" smtClean="0">
                <a:solidFill>
                  <a:srgbClr val="0033CC"/>
                </a:solidFill>
                <a:latin typeface="Constantia" pitchFamily="18" charset="0"/>
                <a:ea typeface="+mj-ea"/>
                <a:cs typeface="Times New Roman" pitchFamily="18" charset="0"/>
              </a:rPr>
              <a:t>động</a:t>
            </a:r>
            <a:r>
              <a:rPr lang="en-US" sz="4000" dirty="0" smtClean="0">
                <a:solidFill>
                  <a:srgbClr val="0033CC"/>
                </a:solidFill>
                <a:latin typeface="Constantia" pitchFamily="18" charset="0"/>
                <a:ea typeface="+mj-ea"/>
                <a:cs typeface="Times New Roman" pitchFamily="18" charset="0"/>
              </a:rPr>
              <a:t> RC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Constantia" pitchFamily="18" charset="0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152400" y="1219200"/>
            <a:ext cx="5181600" cy="5638800"/>
          </a:xfrm>
        </p:spPr>
        <p:txBody>
          <a:bodyPr>
            <a:noAutofit/>
          </a:bodyPr>
          <a:lstStyle/>
          <a:p>
            <a:r>
              <a:rPr lang="en-US" sz="2000" dirty="0" err="1" smtClean="0">
                <a:latin typeface="Constantia" pitchFamily="18" charset="0"/>
              </a:rPr>
              <a:t>Mỗi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khâu</a:t>
            </a:r>
            <a:r>
              <a:rPr lang="en-US" sz="2000" dirty="0" smtClean="0">
                <a:latin typeface="Constantia" pitchFamily="18" charset="0"/>
              </a:rPr>
              <a:t> RC </a:t>
            </a:r>
            <a:r>
              <a:rPr lang="en-US" sz="2000" dirty="0" err="1" smtClean="0">
                <a:latin typeface="Constantia" pitchFamily="18" charset="0"/>
              </a:rPr>
              <a:t>trong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mạng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hồi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tiếp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tạo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dịch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pha</a:t>
            </a:r>
            <a:r>
              <a:rPr lang="en-US" sz="2000" dirty="0" smtClean="0">
                <a:latin typeface="Constantia" pitchFamily="18" charset="0"/>
              </a:rPr>
              <a:t> 60</a:t>
            </a:r>
            <a:r>
              <a:rPr lang="en-US" sz="2000" baseline="30000" dirty="0" smtClean="0">
                <a:latin typeface="Constantia" pitchFamily="18" charset="0"/>
              </a:rPr>
              <a:t>o </a:t>
            </a:r>
            <a:r>
              <a:rPr lang="en-US" sz="2000" dirty="0" smtClean="0">
                <a:latin typeface="Times New Roman"/>
                <a:cs typeface="Times New Roman"/>
              </a:rPr>
              <a:t>→ </a:t>
            </a:r>
            <a:r>
              <a:rPr lang="en-US" sz="2000" dirty="0" err="1" smtClean="0">
                <a:latin typeface="Times New Roman"/>
                <a:cs typeface="Times New Roman"/>
              </a:rPr>
              <a:t>c</a:t>
            </a:r>
            <a:r>
              <a:rPr lang="en-US" sz="2000" dirty="0" err="1" smtClean="0">
                <a:latin typeface="Constantia" pitchFamily="18" charset="0"/>
              </a:rPr>
              <a:t>ần</a:t>
            </a:r>
            <a:r>
              <a:rPr lang="en-US" sz="2000" dirty="0" smtClean="0">
                <a:latin typeface="Constantia" pitchFamily="18" charset="0"/>
              </a:rPr>
              <a:t> 3 </a:t>
            </a:r>
            <a:r>
              <a:rPr lang="en-US" sz="2000" dirty="0" err="1" smtClean="0">
                <a:latin typeface="Constantia" pitchFamily="18" charset="0"/>
              </a:rPr>
              <a:t>khâu</a:t>
            </a:r>
            <a:r>
              <a:rPr lang="en-US" sz="2000" dirty="0" smtClean="0">
                <a:latin typeface="Constantia" pitchFamily="18" charset="0"/>
              </a:rPr>
              <a:t> RC </a:t>
            </a:r>
            <a:r>
              <a:rPr lang="en-US" sz="2000" dirty="0" err="1" smtClean="0">
                <a:latin typeface="Constantia" pitchFamily="18" charset="0"/>
              </a:rPr>
              <a:t>tạo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dịch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pha</a:t>
            </a:r>
            <a:r>
              <a:rPr lang="en-US" sz="2000" dirty="0" smtClean="0">
                <a:latin typeface="Constantia" pitchFamily="18" charset="0"/>
              </a:rPr>
              <a:t> 180</a:t>
            </a:r>
            <a:r>
              <a:rPr lang="en-US" sz="2000" baseline="30000" dirty="0" smtClean="0">
                <a:latin typeface="Constantia" pitchFamily="18" charset="0"/>
              </a:rPr>
              <a:t>0</a:t>
            </a:r>
            <a:r>
              <a:rPr lang="en-US" sz="2000" dirty="0" smtClean="0">
                <a:latin typeface="Constantia" pitchFamily="18" charset="0"/>
              </a:rPr>
              <a:t>.</a:t>
            </a:r>
          </a:p>
          <a:p>
            <a:r>
              <a:rPr lang="en-US" sz="2000" dirty="0" err="1" smtClean="0">
                <a:latin typeface="Constantia" pitchFamily="18" charset="0"/>
              </a:rPr>
              <a:t>Mạch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khuếch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đại</a:t>
            </a:r>
            <a:r>
              <a:rPr lang="en-US" sz="2000" dirty="0" smtClean="0">
                <a:latin typeface="Constantia" pitchFamily="18" charset="0"/>
              </a:rPr>
              <a:t> BJT </a:t>
            </a:r>
            <a:r>
              <a:rPr lang="en-US" sz="2000" dirty="0" err="1" smtClean="0">
                <a:latin typeface="Constantia" pitchFamily="18" charset="0"/>
              </a:rPr>
              <a:t>kiểu</a:t>
            </a:r>
            <a:r>
              <a:rPr lang="en-US" sz="2000" dirty="0" smtClean="0">
                <a:latin typeface="Constantia" pitchFamily="18" charset="0"/>
              </a:rPr>
              <a:t> E </a:t>
            </a:r>
            <a:r>
              <a:rPr lang="en-US" sz="2000" dirty="0" err="1" smtClean="0">
                <a:latin typeface="Constantia" pitchFamily="18" charset="0"/>
              </a:rPr>
              <a:t>chung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tạo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dịch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pha</a:t>
            </a:r>
            <a:r>
              <a:rPr lang="en-US" sz="2000" dirty="0" smtClean="0">
                <a:latin typeface="Constantia" pitchFamily="18" charset="0"/>
              </a:rPr>
              <a:t> 180</a:t>
            </a:r>
            <a:r>
              <a:rPr lang="en-US" sz="2000" baseline="30000" dirty="0" smtClean="0">
                <a:latin typeface="Constantia" pitchFamily="18" charset="0"/>
              </a:rPr>
              <a:t>0</a:t>
            </a:r>
          </a:p>
          <a:p>
            <a:r>
              <a:rPr lang="en-US" sz="2000" dirty="0" err="1" smtClean="0">
                <a:latin typeface="Constantia" pitchFamily="18" charset="0"/>
              </a:rPr>
              <a:t>Hệ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số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truyền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đạt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của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mạch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hồi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tiếp</a:t>
            </a:r>
            <a:endParaRPr lang="en-US" sz="2000" dirty="0" smtClean="0">
              <a:latin typeface="Constantia" pitchFamily="18" charset="0"/>
            </a:endParaRPr>
          </a:p>
          <a:p>
            <a:endParaRPr lang="en-US" sz="2000" dirty="0" smtClean="0">
              <a:latin typeface="Constantia" pitchFamily="18" charset="0"/>
            </a:endParaRPr>
          </a:p>
          <a:p>
            <a:endParaRPr lang="en-US" sz="2000" dirty="0" smtClean="0">
              <a:latin typeface="Constantia" pitchFamily="18" charset="0"/>
            </a:endParaRPr>
          </a:p>
          <a:p>
            <a:endParaRPr lang="en-US" sz="2000" dirty="0" smtClean="0">
              <a:latin typeface="Constantia" pitchFamily="18" charset="0"/>
            </a:endParaRPr>
          </a:p>
          <a:p>
            <a:pPr>
              <a:buNone/>
            </a:pPr>
            <a:r>
              <a:rPr lang="en-US" sz="2000" dirty="0" smtClean="0">
                <a:latin typeface="Constantia" pitchFamily="18" charset="0"/>
                <a:cs typeface="Times New Roman"/>
              </a:rPr>
              <a:t>→ </a:t>
            </a:r>
            <a:r>
              <a:rPr lang="en-US" sz="2000" dirty="0" err="1" smtClean="0">
                <a:latin typeface="Constantia" pitchFamily="18" charset="0"/>
                <a:cs typeface="Times New Roman"/>
              </a:rPr>
              <a:t>Để</a:t>
            </a:r>
            <a:r>
              <a:rPr lang="en-US" sz="2000" dirty="0" smtClean="0">
                <a:latin typeface="Constantia" pitchFamily="18" charset="0"/>
                <a:cs typeface="Times New Roman"/>
              </a:rPr>
              <a:t> </a:t>
            </a:r>
            <a:r>
              <a:rPr lang="en-US" sz="2000" dirty="0" err="1" smtClean="0">
                <a:latin typeface="Constantia" pitchFamily="18" charset="0"/>
                <a:cs typeface="Times New Roman"/>
              </a:rPr>
              <a:t>khâu</a:t>
            </a:r>
            <a:r>
              <a:rPr lang="en-US" sz="2000" dirty="0" smtClean="0">
                <a:latin typeface="Constantia" pitchFamily="18" charset="0"/>
                <a:cs typeface="Times New Roman"/>
              </a:rPr>
              <a:t> </a:t>
            </a:r>
            <a:r>
              <a:rPr lang="en-US" sz="2000" dirty="0" err="1" smtClean="0">
                <a:latin typeface="Constantia" pitchFamily="18" charset="0"/>
                <a:cs typeface="Times New Roman"/>
              </a:rPr>
              <a:t>hồi</a:t>
            </a:r>
            <a:r>
              <a:rPr lang="en-US" sz="2000" dirty="0" smtClean="0">
                <a:latin typeface="Constantia" pitchFamily="18" charset="0"/>
                <a:cs typeface="Times New Roman"/>
              </a:rPr>
              <a:t> </a:t>
            </a:r>
            <a:r>
              <a:rPr lang="en-US" sz="2000" dirty="0" err="1" smtClean="0">
                <a:latin typeface="Constantia" pitchFamily="18" charset="0"/>
                <a:cs typeface="Times New Roman"/>
              </a:rPr>
              <a:t>tiếp</a:t>
            </a:r>
            <a:r>
              <a:rPr lang="en-US" sz="2000" dirty="0" smtClean="0">
                <a:latin typeface="Constantia" pitchFamily="18" charset="0"/>
                <a:cs typeface="Times New Roman"/>
              </a:rPr>
              <a:t> </a:t>
            </a:r>
            <a:r>
              <a:rPr lang="en-US" sz="2000" dirty="0" err="1" smtClean="0">
                <a:latin typeface="Constantia" pitchFamily="18" charset="0"/>
                <a:cs typeface="Times New Roman"/>
              </a:rPr>
              <a:t>di</a:t>
            </a:r>
            <a:r>
              <a:rPr lang="en-US" sz="2000" dirty="0" smtClean="0">
                <a:latin typeface="Constantia" pitchFamily="18" charset="0"/>
                <a:cs typeface="Times New Roman"/>
              </a:rPr>
              <a:t> </a:t>
            </a:r>
            <a:r>
              <a:rPr lang="en-US" sz="2000" dirty="0" err="1" smtClean="0">
                <a:latin typeface="Constantia" pitchFamily="18" charset="0"/>
                <a:cs typeface="Times New Roman"/>
              </a:rPr>
              <a:t>pha</a:t>
            </a:r>
            <a:r>
              <a:rPr lang="en-US" sz="2000" dirty="0" smtClean="0">
                <a:latin typeface="Constantia" pitchFamily="18" charset="0"/>
                <a:cs typeface="Times New Roman"/>
              </a:rPr>
              <a:t> 180</a:t>
            </a:r>
            <a:r>
              <a:rPr lang="en-US" sz="2000" baseline="30000" dirty="0" smtClean="0">
                <a:latin typeface="Constantia" pitchFamily="18" charset="0"/>
                <a:cs typeface="Times New Roman"/>
              </a:rPr>
              <a:t>o</a:t>
            </a:r>
            <a:r>
              <a:rPr lang="en-US" sz="2000" dirty="0" smtClean="0">
                <a:latin typeface="Constantia" pitchFamily="18" charset="0"/>
                <a:cs typeface="Times New Roman"/>
              </a:rPr>
              <a:t> </a:t>
            </a:r>
            <a:r>
              <a:rPr lang="en-US" sz="2000" dirty="0" err="1" smtClean="0">
                <a:latin typeface="Constantia" pitchFamily="18" charset="0"/>
                <a:cs typeface="Times New Roman"/>
              </a:rPr>
              <a:t>thì</a:t>
            </a:r>
            <a:r>
              <a:rPr lang="en-US" sz="2000" dirty="0" smtClean="0">
                <a:latin typeface="Constantia" pitchFamily="18" charset="0"/>
                <a:cs typeface="Times New Roman"/>
              </a:rPr>
              <a:t> </a:t>
            </a:r>
            <a:r>
              <a:rPr lang="en-US" sz="2000" dirty="0" err="1" smtClean="0">
                <a:latin typeface="Constantia" pitchFamily="18" charset="0"/>
                <a:cs typeface="Times New Roman"/>
              </a:rPr>
              <a:t>hệ</a:t>
            </a:r>
            <a:r>
              <a:rPr lang="en-US" sz="2000" dirty="0" smtClean="0">
                <a:latin typeface="Constantia" pitchFamily="18" charset="0"/>
                <a:cs typeface="Times New Roman"/>
              </a:rPr>
              <a:t> </a:t>
            </a:r>
            <a:r>
              <a:rPr lang="en-US" sz="2000" dirty="0" err="1" smtClean="0">
                <a:latin typeface="Constantia" pitchFamily="18" charset="0"/>
                <a:cs typeface="Times New Roman"/>
              </a:rPr>
              <a:t>số</a:t>
            </a:r>
            <a:r>
              <a:rPr lang="en-US" sz="2000" dirty="0" smtClean="0">
                <a:latin typeface="Constantia" pitchFamily="18" charset="0"/>
                <a:cs typeface="Times New Roman"/>
              </a:rPr>
              <a:t> </a:t>
            </a:r>
            <a:r>
              <a:rPr lang="en-US" sz="2000" dirty="0" err="1" smtClean="0">
                <a:latin typeface="Constantia" pitchFamily="18" charset="0"/>
                <a:cs typeface="Times New Roman"/>
              </a:rPr>
              <a:t>hồi</a:t>
            </a:r>
            <a:r>
              <a:rPr lang="en-US" sz="2000" dirty="0" smtClean="0">
                <a:latin typeface="Constantia" pitchFamily="18" charset="0"/>
                <a:cs typeface="Times New Roman"/>
              </a:rPr>
              <a:t> </a:t>
            </a:r>
            <a:r>
              <a:rPr lang="en-US" sz="2000" dirty="0" err="1" smtClean="0">
                <a:latin typeface="Constantia" pitchFamily="18" charset="0"/>
                <a:cs typeface="Times New Roman"/>
              </a:rPr>
              <a:t>tiếp</a:t>
            </a:r>
            <a:r>
              <a:rPr lang="en-US" sz="2000" dirty="0" smtClean="0">
                <a:latin typeface="Constantia" pitchFamily="18" charset="0"/>
                <a:cs typeface="Times New Roman"/>
              </a:rPr>
              <a:t> </a:t>
            </a:r>
            <a:r>
              <a:rPr lang="el-GR" sz="2000" dirty="0" smtClean="0">
                <a:latin typeface="Constantia" pitchFamily="18" charset="0"/>
                <a:cs typeface="Times New Roman"/>
              </a:rPr>
              <a:t>β</a:t>
            </a:r>
            <a:r>
              <a:rPr lang="en-US" sz="2000" dirty="0" smtClean="0">
                <a:latin typeface="Constantia" pitchFamily="18" charset="0"/>
                <a:cs typeface="Times New Roman"/>
              </a:rPr>
              <a:t> </a:t>
            </a:r>
            <a:r>
              <a:rPr lang="en-US" sz="2000" dirty="0" err="1" smtClean="0">
                <a:latin typeface="Constantia" pitchFamily="18" charset="0"/>
                <a:cs typeface="Times New Roman"/>
              </a:rPr>
              <a:t>phải</a:t>
            </a:r>
            <a:r>
              <a:rPr lang="en-US" sz="2000" dirty="0" smtClean="0">
                <a:latin typeface="Constantia" pitchFamily="18" charset="0"/>
                <a:cs typeface="Times New Roman"/>
              </a:rPr>
              <a:t> </a:t>
            </a:r>
            <a:r>
              <a:rPr lang="en-US" sz="2000" dirty="0" err="1" smtClean="0">
                <a:latin typeface="Constantia" pitchFamily="18" charset="0"/>
                <a:cs typeface="Times New Roman"/>
              </a:rPr>
              <a:t>là</a:t>
            </a:r>
            <a:r>
              <a:rPr lang="en-US" sz="2000" dirty="0" smtClean="0">
                <a:latin typeface="Constantia" pitchFamily="18" charset="0"/>
                <a:cs typeface="Times New Roman"/>
              </a:rPr>
              <a:t> </a:t>
            </a:r>
            <a:r>
              <a:rPr lang="en-US" sz="2000" dirty="0" err="1" smtClean="0">
                <a:latin typeface="Constantia" pitchFamily="18" charset="0"/>
                <a:cs typeface="Times New Roman"/>
              </a:rPr>
              <a:t>thuần</a:t>
            </a:r>
            <a:r>
              <a:rPr lang="en-US" sz="2000" dirty="0" smtClean="0">
                <a:latin typeface="Constantia" pitchFamily="18" charset="0"/>
                <a:cs typeface="Times New Roman"/>
              </a:rPr>
              <a:t> </a:t>
            </a:r>
            <a:r>
              <a:rPr lang="en-US" sz="2000" dirty="0" err="1" smtClean="0">
                <a:latin typeface="Constantia" pitchFamily="18" charset="0"/>
                <a:cs typeface="Times New Roman"/>
              </a:rPr>
              <a:t>thực</a:t>
            </a:r>
            <a:endParaRPr lang="en-US" sz="2000" dirty="0" smtClean="0">
              <a:latin typeface="Constantia" pitchFamily="18" charset="0"/>
              <a:cs typeface="Times New Roman"/>
            </a:endParaRPr>
          </a:p>
          <a:p>
            <a:pPr>
              <a:lnSpc>
                <a:spcPct val="130000"/>
              </a:lnSpc>
              <a:buNone/>
            </a:pPr>
            <a:r>
              <a:rPr lang="en-US" sz="2000" dirty="0" err="1" smtClean="0">
                <a:latin typeface="Constantia" pitchFamily="18" charset="0"/>
                <a:cs typeface="Times New Roman"/>
              </a:rPr>
              <a:t>Vậy</a:t>
            </a:r>
            <a:r>
              <a:rPr lang="en-US" sz="2000" dirty="0" smtClean="0">
                <a:latin typeface="Constantia" pitchFamily="18" charset="0"/>
                <a:cs typeface="Times New Roman"/>
              </a:rPr>
              <a:t>: </a:t>
            </a:r>
          </a:p>
          <a:p>
            <a:pPr>
              <a:lnSpc>
                <a:spcPct val="130000"/>
              </a:lnSpc>
              <a:buNone/>
            </a:pPr>
            <a:r>
              <a:rPr lang="en-US" sz="2000" dirty="0" smtClean="0">
                <a:latin typeface="Constantia" pitchFamily="18" charset="0"/>
                <a:cs typeface="Times New Roman"/>
              </a:rPr>
              <a:t>                                     </a:t>
            </a:r>
          </a:p>
          <a:p>
            <a:pPr>
              <a:lnSpc>
                <a:spcPct val="130000"/>
              </a:lnSpc>
              <a:buNone/>
            </a:pPr>
            <a:r>
              <a:rPr lang="en-US" sz="2000" dirty="0" smtClean="0">
                <a:latin typeface="Constantia" pitchFamily="18" charset="0"/>
                <a:cs typeface="Times New Roman"/>
              </a:rPr>
              <a:t>			           </a:t>
            </a:r>
            <a:r>
              <a:rPr lang="en-US" sz="2000" dirty="0" err="1" smtClean="0">
                <a:latin typeface="Constantia" pitchFamily="18" charset="0"/>
                <a:cs typeface="Times New Roman"/>
              </a:rPr>
              <a:t>Điều</a:t>
            </a:r>
            <a:r>
              <a:rPr lang="en-US" sz="2000" dirty="0" smtClean="0">
                <a:latin typeface="Constantia" pitchFamily="18" charset="0"/>
                <a:cs typeface="Times New Roman"/>
              </a:rPr>
              <a:t> </a:t>
            </a:r>
            <a:r>
              <a:rPr lang="en-US" sz="2000" dirty="0" err="1" smtClean="0">
                <a:latin typeface="Constantia" pitchFamily="18" charset="0"/>
                <a:cs typeface="Times New Roman"/>
              </a:rPr>
              <a:t>kiện</a:t>
            </a:r>
            <a:r>
              <a:rPr lang="en-US" sz="2000" dirty="0" smtClean="0">
                <a:latin typeface="Constantia" pitchFamily="18" charset="0"/>
                <a:cs typeface="Times New Roman"/>
              </a:rPr>
              <a:t> </a:t>
            </a:r>
            <a:r>
              <a:rPr lang="en-US" sz="2000" dirty="0" err="1" smtClean="0">
                <a:latin typeface="Constantia" pitchFamily="18" charset="0"/>
                <a:cs typeface="Times New Roman"/>
              </a:rPr>
              <a:t>cân</a:t>
            </a:r>
            <a:r>
              <a:rPr lang="en-US" sz="2000" dirty="0" smtClean="0">
                <a:latin typeface="Constantia" pitchFamily="18" charset="0"/>
                <a:cs typeface="Times New Roman"/>
              </a:rPr>
              <a:t> </a:t>
            </a:r>
            <a:r>
              <a:rPr lang="en-US" sz="2000" dirty="0" err="1" smtClean="0">
                <a:latin typeface="Constantia" pitchFamily="18" charset="0"/>
                <a:cs typeface="Times New Roman"/>
              </a:rPr>
              <a:t>bằng</a:t>
            </a:r>
            <a:r>
              <a:rPr lang="en-US" sz="2000" dirty="0" smtClean="0">
                <a:latin typeface="Constantia" pitchFamily="18" charset="0"/>
                <a:cs typeface="Times New Roman"/>
              </a:rPr>
              <a:t> </a:t>
            </a:r>
            <a:r>
              <a:rPr lang="en-US" sz="2000" dirty="0" err="1" smtClean="0">
                <a:latin typeface="Constantia" pitchFamily="18" charset="0"/>
                <a:cs typeface="Times New Roman"/>
              </a:rPr>
              <a:t>biên</a:t>
            </a:r>
            <a:r>
              <a:rPr lang="en-US" sz="2000" dirty="0" smtClean="0">
                <a:latin typeface="Constantia" pitchFamily="18" charset="0"/>
                <a:cs typeface="Times New Roman"/>
              </a:rPr>
              <a:t> </a:t>
            </a:r>
            <a:r>
              <a:rPr lang="en-US" sz="2000" dirty="0" err="1" smtClean="0">
                <a:latin typeface="Constantia" pitchFamily="18" charset="0"/>
                <a:cs typeface="Times New Roman"/>
              </a:rPr>
              <a:t>độ</a:t>
            </a:r>
            <a:r>
              <a:rPr lang="en-US" sz="2000" dirty="0" smtClean="0">
                <a:latin typeface="Constantia" pitchFamily="18" charset="0"/>
                <a:cs typeface="Times New Roman"/>
              </a:rPr>
              <a:t>  </a:t>
            </a:r>
            <a:endParaRPr lang="en-US" sz="1600" dirty="0" smtClean="0">
              <a:latin typeface="Constantia" pitchFamily="18" charset="0"/>
            </a:endParaRPr>
          </a:p>
          <a:p>
            <a:pPr>
              <a:lnSpc>
                <a:spcPct val="130000"/>
              </a:lnSpc>
              <a:buNone/>
            </a:pPr>
            <a:endParaRPr lang="en-US" sz="1600" i="1" baseline="-25000" dirty="0" smtClean="0">
              <a:latin typeface="Constantia" pitchFamily="18" charset="0"/>
            </a:endParaRPr>
          </a:p>
          <a:p>
            <a:pPr algn="just"/>
            <a:endParaRPr lang="en-AU" sz="2000" dirty="0" smtClean="0">
              <a:latin typeface="Constantia" pitchFamily="18" charset="0"/>
              <a:cs typeface="Times New Roman" pitchFamily="18" charset="0"/>
            </a:endParaRPr>
          </a:p>
          <a:p>
            <a:pPr algn="just"/>
            <a:endParaRPr lang="en-AU" sz="2000" dirty="0" smtClean="0">
              <a:latin typeface="Constantia" pitchFamily="18" charset="0"/>
              <a:cs typeface="Times New Roman" pitchFamily="18" charset="0"/>
            </a:endParaRPr>
          </a:p>
          <a:p>
            <a:endParaRPr lang="en-US" sz="1600" dirty="0" smtClean="0">
              <a:latin typeface="Constantia" pitchFamily="18" charset="0"/>
            </a:endParaRPr>
          </a:p>
          <a:p>
            <a:endParaRPr lang="en-US" sz="1600" dirty="0">
              <a:latin typeface="Constantia" pitchFamily="18" charset="0"/>
            </a:endParaRPr>
          </a:p>
        </p:txBody>
      </p:sp>
      <p:sp>
        <p:nvSpPr>
          <p:cNvPr id="16" name="Content Placeholder 4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4057650" cy="5105400"/>
          </a:xfrm>
        </p:spPr>
        <p:txBody>
          <a:bodyPr>
            <a:normAutofit/>
          </a:bodyPr>
          <a:lstStyle/>
          <a:p>
            <a:r>
              <a:rPr lang="en-US" sz="2000" dirty="0" err="1" smtClean="0">
                <a:latin typeface="Constantia" pitchFamily="18" charset="0"/>
              </a:rPr>
              <a:t>Sơ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đồ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mạch</a:t>
            </a:r>
            <a:endParaRPr lang="en-US" sz="2000" dirty="0" smtClean="0">
              <a:latin typeface="Constantia" pitchFamily="18" charset="0"/>
            </a:endParaRPr>
          </a:p>
          <a:p>
            <a:endParaRPr lang="en-US" sz="2000" dirty="0" smtClean="0">
              <a:latin typeface="Constantia" pitchFamily="18" charset="0"/>
            </a:endParaRPr>
          </a:p>
          <a:p>
            <a:endParaRPr lang="en-US" sz="2000" dirty="0" smtClean="0">
              <a:latin typeface="Constantia" pitchFamily="18" charset="0"/>
            </a:endParaRPr>
          </a:p>
          <a:p>
            <a:endParaRPr lang="en-US" sz="2000" dirty="0" smtClean="0">
              <a:latin typeface="Constantia" pitchFamily="18" charset="0"/>
            </a:endParaRPr>
          </a:p>
          <a:p>
            <a:endParaRPr lang="en-US" sz="2000" dirty="0" smtClean="0">
              <a:latin typeface="Constantia" pitchFamily="18" charset="0"/>
            </a:endParaRPr>
          </a:p>
          <a:p>
            <a:endParaRPr lang="en-US" sz="2000" dirty="0" smtClean="0">
              <a:latin typeface="Constantia" pitchFamily="18" charset="0"/>
            </a:endParaRPr>
          </a:p>
          <a:p>
            <a:endParaRPr lang="en-US" sz="2000" dirty="0" smtClean="0">
              <a:latin typeface="Constantia" pitchFamily="18" charset="0"/>
            </a:endParaRPr>
          </a:p>
          <a:p>
            <a:r>
              <a:rPr lang="en-US" sz="2000" dirty="0" err="1" smtClean="0">
                <a:latin typeface="Constantia" pitchFamily="18" charset="0"/>
              </a:rPr>
              <a:t>Khâu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hồi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tiếp</a:t>
            </a:r>
            <a:endParaRPr lang="en-US" sz="2000" dirty="0" smtClean="0">
              <a:latin typeface="Constantia" pitchFamily="18" charset="0"/>
            </a:endParaRPr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116736" y="353440"/>
            <a:ext cx="8915400" cy="6553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bIns="91440" anchor="b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Mạc</a:t>
            </a:r>
            <a:r>
              <a:rPr lang="en-US" sz="4000" dirty="0" smtClean="0">
                <a:solidFill>
                  <a:srgbClr val="0033CC"/>
                </a:solidFill>
                <a:latin typeface="Constantia" pitchFamily="18" charset="0"/>
                <a:ea typeface="+mj-ea"/>
                <a:cs typeface="Times New Roman" pitchFamily="18" charset="0"/>
              </a:rPr>
              <a:t>h </a:t>
            </a:r>
            <a:r>
              <a:rPr lang="en-US" sz="4000" dirty="0" err="1" smtClean="0">
                <a:solidFill>
                  <a:srgbClr val="0033CC"/>
                </a:solidFill>
                <a:latin typeface="Constantia" pitchFamily="18" charset="0"/>
                <a:ea typeface="+mj-ea"/>
                <a:cs typeface="Times New Roman" pitchFamily="18" charset="0"/>
              </a:rPr>
              <a:t>dao</a:t>
            </a:r>
            <a:r>
              <a:rPr lang="en-US" sz="4000" dirty="0" smtClean="0">
                <a:solidFill>
                  <a:srgbClr val="0033CC"/>
                </a:solidFill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lang="en-US" sz="4000" dirty="0" err="1" smtClean="0">
                <a:solidFill>
                  <a:srgbClr val="0033CC"/>
                </a:solidFill>
                <a:latin typeface="Constantia" pitchFamily="18" charset="0"/>
                <a:ea typeface="+mj-ea"/>
                <a:cs typeface="Times New Roman" pitchFamily="18" charset="0"/>
              </a:rPr>
              <a:t>động</a:t>
            </a:r>
            <a:r>
              <a:rPr lang="en-US" sz="4000" dirty="0" smtClean="0">
                <a:solidFill>
                  <a:srgbClr val="0033CC"/>
                </a:solidFill>
                <a:latin typeface="Constantia" pitchFamily="18" charset="0"/>
                <a:ea typeface="+mj-ea"/>
                <a:cs typeface="Times New Roman" pitchFamily="18" charset="0"/>
              </a:rPr>
              <a:t> RC </a:t>
            </a:r>
            <a:r>
              <a:rPr lang="en-US" sz="4000" dirty="0" err="1" smtClean="0">
                <a:solidFill>
                  <a:srgbClr val="0033CC"/>
                </a:solidFill>
                <a:latin typeface="Constantia" pitchFamily="18" charset="0"/>
                <a:ea typeface="+mj-ea"/>
                <a:cs typeface="Times New Roman" pitchFamily="18" charset="0"/>
              </a:rPr>
              <a:t>sử</a:t>
            </a:r>
            <a:r>
              <a:rPr lang="en-US" sz="4000" dirty="0" smtClean="0">
                <a:solidFill>
                  <a:srgbClr val="0033CC"/>
                </a:solidFill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lang="en-US" sz="4000" dirty="0" err="1" smtClean="0">
                <a:solidFill>
                  <a:srgbClr val="0033CC"/>
                </a:solidFill>
                <a:latin typeface="Constantia" pitchFamily="18" charset="0"/>
                <a:ea typeface="+mj-ea"/>
                <a:cs typeface="Times New Roman" pitchFamily="18" charset="0"/>
              </a:rPr>
              <a:t>dụng</a:t>
            </a:r>
            <a:r>
              <a:rPr lang="en-US" sz="4000" dirty="0" smtClean="0">
                <a:solidFill>
                  <a:srgbClr val="0033CC"/>
                </a:solidFill>
                <a:latin typeface="Constantia" pitchFamily="18" charset="0"/>
                <a:ea typeface="+mj-ea"/>
                <a:cs typeface="Times New Roman" pitchFamily="18" charset="0"/>
              </a:rPr>
              <a:t> BJT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Constantia" pitchFamily="18" charset="0"/>
              <a:ea typeface="+mj-ea"/>
              <a:cs typeface="+mj-cs"/>
            </a:endParaRPr>
          </a:p>
        </p:txBody>
      </p:sp>
      <p:sp>
        <p:nvSpPr>
          <p:cNvPr id="37897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3789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0920690"/>
              </p:ext>
            </p:extLst>
          </p:nvPr>
        </p:nvGraphicFramePr>
        <p:xfrm>
          <a:off x="252413" y="2876550"/>
          <a:ext cx="4933950" cy="1247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21" name="Equation" r:id="rId3" imgW="3784320" imgH="965160" progId="Equation.DSMT4">
                  <p:embed/>
                </p:oleObj>
              </mc:Choice>
              <mc:Fallback>
                <p:oleObj name="Equation" r:id="rId3" imgW="3784320" imgH="965160" progId="Equation.DSMT4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413" y="2876550"/>
                        <a:ext cx="4933950" cy="1247775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7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921250" y="4781550"/>
            <a:ext cx="4070350" cy="146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" name="Picture 7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181600" y="1752600"/>
            <a:ext cx="3276600" cy="2360069"/>
          </a:xfrm>
          <a:prstGeom prst="rect">
            <a:avLst/>
          </a:prstGeom>
          <a:noFill/>
        </p:spPr>
      </p:pic>
      <p:graphicFrame>
        <p:nvGraphicFramePr>
          <p:cNvPr id="37898" name="Object 10"/>
          <p:cNvGraphicFramePr>
            <a:graphicFrameLocks noChangeAspect="1"/>
          </p:cNvGraphicFramePr>
          <p:nvPr/>
        </p:nvGraphicFramePr>
        <p:xfrm>
          <a:off x="1066800" y="5029200"/>
          <a:ext cx="3028950" cy="592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22" name="Equation" r:id="rId7" imgW="2323800" imgH="457200" progId="Equation.3">
                  <p:embed/>
                </p:oleObj>
              </mc:Choice>
              <mc:Fallback>
                <p:oleObj name="Equation" r:id="rId7" imgW="2323800" imgH="45720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5029200"/>
                        <a:ext cx="3028950" cy="592138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Right Arrow 20"/>
          <p:cNvSpPr/>
          <p:nvPr/>
        </p:nvSpPr>
        <p:spPr>
          <a:xfrm>
            <a:off x="1219200" y="5791200"/>
            <a:ext cx="22860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7899" name="Object 11"/>
          <p:cNvGraphicFramePr>
            <a:graphicFrameLocks noChangeAspect="1"/>
          </p:cNvGraphicFramePr>
          <p:nvPr/>
        </p:nvGraphicFramePr>
        <p:xfrm>
          <a:off x="1524000" y="5697168"/>
          <a:ext cx="762000" cy="509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23" name="Equation" r:id="rId9" imgW="583920" imgH="393480" progId="Equation.3">
                  <p:embed/>
                </p:oleObj>
              </mc:Choice>
              <mc:Fallback>
                <p:oleObj name="Equation" r:id="rId9" imgW="583920" imgH="393480" progId="Equation.3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5697168"/>
                        <a:ext cx="762000" cy="509587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Right Arrow 23"/>
          <p:cNvSpPr/>
          <p:nvPr/>
        </p:nvSpPr>
        <p:spPr>
          <a:xfrm>
            <a:off x="2430296" y="5867400"/>
            <a:ext cx="22860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ight Arrow 24"/>
          <p:cNvSpPr/>
          <p:nvPr/>
        </p:nvSpPr>
        <p:spPr>
          <a:xfrm>
            <a:off x="1447800" y="6258128"/>
            <a:ext cx="22860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7900" name="Object 12"/>
          <p:cNvGraphicFramePr>
            <a:graphicFrameLocks noChangeAspect="1"/>
          </p:cNvGraphicFramePr>
          <p:nvPr/>
        </p:nvGraphicFramePr>
        <p:xfrm>
          <a:off x="2057400" y="6324600"/>
          <a:ext cx="2100915" cy="365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24" name="Equation" r:id="rId11" imgW="1447560" imgH="253800" progId="Equation.3">
                  <p:embed/>
                </p:oleObj>
              </mc:Choice>
              <mc:Fallback>
                <p:oleObj name="Equation" r:id="rId11" imgW="1447560" imgH="253800" progId="Equation.3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6324600"/>
                        <a:ext cx="2100915" cy="365760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486400" y="2057400"/>
            <a:ext cx="3444240" cy="3352800"/>
          </a:xfrm>
          <a:ln>
            <a:solidFill>
              <a:srgbClr val="FF0000"/>
            </a:solidFill>
          </a:ln>
        </p:spPr>
        <p:txBody>
          <a:bodyPr/>
          <a:lstStyle/>
          <a:p>
            <a:r>
              <a:rPr lang="en-AU" sz="2000" dirty="0" err="1" smtClean="0">
                <a:latin typeface="Times New Roman" pitchFamily="18" charset="0"/>
                <a:cs typeface="Times New Roman" pitchFamily="18" charset="0"/>
              </a:rPr>
              <a:t>Tần</a:t>
            </a:r>
            <a:r>
              <a:rPr lang="en-A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AU" sz="2000" dirty="0" err="1" smtClean="0"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A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AU" sz="2000" dirty="0" err="1" smtClean="0">
                <a:latin typeface="Times New Roman" pitchFamily="18" charset="0"/>
                <a:cs typeface="Times New Roman" pitchFamily="18" charset="0"/>
              </a:rPr>
              <a:t>dao</a:t>
            </a:r>
            <a:r>
              <a:rPr lang="en-A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AU" sz="2000" dirty="0" err="1" smtClean="0">
                <a:latin typeface="Times New Roman" pitchFamily="18" charset="0"/>
                <a:cs typeface="Times New Roman" pitchFamily="18" charset="0"/>
              </a:rPr>
              <a:t>động</a:t>
            </a:r>
            <a:endParaRPr lang="en-AU" sz="20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AU" sz="20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AU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AU" sz="2000" dirty="0" err="1" smtClean="0">
                <a:latin typeface="Times New Roman" pitchFamily="18" charset="0"/>
                <a:cs typeface="Times New Roman" pitchFamily="18" charset="0"/>
              </a:rPr>
              <a:t>Điều</a:t>
            </a:r>
            <a:r>
              <a:rPr lang="en-A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AU" sz="2000" dirty="0" err="1" smtClean="0">
                <a:latin typeface="Times New Roman" pitchFamily="18" charset="0"/>
                <a:cs typeface="Times New Roman" pitchFamily="18" charset="0"/>
              </a:rPr>
              <a:t>kiện</a:t>
            </a:r>
            <a:r>
              <a:rPr lang="en-A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AU" sz="2000" dirty="0" err="1" smtClean="0">
                <a:latin typeface="Times New Roman" pitchFamily="18" charset="0"/>
                <a:cs typeface="Times New Roman" pitchFamily="18" charset="0"/>
              </a:rPr>
              <a:t>cân</a:t>
            </a:r>
            <a:r>
              <a:rPr lang="en-A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AU" sz="2000" dirty="0" err="1" smtClean="0">
                <a:latin typeface="Times New Roman" pitchFamily="18" charset="0"/>
                <a:cs typeface="Times New Roman" pitchFamily="18" charset="0"/>
              </a:rPr>
              <a:t>bằng</a:t>
            </a:r>
            <a:r>
              <a:rPr lang="en-A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AU" sz="2000" dirty="0" err="1" smtClean="0">
                <a:latin typeface="Times New Roman" pitchFamily="18" charset="0"/>
                <a:cs typeface="Times New Roman" pitchFamily="18" charset="0"/>
              </a:rPr>
              <a:t>biên</a:t>
            </a:r>
            <a:r>
              <a:rPr lang="en-A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AU" sz="2000" dirty="0" err="1" smtClean="0">
                <a:latin typeface="Times New Roman" pitchFamily="18" charset="0"/>
                <a:cs typeface="Times New Roman" pitchFamily="18" charset="0"/>
              </a:rPr>
              <a:t>độ</a:t>
            </a:r>
            <a:r>
              <a:rPr lang="en-AU" sz="20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endParaRPr lang="en-AU" sz="20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228600" y="1600200"/>
            <a:ext cx="5029200" cy="4191000"/>
          </a:xfrm>
        </p:spPr>
        <p:txBody>
          <a:bodyPr/>
          <a:lstStyle/>
          <a:p>
            <a:r>
              <a:rPr lang="en-AU" dirty="0" err="1" smtClean="0">
                <a:latin typeface="Times New Roman" pitchFamily="18" charset="0"/>
                <a:cs typeface="Times New Roman" pitchFamily="18" charset="0"/>
              </a:rPr>
              <a:t>Sơ</a:t>
            </a:r>
            <a:r>
              <a:rPr lang="en-A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AU" dirty="0" err="1" smtClean="0">
                <a:latin typeface="Times New Roman" pitchFamily="18" charset="0"/>
                <a:cs typeface="Times New Roman" pitchFamily="18" charset="0"/>
              </a:rPr>
              <a:t>đồ</a:t>
            </a:r>
            <a:r>
              <a:rPr lang="en-A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AU" dirty="0" err="1" smtClean="0">
                <a:latin typeface="Times New Roman" pitchFamily="18" charset="0"/>
                <a:cs typeface="Times New Roman" pitchFamily="18" charset="0"/>
              </a:rPr>
              <a:t>mạch</a:t>
            </a:r>
            <a:endParaRPr lang="en-AU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AU" dirty="0"/>
          </a:p>
        </p:txBody>
      </p:sp>
      <p:graphicFrame>
        <p:nvGraphicFramePr>
          <p:cNvPr id="38914" name="Object 2"/>
          <p:cNvGraphicFramePr>
            <a:graphicFrameLocks noChangeAspect="1"/>
          </p:cNvGraphicFramePr>
          <p:nvPr/>
        </p:nvGraphicFramePr>
        <p:xfrm>
          <a:off x="6400800" y="2514600"/>
          <a:ext cx="1371600" cy="6041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38" name="Equation" r:id="rId3" imgW="952087" imgH="418918" progId="Equation.3">
                  <p:embed/>
                </p:oleObj>
              </mc:Choice>
              <mc:Fallback>
                <p:oleObj name="Equation" r:id="rId3" imgW="952087" imgH="418918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2514600"/>
                        <a:ext cx="1371600" cy="60415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itle 1"/>
          <p:cNvSpPr txBox="1">
            <a:spLocks/>
          </p:cNvSpPr>
          <p:nvPr/>
        </p:nvSpPr>
        <p:spPr>
          <a:xfrm>
            <a:off x="116736" y="353440"/>
            <a:ext cx="8915400" cy="6553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bIns="91440" anchor="b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Mạc</a:t>
            </a:r>
            <a:r>
              <a:rPr lang="en-US" sz="4000" dirty="0" smtClean="0">
                <a:solidFill>
                  <a:srgbClr val="0033CC"/>
                </a:solidFill>
                <a:latin typeface="Constantia" pitchFamily="18" charset="0"/>
                <a:ea typeface="+mj-ea"/>
                <a:cs typeface="Times New Roman" pitchFamily="18" charset="0"/>
              </a:rPr>
              <a:t>h </a:t>
            </a:r>
            <a:r>
              <a:rPr lang="en-US" sz="4000" dirty="0" err="1" smtClean="0">
                <a:solidFill>
                  <a:srgbClr val="0033CC"/>
                </a:solidFill>
                <a:latin typeface="Constantia" pitchFamily="18" charset="0"/>
                <a:ea typeface="+mj-ea"/>
                <a:cs typeface="Times New Roman" pitchFamily="18" charset="0"/>
              </a:rPr>
              <a:t>dao</a:t>
            </a:r>
            <a:r>
              <a:rPr lang="en-US" sz="4000" dirty="0" smtClean="0">
                <a:solidFill>
                  <a:srgbClr val="0033CC"/>
                </a:solidFill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lang="en-US" sz="4000" dirty="0" err="1" smtClean="0">
                <a:solidFill>
                  <a:srgbClr val="0033CC"/>
                </a:solidFill>
                <a:latin typeface="Constantia" pitchFamily="18" charset="0"/>
                <a:ea typeface="+mj-ea"/>
                <a:cs typeface="Times New Roman" pitchFamily="18" charset="0"/>
              </a:rPr>
              <a:t>động</a:t>
            </a:r>
            <a:r>
              <a:rPr lang="en-US" sz="4000" dirty="0" smtClean="0">
                <a:solidFill>
                  <a:srgbClr val="0033CC"/>
                </a:solidFill>
                <a:latin typeface="Constantia" pitchFamily="18" charset="0"/>
                <a:ea typeface="+mj-ea"/>
                <a:cs typeface="Times New Roman" pitchFamily="18" charset="0"/>
              </a:rPr>
              <a:t> RC </a:t>
            </a:r>
            <a:r>
              <a:rPr lang="en-US" sz="4000" dirty="0" err="1" smtClean="0">
                <a:solidFill>
                  <a:srgbClr val="0033CC"/>
                </a:solidFill>
                <a:latin typeface="Constantia" pitchFamily="18" charset="0"/>
                <a:ea typeface="+mj-ea"/>
                <a:cs typeface="Times New Roman" pitchFamily="18" charset="0"/>
              </a:rPr>
              <a:t>sử</a:t>
            </a:r>
            <a:r>
              <a:rPr lang="en-US" sz="4000" dirty="0" smtClean="0">
                <a:solidFill>
                  <a:srgbClr val="0033CC"/>
                </a:solidFill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lang="en-US" sz="4000" dirty="0" err="1" smtClean="0">
                <a:solidFill>
                  <a:srgbClr val="0033CC"/>
                </a:solidFill>
                <a:latin typeface="Constantia" pitchFamily="18" charset="0"/>
                <a:ea typeface="+mj-ea"/>
                <a:cs typeface="Times New Roman" pitchFamily="18" charset="0"/>
              </a:rPr>
              <a:t>dụng</a:t>
            </a:r>
            <a:r>
              <a:rPr lang="en-US" sz="4000" dirty="0" smtClean="0">
                <a:solidFill>
                  <a:srgbClr val="0033CC"/>
                </a:solidFill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lang="en-US" sz="4000" dirty="0" err="1" smtClean="0">
                <a:solidFill>
                  <a:srgbClr val="0033CC"/>
                </a:solidFill>
                <a:latin typeface="Constantia" pitchFamily="18" charset="0"/>
                <a:ea typeface="+mj-ea"/>
                <a:cs typeface="Times New Roman" pitchFamily="18" charset="0"/>
              </a:rPr>
              <a:t>Op_Amp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Constantia" pitchFamily="18" charset="0"/>
              <a:ea typeface="+mj-ea"/>
              <a:cs typeface="+mj-cs"/>
            </a:endParaRPr>
          </a:p>
        </p:txBody>
      </p:sp>
      <p:grpSp>
        <p:nvGrpSpPr>
          <p:cNvPr id="38916" name="Group 4"/>
          <p:cNvGrpSpPr>
            <a:grpSpLocks/>
          </p:cNvGrpSpPr>
          <p:nvPr/>
        </p:nvGrpSpPr>
        <p:grpSpPr bwMode="auto">
          <a:xfrm>
            <a:off x="152400" y="2362200"/>
            <a:ext cx="4876800" cy="2355850"/>
            <a:chOff x="3981" y="7358"/>
            <a:chExt cx="5681" cy="2631"/>
          </a:xfrm>
        </p:grpSpPr>
        <p:pic>
          <p:nvPicPr>
            <p:cNvPr id="38917" name="Picture 5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3981" y="7358"/>
              <a:ext cx="5681" cy="2631"/>
            </a:xfrm>
            <a:prstGeom prst="rect">
              <a:avLst/>
            </a:prstGeom>
            <a:noFill/>
          </p:spPr>
        </p:pic>
        <p:sp>
          <p:nvSpPr>
            <p:cNvPr id="38918" name="Line 6"/>
            <p:cNvSpPr>
              <a:spLocks noChangeShapeType="1"/>
            </p:cNvSpPr>
            <p:nvPr/>
          </p:nvSpPr>
          <p:spPr bwMode="auto">
            <a:xfrm>
              <a:off x="6573" y="8438"/>
              <a:ext cx="2" cy="1315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lgDash"/>
              <a:round/>
              <a:headEnd/>
              <a:tailEnd type="stealth" w="sm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919" name="Line 7"/>
            <p:cNvSpPr>
              <a:spLocks noChangeShapeType="1"/>
            </p:cNvSpPr>
            <p:nvPr/>
          </p:nvSpPr>
          <p:spPr bwMode="auto">
            <a:xfrm flipH="1">
              <a:off x="6364" y="9758"/>
              <a:ext cx="482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5943600" y="3810000"/>
            <a:ext cx="2100263" cy="1516063"/>
            <a:chOff x="5943600" y="3810000"/>
            <a:chExt cx="2100263" cy="1516063"/>
          </a:xfrm>
        </p:grpSpPr>
        <p:graphicFrame>
          <p:nvGraphicFramePr>
            <p:cNvPr id="38921" name="Object 9"/>
            <p:cNvGraphicFramePr>
              <a:graphicFrameLocks noChangeAspect="1"/>
            </p:cNvGraphicFramePr>
            <p:nvPr/>
          </p:nvGraphicFramePr>
          <p:xfrm>
            <a:off x="5943600" y="3810000"/>
            <a:ext cx="2100263" cy="3651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939" name="Equation" r:id="rId6" imgW="1447560" imgH="253800" progId="Equation.3">
                    <p:embed/>
                  </p:oleObj>
                </mc:Choice>
                <mc:Fallback>
                  <p:oleObj name="Equation" r:id="rId6" imgW="1447560" imgH="253800" progId="Equation.3">
                    <p:embed/>
                    <p:pic>
                      <p:nvPicPr>
                        <p:cNvPr id="0" name="Picture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43600" y="3810000"/>
                          <a:ext cx="2100263" cy="365125"/>
                        </a:xfrm>
                        <a:prstGeom prst="rect">
                          <a:avLst/>
                        </a:prstGeom>
                        <a:noFill/>
                        <a:ln w="19050">
                          <a:solidFill>
                            <a:srgbClr val="FF3300"/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" name="Down Arrow 13"/>
            <p:cNvSpPr/>
            <p:nvPr/>
          </p:nvSpPr>
          <p:spPr>
            <a:xfrm>
              <a:off x="6858000" y="4267200"/>
              <a:ext cx="457200" cy="381000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38922" name="Object 10"/>
            <p:cNvGraphicFramePr>
              <a:graphicFrameLocks noChangeAspect="1"/>
            </p:cNvGraphicFramePr>
            <p:nvPr/>
          </p:nvGraphicFramePr>
          <p:xfrm>
            <a:off x="6705600" y="4724400"/>
            <a:ext cx="828675" cy="6016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940" name="Equation" r:id="rId8" imgW="571320" imgH="419040" progId="Equation.3">
                    <p:embed/>
                  </p:oleObj>
                </mc:Choice>
                <mc:Fallback>
                  <p:oleObj name="Equation" r:id="rId8" imgW="571320" imgH="419040" progId="Equation.3">
                    <p:embed/>
                    <p:pic>
                      <p:nvPicPr>
                        <p:cNvPr id="0" name="Picture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05600" y="4724400"/>
                          <a:ext cx="828675" cy="601663"/>
                        </a:xfrm>
                        <a:prstGeom prst="rect">
                          <a:avLst/>
                        </a:prstGeom>
                        <a:noFill/>
                        <a:ln w="19050">
                          <a:solidFill>
                            <a:srgbClr val="FF3300"/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" name="Right Arrow 16"/>
          <p:cNvSpPr/>
          <p:nvPr/>
        </p:nvSpPr>
        <p:spPr>
          <a:xfrm>
            <a:off x="4267200" y="3962400"/>
            <a:ext cx="1066800" cy="838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/>
          <p:cNvGrpSpPr/>
          <p:nvPr/>
        </p:nvGrpSpPr>
        <p:grpSpPr>
          <a:xfrm>
            <a:off x="5791199" y="3124200"/>
            <a:ext cx="3000375" cy="3600510"/>
            <a:chOff x="5791199" y="3124200"/>
            <a:chExt cx="3000375" cy="3600510"/>
          </a:xfrm>
        </p:grpSpPr>
        <p:grpSp>
          <p:nvGrpSpPr>
            <p:cNvPr id="32" name="Group 31"/>
            <p:cNvGrpSpPr/>
            <p:nvPr/>
          </p:nvGrpSpPr>
          <p:grpSpPr>
            <a:xfrm>
              <a:off x="5867400" y="4419600"/>
              <a:ext cx="2819400" cy="2305110"/>
              <a:chOff x="5867400" y="4419600"/>
              <a:chExt cx="2819400" cy="2305110"/>
            </a:xfrm>
          </p:grpSpPr>
          <p:sp>
            <p:nvSpPr>
              <p:cNvPr id="27" name="Oval 26"/>
              <p:cNvSpPr/>
              <p:nvPr/>
            </p:nvSpPr>
            <p:spPr>
              <a:xfrm>
                <a:off x="5867400" y="4419600"/>
                <a:ext cx="2819400" cy="1524000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prstDash val="lg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Right Arrow 28"/>
              <p:cNvSpPr/>
              <p:nvPr/>
            </p:nvSpPr>
            <p:spPr>
              <a:xfrm rot="18083655">
                <a:off x="7030103" y="5785478"/>
                <a:ext cx="685800" cy="609600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TextBox 29"/>
              <p:cNvSpPr txBox="1"/>
              <p:nvPr/>
            </p:nvSpPr>
            <p:spPr>
              <a:xfrm>
                <a:off x="5943600" y="6324600"/>
                <a:ext cx="23622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 err="1" smtClean="0"/>
                  <a:t>Khâu</a:t>
                </a:r>
                <a:r>
                  <a:rPr lang="en-US" sz="2000" dirty="0" smtClean="0"/>
                  <a:t> </a:t>
                </a:r>
                <a:r>
                  <a:rPr lang="en-US" sz="2000" dirty="0" err="1" smtClean="0"/>
                  <a:t>hồi</a:t>
                </a:r>
                <a:r>
                  <a:rPr lang="en-US" sz="2000" dirty="0" smtClean="0"/>
                  <a:t> </a:t>
                </a:r>
                <a:r>
                  <a:rPr lang="en-US" sz="2000" dirty="0" err="1" smtClean="0"/>
                  <a:t>tiếp</a:t>
                </a:r>
                <a:endParaRPr lang="en-US" sz="2000" dirty="0"/>
              </a:p>
            </p:txBody>
          </p:sp>
        </p:grpSp>
        <p:pic>
          <p:nvPicPr>
            <p:cNvPr id="21" name="Picture 10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5791199" y="3124200"/>
              <a:ext cx="3000375" cy="2743200"/>
            </a:xfrm>
            <a:prstGeom prst="rect">
              <a:avLst/>
            </a:prstGeom>
            <a:noFill/>
          </p:spPr>
        </p:pic>
      </p:grp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447800"/>
            <a:ext cx="4876800" cy="5257800"/>
          </a:xfrm>
        </p:spPr>
        <p:txBody>
          <a:bodyPr vert="horz" lIns="91440" tIns="45720" rIns="91440" bIns="45720" rtlCol="0">
            <a:normAutofit/>
          </a:bodyPr>
          <a:lstStyle/>
          <a:p>
            <a:pPr lvl="0" algn="just"/>
            <a:r>
              <a:rPr lang="en-AU" sz="2000" dirty="0" err="1">
                <a:latin typeface="Times New Roman" pitchFamily="18" charset="0"/>
                <a:cs typeface="Times New Roman" pitchFamily="18" charset="0"/>
              </a:rPr>
              <a:t>Hệ</a:t>
            </a:r>
            <a:r>
              <a:rPr lang="en-AU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AU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Times New Roman" pitchFamily="18" charset="0"/>
                <a:cs typeface="Times New Roman" pitchFamily="18" charset="0"/>
              </a:rPr>
              <a:t>truyền</a:t>
            </a:r>
            <a:r>
              <a:rPr lang="en-AU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Times New Roman" pitchFamily="18" charset="0"/>
                <a:cs typeface="Times New Roman" pitchFamily="18" charset="0"/>
              </a:rPr>
              <a:t>đạt</a:t>
            </a:r>
            <a:r>
              <a:rPr lang="en-AU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AU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Times New Roman" pitchFamily="18" charset="0"/>
                <a:cs typeface="Times New Roman" pitchFamily="18" charset="0"/>
              </a:rPr>
              <a:t>khâu</a:t>
            </a:r>
            <a:r>
              <a:rPr lang="en-AU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Times New Roman" pitchFamily="18" charset="0"/>
                <a:cs typeface="Times New Roman" pitchFamily="18" charset="0"/>
              </a:rPr>
              <a:t>hồi</a:t>
            </a:r>
            <a:r>
              <a:rPr lang="en-AU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Times New Roman" pitchFamily="18" charset="0"/>
                <a:cs typeface="Times New Roman" pitchFamily="18" charset="0"/>
              </a:rPr>
              <a:t>tiếp</a:t>
            </a:r>
            <a:r>
              <a:rPr lang="en-AU" sz="20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0" algn="just"/>
            <a:endParaRPr lang="en-AU" sz="2000" dirty="0" smtClean="0">
              <a:latin typeface="Times New Roman" pitchFamily="18" charset="0"/>
              <a:cs typeface="Times New Roman" pitchFamily="18" charset="0"/>
            </a:endParaRPr>
          </a:p>
          <a:p>
            <a:pPr lvl="0" algn="just"/>
            <a:endParaRPr lang="en-AU" sz="2000" dirty="0" smtClean="0">
              <a:latin typeface="Times New Roman" pitchFamily="18" charset="0"/>
              <a:cs typeface="Times New Roman" pitchFamily="18" charset="0"/>
            </a:endParaRPr>
          </a:p>
          <a:p>
            <a:pPr lvl="0" algn="just"/>
            <a:endParaRPr lang="en-AU" sz="2000" dirty="0" smtClean="0">
              <a:latin typeface="Times New Roman" pitchFamily="18" charset="0"/>
              <a:cs typeface="Times New Roman" pitchFamily="18" charset="0"/>
            </a:endParaRPr>
          </a:p>
          <a:p>
            <a:pPr lvl="0" algn="just"/>
            <a:endParaRPr lang="en-AU" sz="2000" dirty="0" smtClean="0">
              <a:latin typeface="Times New Roman" pitchFamily="18" charset="0"/>
              <a:cs typeface="Times New Roman" pitchFamily="18" charset="0"/>
            </a:endParaRPr>
          </a:p>
          <a:p>
            <a:pPr lvl="0" algn="just"/>
            <a:endParaRPr lang="en-AU" sz="2000" dirty="0" smtClean="0">
              <a:latin typeface="Times New Roman" pitchFamily="18" charset="0"/>
              <a:cs typeface="Times New Roman" pitchFamily="18" charset="0"/>
            </a:endParaRPr>
          </a:p>
          <a:p>
            <a:pPr lvl="0" algn="just"/>
            <a:r>
              <a:rPr lang="en-AU" sz="2000" dirty="0" err="1" smtClean="0">
                <a:latin typeface="Times New Roman" pitchFamily="18" charset="0"/>
                <a:cs typeface="Times New Roman" pitchFamily="18" charset="0"/>
              </a:rPr>
              <a:t>Khâu</a:t>
            </a:r>
            <a:r>
              <a:rPr lang="en-A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AU" sz="2000" dirty="0" err="1" smtClean="0">
                <a:latin typeface="Times New Roman" pitchFamily="18" charset="0"/>
                <a:cs typeface="Times New Roman" pitchFamily="18" charset="0"/>
              </a:rPr>
              <a:t>khuếch</a:t>
            </a:r>
            <a:r>
              <a:rPr lang="en-A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AU" sz="2000" dirty="0" err="1" smtClean="0">
                <a:latin typeface="Times New Roman" pitchFamily="18" charset="0"/>
                <a:cs typeface="Times New Roman" pitchFamily="18" charset="0"/>
              </a:rPr>
              <a:t>đại</a:t>
            </a:r>
            <a:r>
              <a:rPr lang="en-A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AU" sz="2000" dirty="0" err="1" smtClean="0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A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AU" sz="2000" dirty="0" err="1" smtClean="0">
                <a:latin typeface="Times New Roman" pitchFamily="18" charset="0"/>
                <a:cs typeface="Times New Roman" pitchFamily="18" charset="0"/>
              </a:rPr>
              <a:t>không</a:t>
            </a:r>
            <a:r>
              <a:rPr lang="en-A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AU" sz="2000" dirty="0" err="1" smtClean="0">
                <a:latin typeface="Times New Roman" pitchFamily="18" charset="0"/>
                <a:cs typeface="Times New Roman" pitchFamily="18" charset="0"/>
              </a:rPr>
              <a:t>đảo</a:t>
            </a:r>
            <a:r>
              <a:rPr lang="en-AU" sz="20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AU" sz="2000" dirty="0" err="1" smtClean="0">
                <a:latin typeface="Times New Roman" pitchFamily="18" charset="0"/>
                <a:cs typeface="Times New Roman" pitchFamily="18" charset="0"/>
              </a:rPr>
              <a:t>nên</a:t>
            </a:r>
            <a:r>
              <a:rPr lang="en-A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AU" sz="2000" dirty="0" err="1" smtClean="0">
                <a:latin typeface="Times New Roman" pitchFamily="18" charset="0"/>
                <a:cs typeface="Times New Roman" pitchFamily="18" charset="0"/>
              </a:rPr>
              <a:t>để</a:t>
            </a:r>
            <a:r>
              <a:rPr lang="en-A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AU" sz="2000" dirty="0" err="1" smtClean="0">
                <a:latin typeface="Times New Roman" pitchFamily="18" charset="0"/>
                <a:cs typeface="Times New Roman" pitchFamily="18" charset="0"/>
              </a:rPr>
              <a:t>thỏa</a:t>
            </a:r>
            <a:r>
              <a:rPr lang="en-A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AU" sz="2000" dirty="0" err="1" smtClean="0">
                <a:latin typeface="Times New Roman" pitchFamily="18" charset="0"/>
                <a:cs typeface="Times New Roman" pitchFamily="18" charset="0"/>
              </a:rPr>
              <a:t>mãn</a:t>
            </a:r>
            <a:r>
              <a:rPr lang="en-A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AU" sz="2000" dirty="0" err="1" smtClean="0">
                <a:latin typeface="Times New Roman" pitchFamily="18" charset="0"/>
                <a:cs typeface="Times New Roman" pitchFamily="18" charset="0"/>
              </a:rPr>
              <a:t>điều</a:t>
            </a:r>
            <a:r>
              <a:rPr lang="en-A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AU" sz="2000" dirty="0" err="1" smtClean="0">
                <a:latin typeface="Times New Roman" pitchFamily="18" charset="0"/>
                <a:cs typeface="Times New Roman" pitchFamily="18" charset="0"/>
              </a:rPr>
              <a:t>kiện</a:t>
            </a:r>
            <a:r>
              <a:rPr lang="en-A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AU" sz="2000" dirty="0" err="1" smtClean="0">
                <a:latin typeface="Times New Roman" pitchFamily="18" charset="0"/>
                <a:cs typeface="Times New Roman" pitchFamily="18" charset="0"/>
              </a:rPr>
              <a:t>cân</a:t>
            </a:r>
            <a:r>
              <a:rPr lang="en-A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AU" sz="2000" dirty="0" err="1" smtClean="0">
                <a:latin typeface="Times New Roman" pitchFamily="18" charset="0"/>
                <a:cs typeface="Times New Roman" pitchFamily="18" charset="0"/>
              </a:rPr>
              <a:t>bằng</a:t>
            </a:r>
            <a:r>
              <a:rPr lang="en-A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AU" sz="2000" dirty="0" err="1" smtClean="0">
                <a:latin typeface="Times New Roman" pitchFamily="18" charset="0"/>
                <a:cs typeface="Times New Roman" pitchFamily="18" charset="0"/>
              </a:rPr>
              <a:t>về</a:t>
            </a:r>
            <a:r>
              <a:rPr lang="en-A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AU" sz="2000" dirty="0" err="1" smtClean="0">
                <a:latin typeface="Times New Roman" pitchFamily="18" charset="0"/>
                <a:cs typeface="Times New Roman" pitchFamily="18" charset="0"/>
              </a:rPr>
              <a:t>pha→hệ</a:t>
            </a:r>
            <a:r>
              <a:rPr lang="en-A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AU" sz="2000" dirty="0" err="1" smtClean="0"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A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AU" sz="2000" dirty="0" err="1" smtClean="0">
                <a:latin typeface="Times New Roman" pitchFamily="18" charset="0"/>
                <a:cs typeface="Times New Roman" pitchFamily="18" charset="0"/>
              </a:rPr>
              <a:t>hồi</a:t>
            </a:r>
            <a:r>
              <a:rPr lang="en-A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AU" sz="2000" dirty="0" err="1" smtClean="0">
                <a:latin typeface="Times New Roman" pitchFamily="18" charset="0"/>
                <a:cs typeface="Times New Roman" pitchFamily="18" charset="0"/>
              </a:rPr>
              <a:t>tiếp</a:t>
            </a:r>
            <a:r>
              <a:rPr lang="en-A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l-GR" sz="2000" dirty="0" smtClean="0">
                <a:latin typeface="Times New Roman" pitchFamily="18" charset="0"/>
                <a:cs typeface="Times New Roman" pitchFamily="18" charset="0"/>
              </a:rPr>
              <a:t>β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phải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thực</a:t>
            </a:r>
            <a:r>
              <a:rPr lang="en-AU" sz="2000" dirty="0" smtClean="0">
                <a:latin typeface="Times New Roman" pitchFamily="18" charset="0"/>
                <a:cs typeface="Times New Roman" pitchFamily="18" charset="0"/>
              </a:rPr>
              <a:t> → </a:t>
            </a:r>
            <a:r>
              <a:rPr lang="en-AU" sz="2000" dirty="0" err="1" smtClean="0">
                <a:latin typeface="Times New Roman" pitchFamily="18" charset="0"/>
                <a:cs typeface="Times New Roman" pitchFamily="18" charset="0"/>
              </a:rPr>
              <a:t>tần</a:t>
            </a:r>
            <a:r>
              <a:rPr lang="en-A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AU" sz="2000" dirty="0" err="1" smtClean="0"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A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AU" sz="2000" dirty="0" err="1" smtClean="0">
                <a:latin typeface="Times New Roman" pitchFamily="18" charset="0"/>
                <a:cs typeface="Times New Roman" pitchFamily="18" charset="0"/>
              </a:rPr>
              <a:t>dao</a:t>
            </a:r>
            <a:r>
              <a:rPr lang="en-A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AU" sz="2000" dirty="0" err="1" smtClean="0">
                <a:latin typeface="Times New Roman" pitchFamily="18" charset="0"/>
                <a:cs typeface="Times New Roman" pitchFamily="18" charset="0"/>
              </a:rPr>
              <a:t>động</a:t>
            </a:r>
            <a:r>
              <a:rPr lang="en-AU" sz="20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0" algn="just"/>
            <a:endParaRPr lang="en-AU" sz="2000" dirty="0" smtClean="0">
              <a:latin typeface="Times New Roman" pitchFamily="18" charset="0"/>
              <a:cs typeface="Times New Roman" pitchFamily="18" charset="0"/>
            </a:endParaRPr>
          </a:p>
          <a:p>
            <a:pPr lvl="0" algn="just"/>
            <a:endParaRPr lang="en-AU" sz="2000" dirty="0" smtClean="0">
              <a:latin typeface="Times New Roman" pitchFamily="18" charset="0"/>
              <a:cs typeface="Times New Roman" pitchFamily="18" charset="0"/>
            </a:endParaRPr>
          </a:p>
          <a:p>
            <a:pPr lvl="0" algn="just"/>
            <a:r>
              <a:rPr lang="en-A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AU" sz="2000" dirty="0" err="1" smtClean="0">
                <a:latin typeface="Times New Roman" pitchFamily="18" charset="0"/>
                <a:cs typeface="Times New Roman" pitchFamily="18" charset="0"/>
              </a:rPr>
              <a:t>Khi</a:t>
            </a:r>
            <a:r>
              <a:rPr lang="en-A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AU" sz="2000" dirty="0" err="1" smtClean="0">
                <a:latin typeface="Times New Roman" pitchFamily="18" charset="0"/>
                <a:cs typeface="Times New Roman" pitchFamily="18" charset="0"/>
              </a:rPr>
              <a:t>đó</a:t>
            </a:r>
            <a:r>
              <a:rPr lang="en-AU" sz="2000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l-GR" sz="2000" dirty="0" smtClean="0">
                <a:latin typeface="Times New Roman" pitchFamily="18" charset="0"/>
                <a:cs typeface="Times New Roman" pitchFamily="18" charset="0"/>
              </a:rPr>
              <a:t>β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=1/3</a:t>
            </a:r>
            <a:r>
              <a:rPr lang="en-AU" sz="2000" dirty="0" smtClean="0">
                <a:latin typeface="Times New Roman" pitchFamily="18" charset="0"/>
                <a:cs typeface="Times New Roman" pitchFamily="18" charset="0"/>
              </a:rPr>
              <a:t> → </a:t>
            </a:r>
            <a:r>
              <a:rPr lang="en-AU" sz="2000" dirty="0" err="1" smtClean="0">
                <a:latin typeface="Times New Roman" pitchFamily="18" charset="0"/>
                <a:cs typeface="Times New Roman" pitchFamily="18" charset="0"/>
              </a:rPr>
              <a:t>Điều</a:t>
            </a:r>
            <a:r>
              <a:rPr lang="en-A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AU" sz="2000" dirty="0" err="1" smtClean="0">
                <a:latin typeface="Times New Roman" pitchFamily="18" charset="0"/>
                <a:cs typeface="Times New Roman" pitchFamily="18" charset="0"/>
              </a:rPr>
              <a:t>kiện</a:t>
            </a:r>
            <a:r>
              <a:rPr lang="en-A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AU" sz="2000" dirty="0" err="1" smtClean="0">
                <a:latin typeface="Times New Roman" pitchFamily="18" charset="0"/>
                <a:cs typeface="Times New Roman" pitchFamily="18" charset="0"/>
              </a:rPr>
              <a:t>cân</a:t>
            </a:r>
            <a:r>
              <a:rPr lang="en-A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AU" sz="2000" dirty="0" err="1" smtClean="0">
                <a:latin typeface="Times New Roman" pitchFamily="18" charset="0"/>
                <a:cs typeface="Times New Roman" pitchFamily="18" charset="0"/>
              </a:rPr>
              <a:t>bằng</a:t>
            </a:r>
            <a:r>
              <a:rPr lang="en-A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AU" sz="2000" dirty="0" err="1" smtClean="0">
                <a:latin typeface="Times New Roman" pitchFamily="18" charset="0"/>
                <a:cs typeface="Times New Roman" pitchFamily="18" charset="0"/>
              </a:rPr>
              <a:t>biên</a:t>
            </a:r>
            <a:r>
              <a:rPr lang="en-A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AU" sz="2000" dirty="0" err="1" smtClean="0">
                <a:latin typeface="Times New Roman" pitchFamily="18" charset="0"/>
                <a:cs typeface="Times New Roman" pitchFamily="18" charset="0"/>
              </a:rPr>
              <a:t>độ</a:t>
            </a:r>
            <a:r>
              <a:rPr lang="en-AU" sz="2000" dirty="0" smtClean="0">
                <a:latin typeface="Times New Roman" pitchFamily="18" charset="0"/>
                <a:cs typeface="Times New Roman" pitchFamily="18" charset="0"/>
              </a:rPr>
              <a:t> →</a:t>
            </a:r>
          </a:p>
          <a:p>
            <a:pPr>
              <a:buNone/>
            </a:pPr>
            <a:endParaRPr lang="en-AU" sz="20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953000" y="1143000"/>
            <a:ext cx="4038600" cy="1752600"/>
          </a:xfrm>
        </p:spPr>
        <p:txBody>
          <a:bodyPr>
            <a:normAutofit/>
          </a:bodyPr>
          <a:lstStyle/>
          <a:p>
            <a:pPr algn="just"/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Cầu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Wien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gồm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một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khâu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(R//C)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một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khâu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RntC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mắc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nối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tiếp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với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nhau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Mạch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khuếch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đại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mạch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khuếch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đại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không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đảo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AU" sz="20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A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AU" sz="20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A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A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A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389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AU"/>
          </a:p>
        </p:txBody>
      </p:sp>
      <p:sp>
        <p:nvSpPr>
          <p:cNvPr id="16391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AU"/>
          </a:p>
        </p:txBody>
      </p:sp>
      <p:sp>
        <p:nvSpPr>
          <p:cNvPr id="16393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AU"/>
          </a:p>
        </p:txBody>
      </p:sp>
      <p:sp>
        <p:nvSpPr>
          <p:cNvPr id="16395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AU"/>
          </a:p>
        </p:txBody>
      </p:sp>
      <p:sp>
        <p:nvSpPr>
          <p:cNvPr id="16" name="Title 1"/>
          <p:cNvSpPr txBox="1">
            <a:spLocks/>
          </p:cNvSpPr>
          <p:nvPr/>
        </p:nvSpPr>
        <p:spPr>
          <a:xfrm>
            <a:off x="116736" y="353440"/>
            <a:ext cx="8915400" cy="6553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bIns="91440" anchor="b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Mạc</a:t>
            </a:r>
            <a:r>
              <a:rPr lang="en-US" sz="4000" dirty="0" smtClean="0">
                <a:solidFill>
                  <a:srgbClr val="0033CC"/>
                </a:solidFill>
                <a:latin typeface="Constantia" pitchFamily="18" charset="0"/>
                <a:ea typeface="+mj-ea"/>
                <a:cs typeface="Times New Roman" pitchFamily="18" charset="0"/>
              </a:rPr>
              <a:t>h </a:t>
            </a:r>
            <a:r>
              <a:rPr lang="en-US" sz="4000" dirty="0" err="1" smtClean="0">
                <a:solidFill>
                  <a:srgbClr val="0033CC"/>
                </a:solidFill>
                <a:latin typeface="Constantia" pitchFamily="18" charset="0"/>
                <a:ea typeface="+mj-ea"/>
                <a:cs typeface="Times New Roman" pitchFamily="18" charset="0"/>
              </a:rPr>
              <a:t>dao</a:t>
            </a:r>
            <a:r>
              <a:rPr lang="en-US" sz="4000" dirty="0" smtClean="0">
                <a:solidFill>
                  <a:srgbClr val="0033CC"/>
                </a:solidFill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lang="en-US" sz="4000" dirty="0" err="1" smtClean="0">
                <a:solidFill>
                  <a:srgbClr val="0033CC"/>
                </a:solidFill>
                <a:latin typeface="Constantia" pitchFamily="18" charset="0"/>
                <a:ea typeface="+mj-ea"/>
                <a:cs typeface="Times New Roman" pitchFamily="18" charset="0"/>
              </a:rPr>
              <a:t>động</a:t>
            </a:r>
            <a:r>
              <a:rPr lang="en-US" sz="4000" dirty="0" smtClean="0">
                <a:solidFill>
                  <a:srgbClr val="0033CC"/>
                </a:solidFill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lang="en-US" sz="4000" dirty="0" err="1" smtClean="0">
                <a:solidFill>
                  <a:srgbClr val="0033CC"/>
                </a:solidFill>
                <a:latin typeface="Constantia" pitchFamily="18" charset="0"/>
                <a:ea typeface="+mj-ea"/>
                <a:cs typeface="Times New Roman" pitchFamily="18" charset="0"/>
              </a:rPr>
              <a:t>cầu</a:t>
            </a:r>
            <a:r>
              <a:rPr lang="en-US" sz="4000" dirty="0" smtClean="0">
                <a:solidFill>
                  <a:srgbClr val="0033CC"/>
                </a:solidFill>
                <a:latin typeface="Constantia" pitchFamily="18" charset="0"/>
                <a:ea typeface="+mj-ea"/>
                <a:cs typeface="Times New Roman" pitchFamily="18" charset="0"/>
              </a:rPr>
              <a:t> Wien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Constantia" pitchFamily="18" charset="0"/>
              <a:ea typeface="+mj-ea"/>
              <a:cs typeface="+mj-cs"/>
            </a:endParaRPr>
          </a:p>
        </p:txBody>
      </p:sp>
      <p:sp>
        <p:nvSpPr>
          <p:cNvPr id="39949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39948" name="Object 12"/>
          <p:cNvGraphicFramePr>
            <a:graphicFrameLocks noChangeAspect="1"/>
          </p:cNvGraphicFramePr>
          <p:nvPr/>
        </p:nvGraphicFramePr>
        <p:xfrm>
          <a:off x="1066800" y="1981200"/>
          <a:ext cx="2819400" cy="155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68" r:id="rId4" imgW="2514600" imgH="1562100" progId="">
                  <p:embed/>
                </p:oleObj>
              </mc:Choice>
              <mc:Fallback>
                <p:oleObj r:id="rId4" imgW="2514600" imgH="1562100" progId="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1981200"/>
                        <a:ext cx="2819400" cy="1552575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10"/>
          <p:cNvGraphicFramePr>
            <a:graphicFrameLocks noChangeAspect="1"/>
          </p:cNvGraphicFramePr>
          <p:nvPr/>
        </p:nvGraphicFramePr>
        <p:xfrm>
          <a:off x="914400" y="4876800"/>
          <a:ext cx="3556000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69" name="Equation" r:id="rId6" imgW="2450880" imgH="393480" progId="Equation.3">
                  <p:embed/>
                </p:oleObj>
              </mc:Choice>
              <mc:Fallback>
                <p:oleObj name="Equation" r:id="rId6" imgW="2450880" imgH="393480" progId="Equation.3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4876800"/>
                        <a:ext cx="3556000" cy="565150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52" name="Object 16"/>
          <p:cNvGraphicFramePr>
            <a:graphicFrameLocks noChangeAspect="1"/>
          </p:cNvGraphicFramePr>
          <p:nvPr/>
        </p:nvGraphicFramePr>
        <p:xfrm>
          <a:off x="1371600" y="5943600"/>
          <a:ext cx="3960813" cy="693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70" name="Equation" r:id="rId8" imgW="2730240" imgH="482400" progId="Equation.3">
                  <p:embed/>
                </p:oleObj>
              </mc:Choice>
              <mc:Fallback>
                <p:oleObj name="Equation" r:id="rId8" imgW="2730240" imgH="482400" progId="Equation.3">
                  <p:embed/>
                  <p:pic>
                    <p:nvPicPr>
                      <p:cNvPr id="0" name="Picture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5943600"/>
                        <a:ext cx="3960813" cy="693737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AU" sz="2000" dirty="0" err="1" smtClean="0">
                <a:latin typeface="Constantia" pitchFamily="18" charset="0"/>
                <a:cs typeface="Times New Roman" pitchFamily="18" charset="0"/>
              </a:rPr>
              <a:t>Có</a:t>
            </a:r>
            <a:r>
              <a:rPr lang="en-AU" sz="20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thể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hoạt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động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ổn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định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tới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tần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số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lên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đến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smtClean="0">
                <a:latin typeface="Constantia" pitchFamily="18" charset="0"/>
                <a:cs typeface="Times New Roman" pitchFamily="18" charset="0"/>
              </a:rPr>
              <a:t>1MHz.</a:t>
            </a:r>
          </a:p>
          <a:p>
            <a:pPr algn="just"/>
            <a:r>
              <a:rPr lang="en-AU" sz="2000" dirty="0" err="1" smtClean="0">
                <a:latin typeface="Constantia" pitchFamily="18" charset="0"/>
                <a:cs typeface="Times New Roman" pitchFamily="18" charset="0"/>
              </a:rPr>
              <a:t>Mạch</a:t>
            </a:r>
            <a:r>
              <a:rPr lang="en-AU" sz="20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dao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động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dịch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pha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không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dùng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được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ở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tần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số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cao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do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lúc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đó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tụ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ổn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điện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phải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có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điện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dung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rất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nhỏ</a:t>
            </a:r>
            <a:r>
              <a:rPr lang="en-AU" sz="2000" dirty="0" smtClean="0">
                <a:latin typeface="Constantia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en-AU" sz="20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Để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tạo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sóng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tần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số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cao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thường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đưa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vào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hệ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thống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hồi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tiếp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các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mạch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cộng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hưởng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LC (song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song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hoặc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nối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tiếp</a:t>
            </a:r>
            <a:r>
              <a:rPr lang="en-AU" sz="2000" dirty="0" smtClean="0">
                <a:latin typeface="Constantia" pitchFamily="18" charset="0"/>
                <a:cs typeface="Times New Roman" pitchFamily="18" charset="0"/>
              </a:rPr>
              <a:t>).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16736" y="353440"/>
            <a:ext cx="8915400" cy="6553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bIns="91440" anchor="b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5.1.3.</a:t>
            </a:r>
            <a:r>
              <a:rPr kumimoji="0" lang="en-US" sz="4000" b="0" i="0" u="none" strike="noStrike" kern="1200" cap="none" spc="0" normalizeH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 </a:t>
            </a:r>
            <a:r>
              <a:rPr kumimoji="0" lang="en-US" sz="40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Mạc</a:t>
            </a:r>
            <a:r>
              <a:rPr lang="en-US" sz="4000" dirty="0" smtClean="0">
                <a:solidFill>
                  <a:srgbClr val="0033CC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h </a:t>
            </a:r>
            <a:r>
              <a:rPr lang="en-US" sz="4000" dirty="0" err="1" smtClean="0">
                <a:solidFill>
                  <a:srgbClr val="0033CC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dao</a:t>
            </a:r>
            <a:r>
              <a:rPr lang="en-US" sz="4000" dirty="0" smtClean="0">
                <a:solidFill>
                  <a:srgbClr val="0033CC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</a:t>
            </a:r>
            <a:r>
              <a:rPr lang="en-US" sz="4000" dirty="0" err="1" smtClean="0">
                <a:solidFill>
                  <a:srgbClr val="0033CC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động</a:t>
            </a:r>
            <a:r>
              <a:rPr lang="en-US" sz="4000" dirty="0" smtClean="0">
                <a:solidFill>
                  <a:srgbClr val="0033CC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LC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4" name="Diagram 3"/>
          <p:cNvGraphicFramePr/>
          <p:nvPr/>
        </p:nvGraphicFramePr>
        <p:xfrm>
          <a:off x="1295400" y="3352800"/>
          <a:ext cx="6248400" cy="3276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228600" y="1447800"/>
            <a:ext cx="5181600" cy="5029200"/>
          </a:xfrm>
        </p:spPr>
        <p:txBody>
          <a:bodyPr>
            <a:noAutofit/>
          </a:bodyPr>
          <a:lstStyle/>
          <a:p>
            <a:pPr algn="just"/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Mạch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dao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động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Amstrong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dùng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máy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biến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áp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để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hồi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tiếp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một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phần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điện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áp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ra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về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đầu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 smtClean="0">
                <a:latin typeface="Constantia" pitchFamily="18" charset="0"/>
                <a:cs typeface="Times New Roman" pitchFamily="18" charset="0"/>
              </a:rPr>
              <a:t>vào</a:t>
            </a:r>
            <a:r>
              <a:rPr lang="en-AU" sz="2000" dirty="0" smtClean="0">
                <a:latin typeface="Constantia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Trong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mạch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L</a:t>
            </a:r>
            <a:r>
              <a:rPr lang="en-AU" sz="2000" baseline="-25000" dirty="0">
                <a:latin typeface="Constantia" pitchFamily="18" charset="0"/>
                <a:cs typeface="Times New Roman" pitchFamily="18" charset="0"/>
              </a:rPr>
              <a:t>1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, C</a:t>
            </a:r>
            <a:r>
              <a:rPr lang="en-AU" sz="2000" baseline="-25000" dirty="0">
                <a:latin typeface="Constantia" pitchFamily="18" charset="0"/>
                <a:cs typeface="Times New Roman" pitchFamily="18" charset="0"/>
              </a:rPr>
              <a:t>1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là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khung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tạo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dao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động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, L</a:t>
            </a:r>
            <a:r>
              <a:rPr lang="en-AU" sz="2000" baseline="-25000" dirty="0">
                <a:latin typeface="Constantia" pitchFamily="18" charset="0"/>
                <a:cs typeface="Times New Roman" pitchFamily="18" charset="0"/>
              </a:rPr>
              <a:t>2 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là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cuộn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lấy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điện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áp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hồi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tiếp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về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đầu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vào</a:t>
            </a:r>
            <a:r>
              <a:rPr lang="en-AU" sz="2000" dirty="0" smtClean="0">
                <a:latin typeface="Constantia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en-AU" sz="20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Mạch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khuếch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đại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BJT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mắc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theo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kiểu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E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chung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,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tạo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góc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lệch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pha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180</a:t>
            </a:r>
            <a:r>
              <a:rPr lang="en-AU" sz="2000" baseline="30000" dirty="0">
                <a:latin typeface="Constantia" pitchFamily="18" charset="0"/>
                <a:cs typeface="Times New Roman" pitchFamily="18" charset="0"/>
              </a:rPr>
              <a:t>0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,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khung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LC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có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góc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lệch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pha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là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0</a:t>
            </a:r>
            <a:r>
              <a:rPr lang="en-AU" sz="2000" baseline="30000" dirty="0">
                <a:latin typeface="Constantia" pitchFamily="18" charset="0"/>
                <a:cs typeface="Times New Roman" pitchFamily="18" charset="0"/>
              </a:rPr>
              <a:t>0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nên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biến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áp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phải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cuốn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ngược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chiều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để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tạo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góc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lệch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pha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180</a:t>
            </a:r>
            <a:r>
              <a:rPr lang="en-AU" sz="2000" baseline="30000" dirty="0">
                <a:latin typeface="Constantia" pitchFamily="18" charset="0"/>
                <a:cs typeface="Times New Roman" pitchFamily="18" charset="0"/>
              </a:rPr>
              <a:t>0</a:t>
            </a:r>
            <a:r>
              <a:rPr lang="en-AU" sz="2000" baseline="-25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nhằm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thoả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mãn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điều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kiện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cân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bằng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pha</a:t>
            </a:r>
            <a:r>
              <a:rPr lang="en-AU" sz="2000" dirty="0" smtClean="0">
                <a:latin typeface="Constantia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C</a:t>
            </a:r>
            <a:r>
              <a:rPr lang="en-AU" sz="2000" dirty="0" err="1" smtClean="0">
                <a:latin typeface="Constantia" pitchFamily="18" charset="0"/>
                <a:cs typeface="Times New Roman" pitchFamily="18" charset="0"/>
              </a:rPr>
              <a:t>ó</a:t>
            </a:r>
            <a:r>
              <a:rPr lang="en-AU" sz="20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khả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năng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truyền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tải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công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suất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,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được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dùng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tạo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dao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động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tần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số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cao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,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truyền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thông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tin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đi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xa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.  </a:t>
            </a:r>
            <a:endParaRPr lang="en-AU" sz="2000" dirty="0" smtClean="0">
              <a:latin typeface="Constantia" pitchFamily="18" charset="0"/>
              <a:cs typeface="Times New Roman" pitchFamily="18" charset="0"/>
            </a:endParaRPr>
          </a:p>
          <a:p>
            <a:pPr algn="just"/>
            <a:r>
              <a:rPr lang="en-AU" sz="2000" dirty="0" err="1" smtClean="0">
                <a:latin typeface="Constantia" pitchFamily="18" charset="0"/>
                <a:cs typeface="Times New Roman" pitchFamily="18" charset="0"/>
              </a:rPr>
              <a:t>Kích</a:t>
            </a:r>
            <a:r>
              <a:rPr lang="en-AU" sz="20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thước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cồng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kềnh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và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giá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cả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cao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nên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không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được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thông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dụng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.</a:t>
            </a:r>
          </a:p>
          <a:p>
            <a:pPr algn="just"/>
            <a:endParaRPr lang="en-A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5105400" y="1447800"/>
            <a:ext cx="4038600" cy="5562600"/>
          </a:xfrm>
        </p:spPr>
        <p:txBody>
          <a:bodyPr>
            <a:normAutofit/>
          </a:bodyPr>
          <a:lstStyle/>
          <a:p>
            <a:pPr lvl="3">
              <a:buSzPct val="120000"/>
              <a:buFont typeface="Arial" pitchFamily="34" charset="0"/>
              <a:buChar char="•"/>
            </a:pPr>
            <a:r>
              <a:rPr lang="en-AU" dirty="0" err="1" smtClean="0">
                <a:latin typeface="Times New Roman" pitchFamily="18" charset="0"/>
                <a:cs typeface="Times New Roman" pitchFamily="18" charset="0"/>
              </a:rPr>
              <a:t>Sơ</a:t>
            </a:r>
            <a:r>
              <a:rPr lang="en-A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AU" dirty="0" err="1" smtClean="0">
                <a:latin typeface="Times New Roman" pitchFamily="18" charset="0"/>
                <a:cs typeface="Times New Roman" pitchFamily="18" charset="0"/>
              </a:rPr>
              <a:t>đồ</a:t>
            </a:r>
            <a:r>
              <a:rPr lang="en-A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AU" dirty="0" err="1" smtClean="0">
                <a:latin typeface="Times New Roman" pitchFamily="18" charset="0"/>
                <a:cs typeface="Times New Roman" pitchFamily="18" charset="0"/>
              </a:rPr>
              <a:t>mạch</a:t>
            </a:r>
            <a:endParaRPr lang="en-A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41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AU"/>
          </a:p>
        </p:txBody>
      </p:sp>
      <p:graphicFrame>
        <p:nvGraphicFramePr>
          <p:cNvPr id="17409" name="Object 1"/>
          <p:cNvGraphicFramePr>
            <a:graphicFrameLocks noChangeAspect="1"/>
          </p:cNvGraphicFramePr>
          <p:nvPr/>
        </p:nvGraphicFramePr>
        <p:xfrm>
          <a:off x="6553200" y="5181600"/>
          <a:ext cx="1280160" cy="640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68" r:id="rId4" imgW="914400" imgH="457200" progId="">
                  <p:embed/>
                </p:oleObj>
              </mc:Choice>
              <mc:Fallback>
                <p:oleObj r:id="rId4" imgW="914400" imgH="45720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0" y="5181600"/>
                        <a:ext cx="1280160" cy="6400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itle 1"/>
          <p:cNvSpPr txBox="1">
            <a:spLocks/>
          </p:cNvSpPr>
          <p:nvPr/>
        </p:nvSpPr>
        <p:spPr>
          <a:xfrm>
            <a:off x="116736" y="353440"/>
            <a:ext cx="8915400" cy="6553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bIns="91440" anchor="b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Mạc</a:t>
            </a:r>
            <a:r>
              <a:rPr lang="en-US" sz="4000" dirty="0" smtClean="0">
                <a:solidFill>
                  <a:srgbClr val="0033CC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h </a:t>
            </a:r>
            <a:r>
              <a:rPr lang="en-US" sz="4000" dirty="0" err="1" smtClean="0">
                <a:solidFill>
                  <a:srgbClr val="0033CC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dao</a:t>
            </a:r>
            <a:r>
              <a:rPr lang="en-US" sz="4000" dirty="0" smtClean="0">
                <a:solidFill>
                  <a:srgbClr val="0033CC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</a:t>
            </a:r>
            <a:r>
              <a:rPr lang="en-US" sz="4000" dirty="0" err="1" smtClean="0">
                <a:solidFill>
                  <a:srgbClr val="0033CC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động</a:t>
            </a:r>
            <a:r>
              <a:rPr lang="en-US" sz="4000" dirty="0" smtClean="0">
                <a:solidFill>
                  <a:srgbClr val="0033CC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</a:t>
            </a:r>
            <a:r>
              <a:rPr lang="en-US" sz="4000" dirty="0" err="1" smtClean="0">
                <a:solidFill>
                  <a:srgbClr val="0033CC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Amstrong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1" name="Picture 4" descr=" 16-24.jpg                                                      0006DC4AMacintosh HD                   ABA78158: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311229" y="2133600"/>
            <a:ext cx="3735491" cy="287337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762000" y="1295400"/>
            <a:ext cx="3733800" cy="457200"/>
          </a:xfrm>
        </p:spPr>
        <p:txBody>
          <a:bodyPr/>
          <a:lstStyle/>
          <a:p>
            <a:r>
              <a:rPr lang="en-AU" i="1" dirty="0" err="1" smtClean="0">
                <a:latin typeface="Constantia" pitchFamily="18" charset="0"/>
              </a:rPr>
              <a:t>Nguyên</a:t>
            </a:r>
            <a:r>
              <a:rPr lang="en-AU" i="1" dirty="0" smtClean="0">
                <a:latin typeface="Constantia" pitchFamily="18" charset="0"/>
              </a:rPr>
              <a:t> </a:t>
            </a:r>
            <a:r>
              <a:rPr lang="en-AU" i="1" dirty="0" err="1" smtClean="0">
                <a:latin typeface="Constantia" pitchFamily="18" charset="0"/>
              </a:rPr>
              <a:t>tắc</a:t>
            </a:r>
            <a:r>
              <a:rPr lang="en-AU" i="1" dirty="0" smtClean="0">
                <a:latin typeface="Constantia" pitchFamily="18" charset="0"/>
              </a:rPr>
              <a:t> </a:t>
            </a:r>
            <a:r>
              <a:rPr lang="en-AU" i="1" dirty="0" err="1" smtClean="0">
                <a:latin typeface="Constantia" pitchFamily="18" charset="0"/>
              </a:rPr>
              <a:t>chung</a:t>
            </a:r>
            <a:endParaRPr lang="en-US" dirty="0">
              <a:latin typeface="Constantia" pitchFamily="18" charset="0"/>
            </a:endParaRPr>
          </a:p>
        </p:txBody>
      </p:sp>
      <p:sp>
        <p:nvSpPr>
          <p:cNvPr id="14" name="Text Placeholder 13"/>
          <p:cNvSpPr>
            <a:spLocks noGrp="1"/>
          </p:cNvSpPr>
          <p:nvPr>
            <p:ph type="body" sz="half" idx="3"/>
          </p:nvPr>
        </p:nvSpPr>
        <p:spPr>
          <a:xfrm>
            <a:off x="5029200" y="1314856"/>
            <a:ext cx="3733800" cy="457200"/>
          </a:xfrm>
        </p:spPr>
        <p:txBody>
          <a:bodyPr anchor="b">
            <a:noAutofit/>
          </a:bodyPr>
          <a:lstStyle/>
          <a:p>
            <a:r>
              <a:rPr lang="en-US" i="1" dirty="0" err="1" smtClean="0">
                <a:latin typeface="Constantia" pitchFamily="18" charset="0"/>
              </a:rPr>
              <a:t>Sơ</a:t>
            </a:r>
            <a:r>
              <a:rPr lang="en-US" i="1" dirty="0" smtClean="0">
                <a:latin typeface="Constantia" pitchFamily="18" charset="0"/>
              </a:rPr>
              <a:t> </a:t>
            </a:r>
            <a:r>
              <a:rPr lang="en-US" i="1" dirty="0" err="1" smtClean="0">
                <a:latin typeface="Constantia" pitchFamily="18" charset="0"/>
              </a:rPr>
              <a:t>đồ</a:t>
            </a:r>
            <a:r>
              <a:rPr lang="en-US" i="1" dirty="0" smtClean="0">
                <a:latin typeface="Constantia" pitchFamily="18" charset="0"/>
              </a:rPr>
              <a:t> </a:t>
            </a:r>
            <a:r>
              <a:rPr lang="en-US" i="1" dirty="0" err="1" smtClean="0">
                <a:latin typeface="Constantia" pitchFamily="18" charset="0"/>
              </a:rPr>
              <a:t>khối</a:t>
            </a:r>
            <a:endParaRPr lang="en-US" i="1" dirty="0" smtClean="0">
              <a:latin typeface="Constantia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228600" y="1828800"/>
            <a:ext cx="4419600" cy="4724400"/>
          </a:xfrm>
        </p:spPr>
        <p:txBody>
          <a:bodyPr>
            <a:normAutofit/>
          </a:bodyPr>
          <a:lstStyle/>
          <a:p>
            <a:pPr algn="just"/>
            <a:r>
              <a:rPr lang="en-AU" sz="1800" i="1" dirty="0">
                <a:latin typeface="Constantia" pitchFamily="18" charset="0"/>
                <a:cs typeface="Times New Roman" pitchFamily="18" charset="0"/>
              </a:rPr>
              <a:t>Z</a:t>
            </a:r>
            <a:r>
              <a:rPr lang="en-AU" sz="1800" i="1" baseline="-25000" dirty="0">
                <a:latin typeface="Constantia" pitchFamily="18" charset="0"/>
                <a:cs typeface="Times New Roman" pitchFamily="18" charset="0"/>
              </a:rPr>
              <a:t>1</a:t>
            </a:r>
            <a:r>
              <a:rPr lang="en-AU" sz="1800" i="1" dirty="0">
                <a:latin typeface="Constantia" pitchFamily="18" charset="0"/>
                <a:cs typeface="Times New Roman" pitchFamily="18" charset="0"/>
              </a:rPr>
              <a:t>, Z</a:t>
            </a:r>
            <a:r>
              <a:rPr lang="en-AU" sz="1800" i="1" baseline="-25000" dirty="0">
                <a:latin typeface="Constantia" pitchFamily="18" charset="0"/>
                <a:cs typeface="Times New Roman" pitchFamily="18" charset="0"/>
              </a:rPr>
              <a:t>2</a:t>
            </a:r>
            <a:r>
              <a:rPr lang="en-AU" sz="1800" i="1" dirty="0">
                <a:latin typeface="Constantia" pitchFamily="18" charset="0"/>
                <a:cs typeface="Times New Roman" pitchFamily="18" charset="0"/>
              </a:rPr>
              <a:t> , Z</a:t>
            </a:r>
            <a:r>
              <a:rPr lang="en-AU" sz="1800" i="1" baseline="-25000" dirty="0">
                <a:latin typeface="Constantia" pitchFamily="18" charset="0"/>
                <a:cs typeface="Times New Roman" pitchFamily="18" charset="0"/>
              </a:rPr>
              <a:t>3</a:t>
            </a:r>
            <a:r>
              <a:rPr lang="en-AU" sz="18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1800" dirty="0" err="1">
                <a:latin typeface="Constantia" pitchFamily="18" charset="0"/>
                <a:cs typeface="Times New Roman" pitchFamily="18" charset="0"/>
              </a:rPr>
              <a:t>là</a:t>
            </a:r>
            <a:r>
              <a:rPr lang="en-AU" sz="1800" dirty="0">
                <a:latin typeface="Constantia" pitchFamily="18" charset="0"/>
                <a:cs typeface="Times New Roman" pitchFamily="18" charset="0"/>
              </a:rPr>
              <a:t> 3 </a:t>
            </a:r>
            <a:r>
              <a:rPr lang="en-AU" sz="1800" dirty="0" err="1">
                <a:latin typeface="Constantia" pitchFamily="18" charset="0"/>
                <a:cs typeface="Times New Roman" pitchFamily="18" charset="0"/>
              </a:rPr>
              <a:t>phần</a:t>
            </a:r>
            <a:r>
              <a:rPr lang="en-AU" sz="18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1800" dirty="0" err="1">
                <a:latin typeface="Constantia" pitchFamily="18" charset="0"/>
                <a:cs typeface="Times New Roman" pitchFamily="18" charset="0"/>
              </a:rPr>
              <a:t>tử</a:t>
            </a:r>
            <a:r>
              <a:rPr lang="en-AU" sz="18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1800" dirty="0" err="1">
                <a:latin typeface="Constantia" pitchFamily="18" charset="0"/>
                <a:cs typeface="Times New Roman" pitchFamily="18" charset="0"/>
              </a:rPr>
              <a:t>điện</a:t>
            </a:r>
            <a:r>
              <a:rPr lang="en-AU" sz="18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1800" dirty="0" err="1">
                <a:latin typeface="Constantia" pitchFamily="18" charset="0"/>
                <a:cs typeface="Times New Roman" pitchFamily="18" charset="0"/>
              </a:rPr>
              <a:t>kháng</a:t>
            </a:r>
            <a:r>
              <a:rPr lang="en-AU" sz="18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1800" dirty="0" err="1">
                <a:latin typeface="Constantia" pitchFamily="18" charset="0"/>
                <a:cs typeface="Times New Roman" pitchFamily="18" charset="0"/>
              </a:rPr>
              <a:t>tạo</a:t>
            </a:r>
            <a:r>
              <a:rPr lang="en-AU" sz="18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1800" dirty="0" err="1">
                <a:latin typeface="Constantia" pitchFamily="18" charset="0"/>
                <a:cs typeface="Times New Roman" pitchFamily="18" charset="0"/>
              </a:rPr>
              <a:t>khung</a:t>
            </a:r>
            <a:r>
              <a:rPr lang="en-AU" sz="18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1800" dirty="0" err="1">
                <a:latin typeface="Constantia" pitchFamily="18" charset="0"/>
                <a:cs typeface="Times New Roman" pitchFamily="18" charset="0"/>
              </a:rPr>
              <a:t>dao</a:t>
            </a:r>
            <a:r>
              <a:rPr lang="en-AU" sz="18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1800" dirty="0" err="1">
                <a:latin typeface="Constantia" pitchFamily="18" charset="0"/>
                <a:cs typeface="Times New Roman" pitchFamily="18" charset="0"/>
              </a:rPr>
              <a:t>động</a:t>
            </a:r>
            <a:r>
              <a:rPr lang="en-AU" sz="1800" dirty="0">
                <a:latin typeface="Constantia" pitchFamily="18" charset="0"/>
                <a:cs typeface="Times New Roman" pitchFamily="18" charset="0"/>
              </a:rPr>
              <a:t>. </a:t>
            </a:r>
            <a:endParaRPr lang="en-AU" sz="1800" dirty="0" smtClean="0">
              <a:latin typeface="Constantia" pitchFamily="18" charset="0"/>
              <a:cs typeface="Times New Roman" pitchFamily="18" charset="0"/>
            </a:endParaRPr>
          </a:p>
          <a:p>
            <a:pPr algn="just"/>
            <a:r>
              <a:rPr lang="en-AU" sz="1800" dirty="0" err="1" smtClean="0">
                <a:latin typeface="Constantia" pitchFamily="18" charset="0"/>
                <a:cs typeface="Times New Roman" pitchFamily="18" charset="0"/>
              </a:rPr>
              <a:t>Hệ</a:t>
            </a:r>
            <a:r>
              <a:rPr lang="en-AU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1800" dirty="0" err="1">
                <a:latin typeface="Constantia" pitchFamily="18" charset="0"/>
                <a:cs typeface="Times New Roman" pitchFamily="18" charset="0"/>
              </a:rPr>
              <a:t>số</a:t>
            </a:r>
            <a:r>
              <a:rPr lang="en-AU" sz="18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1800" dirty="0" err="1">
                <a:latin typeface="Constantia" pitchFamily="18" charset="0"/>
                <a:cs typeface="Times New Roman" pitchFamily="18" charset="0"/>
              </a:rPr>
              <a:t>truyền</a:t>
            </a:r>
            <a:r>
              <a:rPr lang="en-AU" sz="18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1800" dirty="0" err="1">
                <a:latin typeface="Constantia" pitchFamily="18" charset="0"/>
                <a:cs typeface="Times New Roman" pitchFamily="18" charset="0"/>
              </a:rPr>
              <a:t>đạt</a:t>
            </a:r>
            <a:r>
              <a:rPr lang="en-AU" sz="18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1800" dirty="0" err="1">
                <a:latin typeface="Constantia" pitchFamily="18" charset="0"/>
                <a:cs typeface="Times New Roman" pitchFamily="18" charset="0"/>
              </a:rPr>
              <a:t>của</a:t>
            </a:r>
            <a:r>
              <a:rPr lang="en-AU" sz="18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1800" dirty="0" err="1">
                <a:latin typeface="Constantia" pitchFamily="18" charset="0"/>
                <a:cs typeface="Times New Roman" pitchFamily="18" charset="0"/>
              </a:rPr>
              <a:t>mạch</a:t>
            </a:r>
            <a:r>
              <a:rPr lang="en-AU" sz="18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1800" dirty="0" err="1">
                <a:latin typeface="Constantia" pitchFamily="18" charset="0"/>
                <a:cs typeface="Times New Roman" pitchFamily="18" charset="0"/>
              </a:rPr>
              <a:t>hồi</a:t>
            </a:r>
            <a:r>
              <a:rPr lang="en-AU" sz="18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1800" dirty="0" err="1" smtClean="0">
                <a:latin typeface="Constantia" pitchFamily="18" charset="0"/>
                <a:cs typeface="Times New Roman" pitchFamily="18" charset="0"/>
              </a:rPr>
              <a:t>tiếp</a:t>
            </a:r>
            <a:endParaRPr lang="en-AU" sz="1800" dirty="0" smtClean="0">
              <a:latin typeface="Constantia" pitchFamily="18" charset="0"/>
              <a:cs typeface="Times New Roman" pitchFamily="18" charset="0"/>
            </a:endParaRPr>
          </a:p>
          <a:p>
            <a:pPr algn="just"/>
            <a:endParaRPr lang="en-AU" sz="1800" dirty="0">
              <a:latin typeface="Constantia" pitchFamily="18" charset="0"/>
              <a:cs typeface="Times New Roman" pitchFamily="18" charset="0"/>
            </a:endParaRPr>
          </a:p>
          <a:p>
            <a:pPr algn="just"/>
            <a:endParaRPr lang="en-AU" sz="1800" dirty="0" smtClean="0">
              <a:latin typeface="Constantia" pitchFamily="18" charset="0"/>
              <a:cs typeface="Times New Roman" pitchFamily="18" charset="0"/>
            </a:endParaRPr>
          </a:p>
          <a:p>
            <a:pPr algn="just"/>
            <a:r>
              <a:rPr lang="en-AU" sz="1800" dirty="0" err="1" smtClean="0">
                <a:latin typeface="Constantia" pitchFamily="18" charset="0"/>
                <a:cs typeface="Times New Roman" pitchFamily="18" charset="0"/>
              </a:rPr>
              <a:t>Hệ</a:t>
            </a:r>
            <a:r>
              <a:rPr lang="en-AU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1800" dirty="0" err="1">
                <a:latin typeface="Constantia" pitchFamily="18" charset="0"/>
                <a:cs typeface="Times New Roman" pitchFamily="18" charset="0"/>
              </a:rPr>
              <a:t>số</a:t>
            </a:r>
            <a:r>
              <a:rPr lang="en-AU" sz="18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1800" dirty="0" err="1">
                <a:latin typeface="Constantia" pitchFamily="18" charset="0"/>
                <a:cs typeface="Times New Roman" pitchFamily="18" charset="0"/>
              </a:rPr>
              <a:t>khuếch</a:t>
            </a:r>
            <a:r>
              <a:rPr lang="en-AU" sz="18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1800" dirty="0" err="1">
                <a:latin typeface="Constantia" pitchFamily="18" charset="0"/>
                <a:cs typeface="Times New Roman" pitchFamily="18" charset="0"/>
              </a:rPr>
              <a:t>đại</a:t>
            </a:r>
            <a:r>
              <a:rPr lang="en-AU" sz="18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1800" dirty="0" err="1">
                <a:latin typeface="Constantia" pitchFamily="18" charset="0"/>
                <a:cs typeface="Times New Roman" pitchFamily="18" charset="0"/>
              </a:rPr>
              <a:t>của</a:t>
            </a:r>
            <a:r>
              <a:rPr lang="en-AU" sz="18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1800" dirty="0" err="1">
                <a:latin typeface="Constantia" pitchFamily="18" charset="0"/>
                <a:cs typeface="Times New Roman" pitchFamily="18" charset="0"/>
              </a:rPr>
              <a:t>mạch</a:t>
            </a:r>
            <a:r>
              <a:rPr lang="en-AU" sz="18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1800" dirty="0" err="1">
                <a:latin typeface="Constantia" pitchFamily="18" charset="0"/>
                <a:cs typeface="Times New Roman" pitchFamily="18" charset="0"/>
              </a:rPr>
              <a:t>không</a:t>
            </a:r>
            <a:r>
              <a:rPr lang="en-AU" sz="18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1800" dirty="0" err="1">
                <a:latin typeface="Constantia" pitchFamily="18" charset="0"/>
                <a:cs typeface="Times New Roman" pitchFamily="18" charset="0"/>
              </a:rPr>
              <a:t>hồi</a:t>
            </a:r>
            <a:r>
              <a:rPr lang="en-AU" sz="18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1800" dirty="0" err="1" smtClean="0">
                <a:latin typeface="Constantia" pitchFamily="18" charset="0"/>
                <a:cs typeface="Times New Roman" pitchFamily="18" charset="0"/>
              </a:rPr>
              <a:t>tiếp</a:t>
            </a:r>
            <a:r>
              <a:rPr lang="en-AU" sz="1800" dirty="0" smtClean="0">
                <a:latin typeface="Constantia" pitchFamily="18" charset="0"/>
                <a:cs typeface="Times New Roman" pitchFamily="18" charset="0"/>
              </a:rPr>
              <a:t> K</a:t>
            </a:r>
            <a:r>
              <a:rPr lang="en-AU" sz="1800" baseline="-25000" dirty="0" smtClean="0">
                <a:latin typeface="Constantia" pitchFamily="18" charset="0"/>
                <a:cs typeface="Times New Roman" pitchFamily="18" charset="0"/>
              </a:rPr>
              <a:t>u</a:t>
            </a:r>
            <a:r>
              <a:rPr lang="en-AU" sz="1800" i="1" dirty="0" smtClean="0">
                <a:latin typeface="Constantia" pitchFamily="18" charset="0"/>
                <a:cs typeface="Times New Roman" pitchFamily="18" charset="0"/>
              </a:rPr>
              <a:t>&lt; 0 </a:t>
            </a:r>
          </a:p>
          <a:p>
            <a:pPr algn="just"/>
            <a:r>
              <a:rPr lang="en-AU" sz="1800" dirty="0" err="1">
                <a:latin typeface="Constantia" pitchFamily="18" charset="0"/>
                <a:cs typeface="Times New Roman" pitchFamily="18" charset="0"/>
              </a:rPr>
              <a:t>Đ</a:t>
            </a:r>
            <a:r>
              <a:rPr lang="en-AU" sz="1800" dirty="0" err="1" smtClean="0">
                <a:latin typeface="Constantia" pitchFamily="18" charset="0"/>
                <a:cs typeface="Times New Roman" pitchFamily="18" charset="0"/>
              </a:rPr>
              <a:t>iều</a:t>
            </a:r>
            <a:r>
              <a:rPr lang="en-AU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1800" dirty="0" err="1" smtClean="0">
                <a:latin typeface="Constantia" pitchFamily="18" charset="0"/>
                <a:cs typeface="Times New Roman" pitchFamily="18" charset="0"/>
              </a:rPr>
              <a:t>kiện</a:t>
            </a:r>
            <a:r>
              <a:rPr lang="en-AU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1800" dirty="0" err="1" smtClean="0">
                <a:latin typeface="Constantia" pitchFamily="18" charset="0"/>
                <a:cs typeface="Times New Roman" pitchFamily="18" charset="0"/>
              </a:rPr>
              <a:t>dao</a:t>
            </a:r>
            <a:r>
              <a:rPr lang="en-AU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1800" dirty="0" err="1" smtClean="0">
                <a:latin typeface="Constantia" pitchFamily="18" charset="0"/>
                <a:cs typeface="Times New Roman" pitchFamily="18" charset="0"/>
              </a:rPr>
              <a:t>động</a:t>
            </a:r>
            <a:r>
              <a:rPr lang="en-AU" sz="1800" dirty="0" smtClean="0">
                <a:latin typeface="Constantia" pitchFamily="18" charset="0"/>
                <a:cs typeface="Times New Roman" pitchFamily="18" charset="0"/>
              </a:rPr>
              <a:t>  |</a:t>
            </a:r>
            <a:r>
              <a:rPr lang="en-AU" sz="1800" dirty="0" err="1" smtClean="0">
                <a:latin typeface="Constantia" pitchFamily="18" charset="0"/>
                <a:cs typeface="Times New Roman" pitchFamily="18" charset="0"/>
              </a:rPr>
              <a:t>β|.|K</a:t>
            </a:r>
            <a:r>
              <a:rPr lang="en-AU" sz="1800" baseline="-25000" dirty="0" err="1" smtClean="0">
                <a:latin typeface="Constantia" pitchFamily="18" charset="0"/>
                <a:cs typeface="Times New Roman" pitchFamily="18" charset="0"/>
              </a:rPr>
              <a:t>u</a:t>
            </a:r>
            <a:r>
              <a:rPr lang="en-AU" sz="1800" dirty="0" smtClean="0">
                <a:latin typeface="Constantia" pitchFamily="18" charset="0"/>
                <a:cs typeface="Times New Roman" pitchFamily="18" charset="0"/>
              </a:rPr>
              <a:t>|</a:t>
            </a:r>
            <a:r>
              <a:rPr lang="en-AU" sz="1800" dirty="0" smtClean="0">
                <a:latin typeface="Constantia" pitchFamily="18" charset="0"/>
                <a:cs typeface="Times New Roman" pitchFamily="18" charset="0"/>
                <a:sym typeface="Symbol"/>
              </a:rPr>
              <a:t></a:t>
            </a:r>
            <a:r>
              <a:rPr lang="en-AU" sz="1800" dirty="0" smtClean="0">
                <a:latin typeface="Constantia" pitchFamily="18" charset="0"/>
                <a:cs typeface="Times New Roman" pitchFamily="18" charset="0"/>
              </a:rPr>
              <a:t> 1</a:t>
            </a:r>
          </a:p>
          <a:p>
            <a:pPr algn="just"/>
            <a:endParaRPr lang="en-AU" sz="1800" dirty="0">
              <a:latin typeface="Constantia" pitchFamily="18" charset="0"/>
              <a:cs typeface="Times New Roman" pitchFamily="18" charset="0"/>
            </a:endParaRPr>
          </a:p>
          <a:p>
            <a:pPr algn="ctr">
              <a:buNone/>
            </a:pPr>
            <a:endParaRPr lang="en-AU" sz="1800" dirty="0" smtClean="0">
              <a:latin typeface="Constantia" pitchFamily="18" charset="0"/>
              <a:cs typeface="Times New Roman" pitchFamily="18" charset="0"/>
            </a:endParaRPr>
          </a:p>
          <a:p>
            <a:pPr algn="ctr"/>
            <a:r>
              <a:rPr lang="en-AU" sz="1800" dirty="0" err="1" smtClean="0">
                <a:latin typeface="Constantia" pitchFamily="18" charset="0"/>
                <a:cs typeface="Times New Roman" pitchFamily="18" charset="0"/>
              </a:rPr>
              <a:t>Tại</a:t>
            </a:r>
            <a:r>
              <a:rPr lang="en-AU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1800" dirty="0" err="1">
                <a:latin typeface="Constantia" pitchFamily="18" charset="0"/>
                <a:cs typeface="Times New Roman" pitchFamily="18" charset="0"/>
              </a:rPr>
              <a:t>tần</a:t>
            </a:r>
            <a:r>
              <a:rPr lang="en-AU" sz="18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1800" dirty="0" err="1">
                <a:latin typeface="Constantia" pitchFamily="18" charset="0"/>
                <a:cs typeface="Times New Roman" pitchFamily="18" charset="0"/>
              </a:rPr>
              <a:t>số</a:t>
            </a:r>
            <a:r>
              <a:rPr lang="en-AU" sz="18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1800" dirty="0" err="1">
                <a:latin typeface="Constantia" pitchFamily="18" charset="0"/>
                <a:cs typeface="Times New Roman" pitchFamily="18" charset="0"/>
              </a:rPr>
              <a:t>dao</a:t>
            </a:r>
            <a:r>
              <a:rPr lang="en-AU" sz="18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1800" dirty="0" err="1">
                <a:latin typeface="Constantia" pitchFamily="18" charset="0"/>
                <a:cs typeface="Times New Roman" pitchFamily="18" charset="0"/>
              </a:rPr>
              <a:t>động</a:t>
            </a:r>
            <a:r>
              <a:rPr lang="en-AU" sz="18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1800" dirty="0" smtClean="0">
                <a:latin typeface="Constantia" pitchFamily="18" charset="0"/>
                <a:cs typeface="Times New Roman" pitchFamily="18" charset="0"/>
              </a:rPr>
              <a:t>: Z</a:t>
            </a:r>
            <a:r>
              <a:rPr lang="en-AU" sz="1800" baseline="-25000" dirty="0" smtClean="0">
                <a:latin typeface="Constantia" pitchFamily="18" charset="0"/>
                <a:cs typeface="Times New Roman" pitchFamily="18" charset="0"/>
              </a:rPr>
              <a:t>1</a:t>
            </a:r>
            <a:r>
              <a:rPr lang="en-AU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1800" dirty="0">
                <a:latin typeface="Constantia" pitchFamily="18" charset="0"/>
                <a:cs typeface="Times New Roman" pitchFamily="18" charset="0"/>
              </a:rPr>
              <a:t>+ Z</a:t>
            </a:r>
            <a:r>
              <a:rPr lang="en-AU" sz="1800" baseline="-25000" dirty="0">
                <a:latin typeface="Constantia" pitchFamily="18" charset="0"/>
                <a:cs typeface="Times New Roman" pitchFamily="18" charset="0"/>
              </a:rPr>
              <a:t>2</a:t>
            </a:r>
            <a:r>
              <a:rPr lang="en-AU" sz="1800" dirty="0">
                <a:latin typeface="Constantia" pitchFamily="18" charset="0"/>
                <a:cs typeface="Times New Roman" pitchFamily="18" charset="0"/>
              </a:rPr>
              <a:t> + Z</a:t>
            </a:r>
            <a:r>
              <a:rPr lang="en-AU" sz="1800" baseline="-25000" dirty="0">
                <a:latin typeface="Constantia" pitchFamily="18" charset="0"/>
                <a:cs typeface="Times New Roman" pitchFamily="18" charset="0"/>
              </a:rPr>
              <a:t>3</a:t>
            </a:r>
            <a:r>
              <a:rPr lang="en-AU" sz="1800" dirty="0">
                <a:latin typeface="Constantia" pitchFamily="18" charset="0"/>
                <a:cs typeface="Times New Roman" pitchFamily="18" charset="0"/>
              </a:rPr>
              <a:t> = 0</a:t>
            </a:r>
            <a:endParaRPr lang="en-AU" sz="1800" dirty="0" smtClean="0">
              <a:latin typeface="Constantia" pitchFamily="18" charset="0"/>
              <a:cs typeface="Times New Roman" pitchFamily="18" charset="0"/>
            </a:endParaRPr>
          </a:p>
          <a:p>
            <a:pPr algn="just"/>
            <a:endParaRPr lang="en-AU" sz="18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AU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4"/>
          </p:nvPr>
        </p:nvSpPr>
        <p:spPr>
          <a:xfrm>
            <a:off x="4953000" y="1752600"/>
            <a:ext cx="3962400" cy="4800600"/>
          </a:xfrm>
        </p:spPr>
        <p:txBody>
          <a:bodyPr>
            <a:normAutofit/>
          </a:bodyPr>
          <a:lstStyle/>
          <a:p>
            <a:r>
              <a:rPr lang="en-AU" sz="2000" dirty="0" err="1" smtClean="0">
                <a:latin typeface="Times New Roman" pitchFamily="18" charset="0"/>
                <a:cs typeface="Times New Roman" pitchFamily="18" charset="0"/>
              </a:rPr>
              <a:t>Sơ</a:t>
            </a:r>
            <a:r>
              <a:rPr lang="en-A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AU" sz="2000" dirty="0" err="1" smtClean="0">
                <a:latin typeface="Times New Roman" pitchFamily="18" charset="0"/>
                <a:cs typeface="Times New Roman" pitchFamily="18" charset="0"/>
              </a:rPr>
              <a:t>đồ</a:t>
            </a:r>
            <a:r>
              <a:rPr lang="en-A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AU" sz="2000" dirty="0" err="1" smtClean="0">
                <a:latin typeface="Times New Roman" pitchFamily="18" charset="0"/>
                <a:cs typeface="Times New Roman" pitchFamily="18" charset="0"/>
              </a:rPr>
              <a:t>khối</a:t>
            </a:r>
            <a:endParaRPr lang="en-AU" sz="20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AU" sz="2000" dirty="0">
              <a:latin typeface="Times New Roman" pitchFamily="18" charset="0"/>
              <a:cs typeface="Times New Roman" pitchFamily="18" charset="0"/>
            </a:endParaRPr>
          </a:p>
          <a:p>
            <a:endParaRPr lang="en-AU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AU" sz="2000" dirty="0">
              <a:latin typeface="Times New Roman" pitchFamily="18" charset="0"/>
              <a:cs typeface="Times New Roman" pitchFamily="18" charset="0"/>
            </a:endParaRPr>
          </a:p>
          <a:p>
            <a:endParaRPr lang="en-AU" sz="20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AU" sz="20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AU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AU" sz="20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461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AU"/>
          </a:p>
        </p:txBody>
      </p:sp>
      <p:sp>
        <p:nvSpPr>
          <p:cNvPr id="19463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AU"/>
          </a:p>
        </p:txBody>
      </p:sp>
      <p:sp>
        <p:nvSpPr>
          <p:cNvPr id="19465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AU"/>
          </a:p>
        </p:txBody>
      </p:sp>
      <p:sp>
        <p:nvSpPr>
          <p:cNvPr id="16" name="Title 1"/>
          <p:cNvSpPr txBox="1">
            <a:spLocks/>
          </p:cNvSpPr>
          <p:nvPr/>
        </p:nvSpPr>
        <p:spPr>
          <a:xfrm>
            <a:off x="116736" y="353440"/>
            <a:ext cx="8915400" cy="6553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bIns="91440" anchor="b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Mạc</a:t>
            </a:r>
            <a:r>
              <a:rPr lang="en-US" sz="4000" dirty="0" smtClean="0">
                <a:solidFill>
                  <a:srgbClr val="0033CC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h </a:t>
            </a:r>
            <a:r>
              <a:rPr lang="en-US" sz="4000" dirty="0" err="1" smtClean="0">
                <a:solidFill>
                  <a:srgbClr val="0033CC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tạo</a:t>
            </a:r>
            <a:r>
              <a:rPr lang="en-US" sz="4000" dirty="0" smtClean="0">
                <a:solidFill>
                  <a:srgbClr val="0033CC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</a:t>
            </a:r>
            <a:r>
              <a:rPr lang="en-US" sz="4000" dirty="0" err="1" smtClean="0">
                <a:solidFill>
                  <a:srgbClr val="0033CC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dao</a:t>
            </a:r>
            <a:r>
              <a:rPr lang="en-US" sz="4000" dirty="0" smtClean="0">
                <a:solidFill>
                  <a:srgbClr val="0033CC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</a:t>
            </a:r>
            <a:r>
              <a:rPr lang="en-US" sz="4000" dirty="0" err="1" smtClean="0">
                <a:solidFill>
                  <a:srgbClr val="0033CC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động</a:t>
            </a:r>
            <a:r>
              <a:rPr lang="en-US" sz="4000" dirty="0" smtClean="0">
                <a:solidFill>
                  <a:srgbClr val="0033CC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3 </a:t>
            </a:r>
            <a:r>
              <a:rPr lang="en-US" sz="4000" dirty="0" err="1" smtClean="0">
                <a:solidFill>
                  <a:srgbClr val="0033CC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điểm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41991" name="Object 7"/>
          <p:cNvGraphicFramePr>
            <a:graphicFrameLocks noChangeAspect="1"/>
          </p:cNvGraphicFramePr>
          <p:nvPr/>
        </p:nvGraphicFramePr>
        <p:xfrm>
          <a:off x="1846263" y="2895600"/>
          <a:ext cx="1123950" cy="620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15" name="Equation" r:id="rId3" imgW="774360" imgH="431640" progId="Equation.3">
                  <p:embed/>
                </p:oleObj>
              </mc:Choice>
              <mc:Fallback>
                <p:oleObj name="Equation" r:id="rId3" imgW="774360" imgH="43164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6263" y="2895600"/>
                        <a:ext cx="1123950" cy="620713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2" name="Object 8"/>
          <p:cNvGraphicFramePr>
            <a:graphicFrameLocks noChangeAspect="1"/>
          </p:cNvGraphicFramePr>
          <p:nvPr/>
        </p:nvGraphicFramePr>
        <p:xfrm>
          <a:off x="1838325" y="4522788"/>
          <a:ext cx="1454150" cy="693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16" name="Equation" r:id="rId5" imgW="1002960" imgH="482400" progId="Equation.3">
                  <p:embed/>
                </p:oleObj>
              </mc:Choice>
              <mc:Fallback>
                <p:oleObj name="Equation" r:id="rId5" imgW="1002960" imgH="48240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8325" y="4522788"/>
                        <a:ext cx="1454150" cy="693737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" name="Group 28"/>
          <p:cNvGrpSpPr/>
          <p:nvPr/>
        </p:nvGrpSpPr>
        <p:grpSpPr>
          <a:xfrm>
            <a:off x="5486400" y="2133600"/>
            <a:ext cx="3333750" cy="3600510"/>
            <a:chOff x="5486400" y="2133600"/>
            <a:chExt cx="3333750" cy="3600510"/>
          </a:xfrm>
        </p:grpSpPr>
        <p:grpSp>
          <p:nvGrpSpPr>
            <p:cNvPr id="24" name="Group 23"/>
            <p:cNvGrpSpPr/>
            <p:nvPr/>
          </p:nvGrpSpPr>
          <p:grpSpPr>
            <a:xfrm>
              <a:off x="5638800" y="2133600"/>
              <a:ext cx="3181350" cy="2638425"/>
              <a:chOff x="5638800" y="2133600"/>
              <a:chExt cx="3181350" cy="2638425"/>
            </a:xfrm>
          </p:grpSpPr>
          <p:pic>
            <p:nvPicPr>
              <p:cNvPr id="41990" name="Picture 6"/>
              <p:cNvPicPr>
                <a:picLocks noChangeAspect="1" noChangeArrowheads="1"/>
              </p:cNvPicPr>
              <p:nvPr/>
            </p:nvPicPr>
            <p:blipFill>
              <a:blip r:embed="rId7" cstate="print"/>
              <a:srcRect/>
              <a:stretch>
                <a:fillRect/>
              </a:stretch>
            </p:blipFill>
            <p:spPr bwMode="auto">
              <a:xfrm>
                <a:off x="5638800" y="2133600"/>
                <a:ext cx="3181350" cy="26384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8" name="TextBox 17"/>
              <p:cNvSpPr txBox="1"/>
              <p:nvPr/>
            </p:nvSpPr>
            <p:spPr>
              <a:xfrm>
                <a:off x="6324600" y="3810000"/>
                <a:ext cx="457200" cy="369332"/>
              </a:xfrm>
              <a:prstGeom prst="rect">
                <a:avLst/>
              </a:prstGeom>
              <a:solidFill>
                <a:srgbClr val="00B0F0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 smtClean="0">
                    <a:solidFill>
                      <a:srgbClr val="FFFF00"/>
                    </a:solidFill>
                  </a:rPr>
                  <a:t>Z</a:t>
                </a:r>
                <a:r>
                  <a:rPr lang="en-US" baseline="-25000" dirty="0" smtClean="0">
                    <a:solidFill>
                      <a:srgbClr val="FFFF00"/>
                    </a:solidFill>
                  </a:rPr>
                  <a:t>1</a:t>
                </a:r>
                <a:endParaRPr lang="en-US" baseline="-25000" dirty="0">
                  <a:solidFill>
                    <a:srgbClr val="FFFF00"/>
                  </a:solidFill>
                </a:endParaRPr>
              </a:p>
            </p:txBody>
          </p:sp>
          <p:sp>
            <p:nvSpPr>
              <p:cNvPr id="19" name="TextBox 18"/>
              <p:cNvSpPr txBox="1"/>
              <p:nvPr/>
            </p:nvSpPr>
            <p:spPr>
              <a:xfrm>
                <a:off x="7563256" y="3790544"/>
                <a:ext cx="457200" cy="369332"/>
              </a:xfrm>
              <a:prstGeom prst="rect">
                <a:avLst/>
              </a:prstGeom>
              <a:solidFill>
                <a:srgbClr val="00B0F0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 smtClean="0">
                    <a:solidFill>
                      <a:srgbClr val="FFFF00"/>
                    </a:solidFill>
                  </a:rPr>
                  <a:t>Z</a:t>
                </a:r>
                <a:r>
                  <a:rPr lang="en-US" baseline="-25000" dirty="0" smtClean="0">
                    <a:solidFill>
                      <a:srgbClr val="FFFF00"/>
                    </a:solidFill>
                  </a:rPr>
                  <a:t>2</a:t>
                </a:r>
                <a:endParaRPr lang="en-US" baseline="-25000" dirty="0">
                  <a:solidFill>
                    <a:srgbClr val="FFFF00"/>
                  </a:solidFill>
                </a:endParaRPr>
              </a:p>
            </p:txBody>
          </p:sp>
          <p:sp>
            <p:nvSpPr>
              <p:cNvPr id="20" name="TextBox 19"/>
              <p:cNvSpPr txBox="1"/>
              <p:nvPr/>
            </p:nvSpPr>
            <p:spPr>
              <a:xfrm>
                <a:off x="6973112" y="4304488"/>
                <a:ext cx="457200" cy="369332"/>
              </a:xfrm>
              <a:prstGeom prst="rect">
                <a:avLst/>
              </a:prstGeom>
              <a:solidFill>
                <a:srgbClr val="00B0F0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 smtClean="0">
                    <a:solidFill>
                      <a:srgbClr val="FFFF00"/>
                    </a:solidFill>
                  </a:rPr>
                  <a:t>Z</a:t>
                </a:r>
                <a:r>
                  <a:rPr lang="en-US" baseline="-25000" dirty="0" smtClean="0">
                    <a:solidFill>
                      <a:srgbClr val="FFFF00"/>
                    </a:solidFill>
                  </a:rPr>
                  <a:t>3</a:t>
                </a:r>
                <a:endParaRPr lang="en-US" baseline="-25000" dirty="0">
                  <a:solidFill>
                    <a:srgbClr val="FFFF00"/>
                  </a:solidFill>
                </a:endParaRPr>
              </a:p>
            </p:txBody>
          </p:sp>
        </p:grpSp>
        <p:sp>
          <p:nvSpPr>
            <p:cNvPr id="25" name="Oval 24"/>
            <p:cNvSpPr/>
            <p:nvPr/>
          </p:nvSpPr>
          <p:spPr>
            <a:xfrm>
              <a:off x="5638800" y="3352800"/>
              <a:ext cx="3048000" cy="1600200"/>
            </a:xfrm>
            <a:prstGeom prst="ellipse">
              <a:avLst/>
            </a:prstGeom>
            <a:noFill/>
            <a:ln w="28575"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5486400" y="5334000"/>
              <a:ext cx="1600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 err="1" smtClean="0">
                  <a:latin typeface="Constantia" pitchFamily="18" charset="0"/>
                </a:rPr>
                <a:t>Khối</a:t>
              </a:r>
              <a:r>
                <a:rPr lang="en-US" sz="2000" dirty="0" smtClean="0">
                  <a:latin typeface="Constantia" pitchFamily="18" charset="0"/>
                </a:rPr>
                <a:t> </a:t>
              </a:r>
              <a:r>
                <a:rPr lang="en-US" sz="2000" dirty="0" err="1" smtClean="0">
                  <a:latin typeface="Constantia" pitchFamily="18" charset="0"/>
                </a:rPr>
                <a:t>hồi</a:t>
              </a:r>
              <a:r>
                <a:rPr lang="en-US" sz="2000" dirty="0" smtClean="0">
                  <a:latin typeface="Constantia" pitchFamily="18" charset="0"/>
                </a:rPr>
                <a:t> </a:t>
              </a:r>
              <a:r>
                <a:rPr lang="en-US" sz="2000" dirty="0" err="1" smtClean="0">
                  <a:latin typeface="Constantia" pitchFamily="18" charset="0"/>
                </a:rPr>
                <a:t>tiếp</a:t>
              </a:r>
              <a:endParaRPr lang="en-US" sz="2000" dirty="0">
                <a:latin typeface="Constantia" pitchFamily="18" charset="0"/>
              </a:endParaRPr>
            </a:p>
          </p:txBody>
        </p:sp>
        <p:sp>
          <p:nvSpPr>
            <p:cNvPr id="28" name="Right Arrow 27"/>
            <p:cNvSpPr/>
            <p:nvPr/>
          </p:nvSpPr>
          <p:spPr>
            <a:xfrm rot="17406557">
              <a:off x="6365458" y="4855969"/>
              <a:ext cx="762000" cy="45720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304800" y="5791200"/>
            <a:ext cx="4865688" cy="696913"/>
            <a:chOff x="304800" y="5791200"/>
            <a:chExt cx="4865688" cy="696913"/>
          </a:xfrm>
        </p:grpSpPr>
        <p:graphicFrame>
          <p:nvGraphicFramePr>
            <p:cNvPr id="41993" name="Object 9"/>
            <p:cNvGraphicFramePr>
              <a:graphicFrameLocks noChangeAspect="1"/>
            </p:cNvGraphicFramePr>
            <p:nvPr/>
          </p:nvGraphicFramePr>
          <p:xfrm>
            <a:off x="2590800" y="5791200"/>
            <a:ext cx="2579688" cy="6937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017" name="Equation" r:id="rId8" imgW="1777680" imgH="482400" progId="Equation.3">
                    <p:embed/>
                  </p:oleObj>
                </mc:Choice>
                <mc:Fallback>
                  <p:oleObj name="Equation" r:id="rId8" imgW="1777680" imgH="482400" progId="Equation.3">
                    <p:embed/>
                    <p:pic>
                      <p:nvPicPr>
                        <p:cNvPr id="0" name="Picture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90800" y="5791200"/>
                          <a:ext cx="2579688" cy="693738"/>
                        </a:xfrm>
                        <a:prstGeom prst="rect">
                          <a:avLst/>
                        </a:prstGeom>
                        <a:noFill/>
                        <a:ln w="19050">
                          <a:solidFill>
                            <a:srgbClr val="FF3300"/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" name="Right Arrow 21"/>
            <p:cNvSpPr/>
            <p:nvPr/>
          </p:nvSpPr>
          <p:spPr>
            <a:xfrm>
              <a:off x="304800" y="6096000"/>
              <a:ext cx="457200" cy="22860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41994" name="Object 10"/>
            <p:cNvGraphicFramePr>
              <a:graphicFrameLocks noChangeAspect="1"/>
            </p:cNvGraphicFramePr>
            <p:nvPr/>
          </p:nvGraphicFramePr>
          <p:xfrm>
            <a:off x="1033463" y="5867400"/>
            <a:ext cx="884237" cy="6207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018" name="Equation" r:id="rId10" imgW="609480" imgH="431640" progId="Equation.3">
                    <p:embed/>
                  </p:oleObj>
                </mc:Choice>
                <mc:Fallback>
                  <p:oleObj name="Equation" r:id="rId10" imgW="609480" imgH="431640" progId="Equation.3">
                    <p:embed/>
                    <p:pic>
                      <p:nvPicPr>
                        <p:cNvPr id="0" name="Picture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33463" y="5867400"/>
                          <a:ext cx="884237" cy="620713"/>
                        </a:xfrm>
                        <a:prstGeom prst="rect">
                          <a:avLst/>
                        </a:prstGeom>
                        <a:noFill/>
                        <a:ln w="19050">
                          <a:solidFill>
                            <a:srgbClr val="FF3300"/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" name="Right Arrow 26"/>
            <p:cNvSpPr/>
            <p:nvPr/>
          </p:nvSpPr>
          <p:spPr>
            <a:xfrm>
              <a:off x="2057400" y="6019800"/>
              <a:ext cx="457200" cy="22860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AU" sz="2400" i="1" u="sng" dirty="0" err="1" smtClean="0">
                <a:latin typeface="Constantia" pitchFamily="18" charset="0"/>
              </a:rPr>
              <a:t>Phân</a:t>
            </a:r>
            <a:r>
              <a:rPr lang="en-AU" sz="2400" i="1" u="sng" dirty="0" smtClean="0">
                <a:latin typeface="Constantia" pitchFamily="18" charset="0"/>
              </a:rPr>
              <a:t> </a:t>
            </a:r>
            <a:r>
              <a:rPr lang="en-AU" sz="2400" i="1" u="sng" dirty="0" err="1" smtClean="0">
                <a:latin typeface="Constantia" pitchFamily="18" charset="0"/>
              </a:rPr>
              <a:t>loại</a:t>
            </a:r>
            <a:endParaRPr lang="en-AU" sz="2400" dirty="0" smtClean="0">
              <a:latin typeface="Constantia" pitchFamily="18" charset="0"/>
            </a:endParaRPr>
          </a:p>
          <a:p>
            <a:r>
              <a:rPr lang="en-AU" sz="2000" dirty="0" err="1" smtClean="0">
                <a:latin typeface="Constantia" pitchFamily="18" charset="0"/>
              </a:rPr>
              <a:t>Tuỳ</a:t>
            </a:r>
            <a:r>
              <a:rPr lang="en-AU" sz="2000" dirty="0" smtClean="0">
                <a:latin typeface="Constantia" pitchFamily="18" charset="0"/>
              </a:rPr>
              <a:t> </a:t>
            </a:r>
            <a:r>
              <a:rPr lang="en-AU" sz="2000" dirty="0" err="1">
                <a:latin typeface="Constantia" pitchFamily="18" charset="0"/>
              </a:rPr>
              <a:t>thuộc</a:t>
            </a:r>
            <a:r>
              <a:rPr lang="en-AU" sz="2000" dirty="0">
                <a:latin typeface="Constantia" pitchFamily="18" charset="0"/>
              </a:rPr>
              <a:t> </a:t>
            </a:r>
            <a:r>
              <a:rPr lang="en-AU" sz="2000" dirty="0" err="1">
                <a:latin typeface="Constantia" pitchFamily="18" charset="0"/>
              </a:rPr>
              <a:t>vào</a:t>
            </a:r>
            <a:r>
              <a:rPr lang="en-AU" sz="2000" dirty="0">
                <a:latin typeface="Constantia" pitchFamily="18" charset="0"/>
              </a:rPr>
              <a:t> Z</a:t>
            </a:r>
            <a:r>
              <a:rPr lang="en-AU" sz="2000" baseline="-25000" dirty="0">
                <a:latin typeface="Constantia" pitchFamily="18" charset="0"/>
              </a:rPr>
              <a:t>1</a:t>
            </a:r>
            <a:r>
              <a:rPr lang="en-AU" sz="2000" dirty="0">
                <a:latin typeface="Constantia" pitchFamily="18" charset="0"/>
              </a:rPr>
              <a:t>, Z</a:t>
            </a:r>
            <a:r>
              <a:rPr lang="en-AU" sz="2000" baseline="-25000" dirty="0">
                <a:latin typeface="Constantia" pitchFamily="18" charset="0"/>
              </a:rPr>
              <a:t>2</a:t>
            </a:r>
            <a:r>
              <a:rPr lang="en-AU" sz="2000" dirty="0">
                <a:latin typeface="Constantia" pitchFamily="18" charset="0"/>
              </a:rPr>
              <a:t> , Z</a:t>
            </a:r>
            <a:r>
              <a:rPr lang="en-AU" sz="2000" baseline="-25000" dirty="0">
                <a:latin typeface="Constantia" pitchFamily="18" charset="0"/>
              </a:rPr>
              <a:t>3</a:t>
            </a:r>
            <a:r>
              <a:rPr lang="en-AU" sz="2000" dirty="0">
                <a:latin typeface="Constantia" pitchFamily="18" charset="0"/>
              </a:rPr>
              <a:t> </a:t>
            </a:r>
            <a:r>
              <a:rPr lang="en-AU" sz="2000" dirty="0" err="1">
                <a:latin typeface="Constantia" pitchFamily="18" charset="0"/>
              </a:rPr>
              <a:t>là</a:t>
            </a:r>
            <a:r>
              <a:rPr lang="en-AU" sz="2000" dirty="0">
                <a:latin typeface="Constantia" pitchFamily="18" charset="0"/>
              </a:rPr>
              <a:t> </a:t>
            </a:r>
            <a:r>
              <a:rPr lang="en-AU" sz="2000" dirty="0" err="1">
                <a:latin typeface="Constantia" pitchFamily="18" charset="0"/>
              </a:rPr>
              <a:t>tụ</a:t>
            </a:r>
            <a:r>
              <a:rPr lang="en-AU" sz="2000" dirty="0">
                <a:latin typeface="Constantia" pitchFamily="18" charset="0"/>
              </a:rPr>
              <a:t> </a:t>
            </a:r>
            <a:r>
              <a:rPr lang="en-AU" sz="2000" dirty="0" err="1">
                <a:latin typeface="Constantia" pitchFamily="18" charset="0"/>
              </a:rPr>
              <a:t>điện</a:t>
            </a:r>
            <a:r>
              <a:rPr lang="en-AU" sz="2000" dirty="0">
                <a:latin typeface="Constantia" pitchFamily="18" charset="0"/>
              </a:rPr>
              <a:t> hay </a:t>
            </a:r>
            <a:r>
              <a:rPr lang="en-AU" sz="2000" dirty="0" err="1">
                <a:latin typeface="Constantia" pitchFamily="18" charset="0"/>
              </a:rPr>
              <a:t>cuộn</a:t>
            </a:r>
            <a:r>
              <a:rPr lang="en-AU" sz="2000" dirty="0">
                <a:latin typeface="Constantia" pitchFamily="18" charset="0"/>
              </a:rPr>
              <a:t> </a:t>
            </a:r>
            <a:r>
              <a:rPr lang="en-AU" sz="2000" dirty="0" err="1">
                <a:latin typeface="Constantia" pitchFamily="18" charset="0"/>
              </a:rPr>
              <a:t>cảm</a:t>
            </a:r>
            <a:r>
              <a:rPr lang="en-AU" sz="2000" dirty="0">
                <a:latin typeface="Constantia" pitchFamily="18" charset="0"/>
              </a:rPr>
              <a:t> </a:t>
            </a:r>
            <a:r>
              <a:rPr lang="en-AU" sz="2000" dirty="0" err="1">
                <a:latin typeface="Constantia" pitchFamily="18" charset="0"/>
              </a:rPr>
              <a:t>và</a:t>
            </a:r>
            <a:r>
              <a:rPr lang="en-AU" sz="2000" dirty="0">
                <a:latin typeface="Constantia" pitchFamily="18" charset="0"/>
              </a:rPr>
              <a:t> </a:t>
            </a:r>
            <a:r>
              <a:rPr lang="en-AU" sz="2000" dirty="0" err="1">
                <a:latin typeface="Constantia" pitchFamily="18" charset="0"/>
              </a:rPr>
              <a:t>tính</a:t>
            </a:r>
            <a:r>
              <a:rPr lang="en-AU" sz="2000" dirty="0">
                <a:latin typeface="Constantia" pitchFamily="18" charset="0"/>
              </a:rPr>
              <a:t> </a:t>
            </a:r>
            <a:r>
              <a:rPr lang="en-AU" sz="2000" dirty="0" err="1">
                <a:latin typeface="Constantia" pitchFamily="18" charset="0"/>
              </a:rPr>
              <a:t>chất</a:t>
            </a:r>
            <a:r>
              <a:rPr lang="en-AU" sz="2000" dirty="0">
                <a:latin typeface="Constantia" pitchFamily="18" charset="0"/>
              </a:rPr>
              <a:t> </a:t>
            </a:r>
            <a:r>
              <a:rPr lang="en-AU" sz="2000" dirty="0" err="1">
                <a:latin typeface="Constantia" pitchFamily="18" charset="0"/>
              </a:rPr>
              <a:t>của</a:t>
            </a:r>
            <a:r>
              <a:rPr lang="en-AU" sz="2000" dirty="0">
                <a:latin typeface="Constantia" pitchFamily="18" charset="0"/>
              </a:rPr>
              <a:t> </a:t>
            </a:r>
            <a:r>
              <a:rPr lang="en-AU" sz="2000" dirty="0" err="1">
                <a:latin typeface="Constantia" pitchFamily="18" charset="0"/>
              </a:rPr>
              <a:t>mạch</a:t>
            </a:r>
            <a:r>
              <a:rPr lang="en-AU" sz="2000" dirty="0">
                <a:latin typeface="Constantia" pitchFamily="18" charset="0"/>
              </a:rPr>
              <a:t> </a:t>
            </a:r>
            <a:r>
              <a:rPr lang="en-AU" sz="2000" dirty="0" err="1">
                <a:latin typeface="Constantia" pitchFamily="18" charset="0"/>
              </a:rPr>
              <a:t>khuếch</a:t>
            </a:r>
            <a:r>
              <a:rPr lang="en-AU" sz="2000" dirty="0">
                <a:latin typeface="Constantia" pitchFamily="18" charset="0"/>
              </a:rPr>
              <a:t> </a:t>
            </a:r>
            <a:r>
              <a:rPr lang="en-AU" sz="2000" dirty="0" err="1">
                <a:latin typeface="Constantia" pitchFamily="18" charset="0"/>
              </a:rPr>
              <a:t>đại</a:t>
            </a:r>
            <a:r>
              <a:rPr lang="en-AU" sz="2000" dirty="0">
                <a:latin typeface="Constantia" pitchFamily="18" charset="0"/>
              </a:rPr>
              <a:t> </a:t>
            </a:r>
            <a:r>
              <a:rPr lang="en-AU" sz="2000" dirty="0" err="1">
                <a:latin typeface="Constantia" pitchFamily="18" charset="0"/>
              </a:rPr>
              <a:t>mà</a:t>
            </a:r>
            <a:r>
              <a:rPr lang="en-AU" sz="2000" dirty="0">
                <a:latin typeface="Constantia" pitchFamily="18" charset="0"/>
              </a:rPr>
              <a:t> </a:t>
            </a:r>
            <a:r>
              <a:rPr lang="en-AU" sz="2000" dirty="0" err="1">
                <a:latin typeface="Constantia" pitchFamily="18" charset="0"/>
              </a:rPr>
              <a:t>ta</a:t>
            </a:r>
            <a:r>
              <a:rPr lang="en-AU" sz="2000" dirty="0">
                <a:latin typeface="Constantia" pitchFamily="18" charset="0"/>
              </a:rPr>
              <a:t> </a:t>
            </a:r>
            <a:r>
              <a:rPr lang="en-AU" sz="2000" dirty="0" err="1">
                <a:latin typeface="Constantia" pitchFamily="18" charset="0"/>
              </a:rPr>
              <a:t>có</a:t>
            </a:r>
            <a:r>
              <a:rPr lang="en-AU" sz="2000" dirty="0">
                <a:latin typeface="Constantia" pitchFamily="18" charset="0"/>
              </a:rPr>
              <a:t> </a:t>
            </a:r>
            <a:r>
              <a:rPr lang="en-AU" sz="2000" dirty="0" err="1">
                <a:latin typeface="Constantia" pitchFamily="18" charset="0"/>
              </a:rPr>
              <a:t>các</a:t>
            </a:r>
            <a:r>
              <a:rPr lang="en-AU" sz="2000" dirty="0">
                <a:latin typeface="Constantia" pitchFamily="18" charset="0"/>
              </a:rPr>
              <a:t> </a:t>
            </a:r>
            <a:r>
              <a:rPr lang="en-AU" sz="2000" dirty="0" err="1">
                <a:latin typeface="Constantia" pitchFamily="18" charset="0"/>
              </a:rPr>
              <a:t>mạch</a:t>
            </a:r>
            <a:r>
              <a:rPr lang="en-AU" sz="2000" dirty="0">
                <a:latin typeface="Constantia" pitchFamily="18" charset="0"/>
              </a:rPr>
              <a:t> </a:t>
            </a:r>
            <a:r>
              <a:rPr lang="en-AU" sz="2000" dirty="0" err="1">
                <a:latin typeface="Constantia" pitchFamily="18" charset="0"/>
              </a:rPr>
              <a:t>dao</a:t>
            </a:r>
            <a:r>
              <a:rPr lang="en-AU" sz="2000" dirty="0">
                <a:latin typeface="Constantia" pitchFamily="18" charset="0"/>
              </a:rPr>
              <a:t> </a:t>
            </a:r>
            <a:r>
              <a:rPr lang="en-AU" sz="2000" dirty="0" err="1">
                <a:latin typeface="Constantia" pitchFamily="18" charset="0"/>
              </a:rPr>
              <a:t>động</a:t>
            </a:r>
            <a:r>
              <a:rPr lang="en-AU" sz="2000" dirty="0">
                <a:latin typeface="Constantia" pitchFamily="18" charset="0"/>
              </a:rPr>
              <a:t> </a:t>
            </a:r>
            <a:r>
              <a:rPr lang="en-AU" sz="2000" dirty="0" err="1">
                <a:latin typeface="Constantia" pitchFamily="18" charset="0"/>
              </a:rPr>
              <a:t>sau</a:t>
            </a:r>
            <a:r>
              <a:rPr lang="en-AU" sz="2000" dirty="0">
                <a:latin typeface="Constantia" pitchFamily="18" charset="0"/>
              </a:rPr>
              <a:t>:</a:t>
            </a:r>
          </a:p>
          <a:p>
            <a:pPr>
              <a:buNone/>
            </a:pPr>
            <a:endParaRPr lang="en-AU" sz="2800" dirty="0">
              <a:latin typeface="Constantia" pitchFamily="18" charset="0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04800" y="2819400"/>
          <a:ext cx="8382000" cy="3352800"/>
        </p:xfrm>
        <a:graphic>
          <a:graphicData uri="http://schemas.openxmlformats.org/drawingml/2006/table">
            <a:tbl>
              <a:tblPr/>
              <a:tblGrid>
                <a:gridCol w="2133600"/>
                <a:gridCol w="1447800"/>
                <a:gridCol w="914400"/>
                <a:gridCol w="1348888"/>
                <a:gridCol w="2537312"/>
              </a:tblGrid>
              <a:tr h="411998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AU" sz="2000" dirty="0" err="1">
                          <a:latin typeface="Times New Roman"/>
                          <a:ea typeface="MS Mincho"/>
                        </a:rPr>
                        <a:t>Mạch</a:t>
                      </a:r>
                      <a:r>
                        <a:rPr lang="en-AU" sz="2000" dirty="0">
                          <a:latin typeface="Times New Roman"/>
                          <a:ea typeface="MS Mincho"/>
                        </a:rPr>
                        <a:t> </a:t>
                      </a:r>
                      <a:r>
                        <a:rPr lang="en-AU" sz="2000" dirty="0" err="1">
                          <a:latin typeface="Times New Roman"/>
                          <a:ea typeface="MS Mincho"/>
                        </a:rPr>
                        <a:t>dao</a:t>
                      </a:r>
                      <a:r>
                        <a:rPr lang="en-AU" sz="2000" dirty="0">
                          <a:latin typeface="Times New Roman"/>
                          <a:ea typeface="MS Mincho"/>
                        </a:rPr>
                        <a:t> </a:t>
                      </a:r>
                      <a:r>
                        <a:rPr lang="en-AU" sz="2000" dirty="0" err="1">
                          <a:latin typeface="Times New Roman"/>
                          <a:ea typeface="MS Mincho"/>
                        </a:rPr>
                        <a:t>động</a:t>
                      </a:r>
                      <a:endParaRPr lang="en-AU" sz="2000" dirty="0">
                        <a:latin typeface="Times New Roman"/>
                        <a:ea typeface="MS Mincho"/>
                      </a:endParaRPr>
                    </a:p>
                  </a:txBody>
                  <a:tcPr marL="62416" marR="6241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AU" sz="2000">
                          <a:latin typeface="Times New Roman"/>
                          <a:ea typeface="MS Mincho"/>
                        </a:rPr>
                        <a:t>Z</a:t>
                      </a:r>
                      <a:r>
                        <a:rPr lang="en-AU" sz="2000" baseline="-25000">
                          <a:latin typeface="Times New Roman"/>
                          <a:ea typeface="MS Mincho"/>
                        </a:rPr>
                        <a:t>1</a:t>
                      </a:r>
                      <a:endParaRPr lang="en-AU" sz="2000">
                        <a:latin typeface="Times New Roman"/>
                        <a:ea typeface="MS Mincho"/>
                      </a:endParaRPr>
                    </a:p>
                  </a:txBody>
                  <a:tcPr marL="62416" marR="6241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AU" sz="2000">
                          <a:latin typeface="Times New Roman"/>
                          <a:ea typeface="MS Mincho"/>
                        </a:rPr>
                        <a:t>Z</a:t>
                      </a:r>
                      <a:r>
                        <a:rPr lang="en-AU" sz="2000" baseline="-25000">
                          <a:latin typeface="Times New Roman"/>
                          <a:ea typeface="MS Mincho"/>
                        </a:rPr>
                        <a:t>2</a:t>
                      </a:r>
                      <a:endParaRPr lang="en-AU" sz="2000">
                        <a:latin typeface="Times New Roman"/>
                        <a:ea typeface="MS Mincho"/>
                      </a:endParaRPr>
                    </a:p>
                  </a:txBody>
                  <a:tcPr marL="62416" marR="6241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AU" sz="2000" dirty="0">
                          <a:latin typeface="Times New Roman"/>
                          <a:ea typeface="MS Mincho"/>
                        </a:rPr>
                        <a:t>Z</a:t>
                      </a:r>
                      <a:r>
                        <a:rPr lang="en-AU" sz="2000" baseline="-25000" dirty="0">
                          <a:latin typeface="Times New Roman"/>
                          <a:ea typeface="MS Mincho"/>
                        </a:rPr>
                        <a:t>3</a:t>
                      </a:r>
                      <a:endParaRPr lang="en-AU" sz="2000" dirty="0">
                        <a:latin typeface="Times New Roman"/>
                        <a:ea typeface="MS Mincho"/>
                      </a:endParaRPr>
                    </a:p>
                  </a:txBody>
                  <a:tcPr marL="62416" marR="6241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AU" sz="2000" dirty="0" err="1">
                          <a:latin typeface="Times New Roman"/>
                          <a:ea typeface="MS Mincho"/>
                        </a:rPr>
                        <a:t>Mạch</a:t>
                      </a:r>
                      <a:r>
                        <a:rPr lang="en-AU" sz="2000" dirty="0">
                          <a:latin typeface="Times New Roman"/>
                          <a:ea typeface="MS Mincho"/>
                        </a:rPr>
                        <a:t> </a:t>
                      </a:r>
                      <a:r>
                        <a:rPr lang="en-AU" sz="2000" dirty="0" err="1">
                          <a:latin typeface="Times New Roman"/>
                          <a:ea typeface="MS Mincho"/>
                        </a:rPr>
                        <a:t>khuếch</a:t>
                      </a:r>
                      <a:r>
                        <a:rPr lang="en-AU" sz="2000" dirty="0">
                          <a:latin typeface="Times New Roman"/>
                          <a:ea typeface="MS Mincho"/>
                        </a:rPr>
                        <a:t> </a:t>
                      </a:r>
                      <a:r>
                        <a:rPr lang="en-AU" sz="2000" dirty="0" err="1">
                          <a:latin typeface="Times New Roman"/>
                          <a:ea typeface="MS Mincho"/>
                        </a:rPr>
                        <a:t>đại</a:t>
                      </a:r>
                      <a:r>
                        <a:rPr lang="en-AU" sz="2000" dirty="0">
                          <a:latin typeface="Times New Roman"/>
                          <a:ea typeface="MS Mincho"/>
                        </a:rPr>
                        <a:t> </a:t>
                      </a:r>
                    </a:p>
                  </a:txBody>
                  <a:tcPr marL="62416" marR="6241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487199">
                <a:tc rowSpan="2">
                  <a:txBody>
                    <a:bodyPr/>
                    <a:lstStyle/>
                    <a:p>
                      <a:pPr algn="just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AU" sz="2000" dirty="0" smtClean="0">
                          <a:latin typeface="Times New Roman"/>
                          <a:ea typeface="MS Mincho"/>
                        </a:rPr>
                        <a:t>Hartley </a:t>
                      </a:r>
                      <a:endParaRPr lang="en-AU" sz="2000" dirty="0">
                        <a:latin typeface="Times New Roman"/>
                        <a:ea typeface="MS Mincho"/>
                      </a:endParaRPr>
                    </a:p>
                  </a:txBody>
                  <a:tcPr marL="62416" marR="6241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AU" sz="2000" dirty="0">
                          <a:latin typeface="Times New Roman"/>
                          <a:ea typeface="MS Mincho"/>
                        </a:rPr>
                        <a:t>L</a:t>
                      </a:r>
                    </a:p>
                  </a:txBody>
                  <a:tcPr marL="62416" marR="6241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AU" sz="2000" dirty="0">
                          <a:latin typeface="Times New Roman"/>
                          <a:ea typeface="MS Mincho"/>
                        </a:rPr>
                        <a:t>L</a:t>
                      </a:r>
                    </a:p>
                  </a:txBody>
                  <a:tcPr marL="62416" marR="6241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AU" sz="2000" dirty="0">
                          <a:latin typeface="Times New Roman"/>
                          <a:ea typeface="MS Mincho"/>
                        </a:rPr>
                        <a:t>C</a:t>
                      </a:r>
                    </a:p>
                  </a:txBody>
                  <a:tcPr marL="62416" marR="6241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AU" sz="2000">
                          <a:latin typeface="Times New Roman"/>
                          <a:ea typeface="MS Mincho"/>
                        </a:rPr>
                        <a:t>Khuếch đại đảo</a:t>
                      </a:r>
                    </a:p>
                  </a:txBody>
                  <a:tcPr marL="62416" marR="6241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4807">
                <a:tc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AU" sz="2000" dirty="0">
                          <a:latin typeface="Times New Roman"/>
                          <a:ea typeface="MS Mincho"/>
                        </a:rPr>
                        <a:t>L</a:t>
                      </a:r>
                    </a:p>
                  </a:txBody>
                  <a:tcPr marL="62416" marR="6241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AU" sz="2000" dirty="0">
                          <a:latin typeface="Times New Roman"/>
                          <a:ea typeface="MS Mincho"/>
                        </a:rPr>
                        <a:t>C</a:t>
                      </a:r>
                    </a:p>
                  </a:txBody>
                  <a:tcPr marL="62416" marR="6241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AU" sz="2000" dirty="0">
                          <a:latin typeface="Times New Roman"/>
                          <a:ea typeface="MS Mincho"/>
                        </a:rPr>
                        <a:t>L</a:t>
                      </a:r>
                    </a:p>
                  </a:txBody>
                  <a:tcPr marL="62416" marR="6241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AU" sz="2000">
                          <a:latin typeface="Times New Roman"/>
                          <a:ea typeface="MS Mincho"/>
                        </a:rPr>
                        <a:t>Khuếch đại không đảo</a:t>
                      </a:r>
                    </a:p>
                  </a:txBody>
                  <a:tcPr marL="62416" marR="6241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199">
                <a:tc rowSpan="2">
                  <a:txBody>
                    <a:bodyPr/>
                    <a:lstStyle/>
                    <a:p>
                      <a:pPr algn="just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AU" sz="2000" dirty="0" err="1" smtClean="0">
                          <a:latin typeface="Times New Roman"/>
                          <a:ea typeface="MS Mincho"/>
                        </a:rPr>
                        <a:t>Colpitts</a:t>
                      </a:r>
                      <a:endParaRPr lang="en-AU" sz="2000" dirty="0">
                        <a:latin typeface="Times New Roman"/>
                        <a:ea typeface="MS Mincho"/>
                      </a:endParaRPr>
                    </a:p>
                  </a:txBody>
                  <a:tcPr marL="62416" marR="6241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AU" sz="2000" dirty="0">
                          <a:latin typeface="Times New Roman"/>
                          <a:ea typeface="MS Mincho"/>
                        </a:rPr>
                        <a:t>C</a:t>
                      </a:r>
                    </a:p>
                  </a:txBody>
                  <a:tcPr marL="62416" marR="6241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AU" sz="2000" dirty="0">
                          <a:latin typeface="Times New Roman"/>
                          <a:ea typeface="MS Mincho"/>
                        </a:rPr>
                        <a:t>C</a:t>
                      </a:r>
                    </a:p>
                  </a:txBody>
                  <a:tcPr marL="62416" marR="6241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AU" sz="2000" dirty="0">
                          <a:latin typeface="Times New Roman"/>
                          <a:ea typeface="MS Mincho"/>
                        </a:rPr>
                        <a:t>L</a:t>
                      </a:r>
                    </a:p>
                  </a:txBody>
                  <a:tcPr marL="62416" marR="6241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AU" sz="2000">
                          <a:latin typeface="Times New Roman"/>
                          <a:ea typeface="MS Mincho"/>
                        </a:rPr>
                        <a:t>Khuếch đại đảo</a:t>
                      </a:r>
                    </a:p>
                  </a:txBody>
                  <a:tcPr marL="62416" marR="6241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199">
                <a:tc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AU" sz="2000">
                          <a:latin typeface="Times New Roman"/>
                          <a:ea typeface="MS Mincho"/>
                        </a:rPr>
                        <a:t>L</a:t>
                      </a:r>
                    </a:p>
                  </a:txBody>
                  <a:tcPr marL="62416" marR="6241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AU" sz="2000" dirty="0">
                          <a:latin typeface="Times New Roman"/>
                          <a:ea typeface="MS Mincho"/>
                        </a:rPr>
                        <a:t>C</a:t>
                      </a:r>
                    </a:p>
                  </a:txBody>
                  <a:tcPr marL="62416" marR="6241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AU" sz="2000" dirty="0">
                          <a:latin typeface="Times New Roman"/>
                          <a:ea typeface="MS Mincho"/>
                        </a:rPr>
                        <a:t>C</a:t>
                      </a:r>
                    </a:p>
                  </a:txBody>
                  <a:tcPr marL="62416" marR="6241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AU" sz="2000">
                          <a:latin typeface="Times New Roman"/>
                          <a:ea typeface="MS Mincho"/>
                        </a:rPr>
                        <a:t>Khuếch đại không đảo</a:t>
                      </a:r>
                    </a:p>
                  </a:txBody>
                  <a:tcPr marL="62416" marR="6241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199">
                <a:tc>
                  <a:txBody>
                    <a:bodyPr/>
                    <a:lstStyle/>
                    <a:p>
                      <a:pPr algn="just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AU" sz="2000" dirty="0">
                          <a:latin typeface="Times New Roman"/>
                          <a:ea typeface="MS Mincho"/>
                        </a:rPr>
                        <a:t>Clapp</a:t>
                      </a:r>
                    </a:p>
                  </a:txBody>
                  <a:tcPr marL="62416" marR="6241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AU" sz="2000">
                          <a:latin typeface="Times New Roman"/>
                          <a:ea typeface="MS Mincho"/>
                        </a:rPr>
                        <a:t>C</a:t>
                      </a:r>
                    </a:p>
                  </a:txBody>
                  <a:tcPr marL="62416" marR="6241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AU" sz="2000">
                          <a:latin typeface="Times New Roman"/>
                          <a:ea typeface="MS Mincho"/>
                        </a:rPr>
                        <a:t>C</a:t>
                      </a:r>
                    </a:p>
                  </a:txBody>
                  <a:tcPr marL="62416" marR="6241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AU" sz="2000" dirty="0">
                          <a:latin typeface="Times New Roman"/>
                          <a:ea typeface="MS Mincho"/>
                        </a:rPr>
                        <a:t>L </a:t>
                      </a:r>
                      <a:r>
                        <a:rPr lang="en-AU" sz="2000" dirty="0" err="1">
                          <a:latin typeface="Times New Roman"/>
                          <a:ea typeface="MS Mincho"/>
                        </a:rPr>
                        <a:t>nt</a:t>
                      </a:r>
                      <a:r>
                        <a:rPr lang="en-AU" sz="2000" dirty="0">
                          <a:latin typeface="Times New Roman"/>
                          <a:ea typeface="MS Mincho"/>
                        </a:rPr>
                        <a:t> C</a:t>
                      </a:r>
                    </a:p>
                  </a:txBody>
                  <a:tcPr marL="62416" marR="6241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AU" sz="2000" dirty="0" err="1">
                          <a:latin typeface="Times New Roman"/>
                          <a:ea typeface="MS Mincho"/>
                        </a:rPr>
                        <a:t>Khuếch</a:t>
                      </a:r>
                      <a:r>
                        <a:rPr lang="en-AU" sz="2000" dirty="0">
                          <a:latin typeface="Times New Roman"/>
                          <a:ea typeface="MS Mincho"/>
                        </a:rPr>
                        <a:t> </a:t>
                      </a:r>
                      <a:r>
                        <a:rPr lang="en-AU" sz="2000" dirty="0" err="1">
                          <a:latin typeface="Times New Roman"/>
                          <a:ea typeface="MS Mincho"/>
                        </a:rPr>
                        <a:t>đại</a:t>
                      </a:r>
                      <a:r>
                        <a:rPr lang="en-AU" sz="2000" dirty="0">
                          <a:latin typeface="Times New Roman"/>
                          <a:ea typeface="MS Mincho"/>
                        </a:rPr>
                        <a:t> </a:t>
                      </a:r>
                      <a:r>
                        <a:rPr lang="en-AU" sz="2000" dirty="0" err="1">
                          <a:latin typeface="Times New Roman"/>
                          <a:ea typeface="MS Mincho"/>
                        </a:rPr>
                        <a:t>đảo</a:t>
                      </a:r>
                      <a:endParaRPr lang="en-AU" sz="2000" dirty="0">
                        <a:latin typeface="Times New Roman"/>
                        <a:ea typeface="MS Mincho"/>
                      </a:endParaRPr>
                    </a:p>
                  </a:txBody>
                  <a:tcPr marL="62416" marR="6241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199">
                <a:tc>
                  <a:txBody>
                    <a:bodyPr/>
                    <a:lstStyle/>
                    <a:p>
                      <a:pPr algn="just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AU" sz="2000" dirty="0">
                          <a:latin typeface="Times New Roman"/>
                          <a:ea typeface="MS Mincho"/>
                        </a:rPr>
                        <a:t>Pierce Crystal</a:t>
                      </a:r>
                    </a:p>
                  </a:txBody>
                  <a:tcPr marL="62416" marR="6241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AU" sz="2000">
                          <a:latin typeface="Times New Roman"/>
                          <a:ea typeface="MS Mincho"/>
                        </a:rPr>
                        <a:t>C</a:t>
                      </a:r>
                    </a:p>
                  </a:txBody>
                  <a:tcPr marL="62416" marR="6241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AU" sz="2000">
                          <a:latin typeface="Times New Roman"/>
                          <a:ea typeface="MS Mincho"/>
                        </a:rPr>
                        <a:t>C</a:t>
                      </a:r>
                    </a:p>
                  </a:txBody>
                  <a:tcPr marL="62416" marR="6241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AU" sz="2000" dirty="0">
                          <a:latin typeface="Times New Roman"/>
                          <a:ea typeface="MS Mincho"/>
                        </a:rPr>
                        <a:t>XTAL (L)</a:t>
                      </a:r>
                    </a:p>
                  </a:txBody>
                  <a:tcPr marL="62416" marR="6241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AU" sz="2000" dirty="0" err="1">
                          <a:latin typeface="Times New Roman"/>
                          <a:ea typeface="MS Mincho"/>
                        </a:rPr>
                        <a:t>Khuếch</a:t>
                      </a:r>
                      <a:r>
                        <a:rPr lang="en-AU" sz="2000" dirty="0">
                          <a:latin typeface="Times New Roman"/>
                          <a:ea typeface="MS Mincho"/>
                        </a:rPr>
                        <a:t> </a:t>
                      </a:r>
                      <a:r>
                        <a:rPr lang="en-AU" sz="2000" dirty="0" err="1">
                          <a:latin typeface="Times New Roman"/>
                          <a:ea typeface="MS Mincho"/>
                        </a:rPr>
                        <a:t>đại</a:t>
                      </a:r>
                      <a:r>
                        <a:rPr lang="en-AU" sz="2000" dirty="0">
                          <a:latin typeface="Times New Roman"/>
                          <a:ea typeface="MS Mincho"/>
                        </a:rPr>
                        <a:t> </a:t>
                      </a:r>
                      <a:r>
                        <a:rPr lang="en-AU" sz="2000" dirty="0" err="1">
                          <a:latin typeface="Times New Roman"/>
                          <a:ea typeface="MS Mincho"/>
                        </a:rPr>
                        <a:t>đảo</a:t>
                      </a:r>
                      <a:endParaRPr lang="en-AU" sz="2000" dirty="0">
                        <a:latin typeface="Times New Roman"/>
                        <a:ea typeface="MS Mincho"/>
                      </a:endParaRPr>
                    </a:p>
                  </a:txBody>
                  <a:tcPr marL="62416" marR="6241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itle 1"/>
          <p:cNvSpPr txBox="1">
            <a:spLocks/>
          </p:cNvSpPr>
          <p:nvPr/>
        </p:nvSpPr>
        <p:spPr>
          <a:xfrm>
            <a:off x="116736" y="353440"/>
            <a:ext cx="8915400" cy="6553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bIns="91440" anchor="b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Mạc</a:t>
            </a:r>
            <a:r>
              <a:rPr lang="en-US" sz="4000" dirty="0" smtClean="0">
                <a:solidFill>
                  <a:srgbClr val="0033CC"/>
                </a:solidFill>
                <a:latin typeface="Constantia" pitchFamily="18" charset="0"/>
                <a:ea typeface="+mj-ea"/>
                <a:cs typeface="Times New Roman" pitchFamily="18" charset="0"/>
              </a:rPr>
              <a:t>h </a:t>
            </a:r>
            <a:r>
              <a:rPr lang="en-US" sz="4000" dirty="0" err="1" smtClean="0">
                <a:solidFill>
                  <a:srgbClr val="0033CC"/>
                </a:solidFill>
                <a:latin typeface="Constantia" pitchFamily="18" charset="0"/>
                <a:ea typeface="+mj-ea"/>
                <a:cs typeface="Times New Roman" pitchFamily="18" charset="0"/>
              </a:rPr>
              <a:t>tạo</a:t>
            </a:r>
            <a:r>
              <a:rPr lang="en-US" sz="4000" dirty="0" smtClean="0">
                <a:solidFill>
                  <a:srgbClr val="0033CC"/>
                </a:solidFill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lang="en-US" sz="4000" dirty="0" err="1" smtClean="0">
                <a:solidFill>
                  <a:srgbClr val="0033CC"/>
                </a:solidFill>
                <a:latin typeface="Constantia" pitchFamily="18" charset="0"/>
                <a:ea typeface="+mj-ea"/>
                <a:cs typeface="Times New Roman" pitchFamily="18" charset="0"/>
              </a:rPr>
              <a:t>dao</a:t>
            </a:r>
            <a:r>
              <a:rPr lang="en-US" sz="4000" dirty="0" smtClean="0">
                <a:solidFill>
                  <a:srgbClr val="0033CC"/>
                </a:solidFill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lang="en-US" sz="4000" dirty="0" err="1" smtClean="0">
                <a:solidFill>
                  <a:srgbClr val="0033CC"/>
                </a:solidFill>
                <a:latin typeface="Constantia" pitchFamily="18" charset="0"/>
                <a:ea typeface="+mj-ea"/>
                <a:cs typeface="Times New Roman" pitchFamily="18" charset="0"/>
              </a:rPr>
              <a:t>động</a:t>
            </a:r>
            <a:r>
              <a:rPr lang="en-US" sz="4000" dirty="0" smtClean="0">
                <a:solidFill>
                  <a:srgbClr val="0033CC"/>
                </a:solidFill>
                <a:latin typeface="Constantia" pitchFamily="18" charset="0"/>
                <a:ea typeface="+mj-ea"/>
                <a:cs typeface="Times New Roman" pitchFamily="18" charset="0"/>
              </a:rPr>
              <a:t> 3 </a:t>
            </a:r>
            <a:r>
              <a:rPr lang="en-US" sz="4000" dirty="0" err="1" smtClean="0">
                <a:solidFill>
                  <a:srgbClr val="0033CC"/>
                </a:solidFill>
                <a:latin typeface="Constantia" pitchFamily="18" charset="0"/>
                <a:ea typeface="+mj-ea"/>
                <a:cs typeface="Times New Roman" pitchFamily="18" charset="0"/>
              </a:rPr>
              <a:t>điểm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Constantia" pitchFamily="18" charset="0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152400" y="1447800"/>
            <a:ext cx="5105400" cy="5257800"/>
          </a:xfrm>
        </p:spPr>
        <p:txBody>
          <a:bodyPr>
            <a:normAutofit/>
          </a:bodyPr>
          <a:lstStyle/>
          <a:p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Mạch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Colpitts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gồm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một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mạch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khuếch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đại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và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một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mạch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hồi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tiếp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LC </a:t>
            </a:r>
            <a:endParaRPr lang="en-AU" sz="2000" dirty="0" smtClean="0">
              <a:latin typeface="Constantia" pitchFamily="18" charset="0"/>
              <a:cs typeface="Times New Roman" pitchFamily="18" charset="0"/>
            </a:endParaRPr>
          </a:p>
          <a:p>
            <a:r>
              <a:rPr lang="en-AU" sz="2000" dirty="0" err="1" smtClean="0">
                <a:latin typeface="Constantia" pitchFamily="18" charset="0"/>
                <a:cs typeface="Times New Roman" pitchFamily="18" charset="0"/>
              </a:rPr>
              <a:t>Có</a:t>
            </a:r>
            <a:r>
              <a:rPr lang="en-AU" sz="20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cấu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trúc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phân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chia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tụ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điện</a:t>
            </a:r>
            <a:r>
              <a:rPr lang="en-AU" sz="2000" dirty="0" smtClean="0">
                <a:latin typeface="Constantia" pitchFamily="18" charset="0"/>
                <a:cs typeface="Times New Roman" pitchFamily="18" charset="0"/>
              </a:rPr>
              <a:t>.</a:t>
            </a:r>
          </a:p>
          <a:p>
            <a:r>
              <a:rPr lang="en-AU" sz="20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Tần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số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dao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động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>
                <a:latin typeface="Constantia" pitchFamily="18" charset="0"/>
                <a:cs typeface="Times New Roman" pitchFamily="18" charset="0"/>
              </a:rPr>
              <a:t>của</a:t>
            </a:r>
            <a:r>
              <a:rPr lang="en-AU" sz="2000" dirty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AU" sz="2000" dirty="0" err="1" smtClean="0">
                <a:latin typeface="Constantia" pitchFamily="18" charset="0"/>
                <a:cs typeface="Times New Roman" pitchFamily="18" charset="0"/>
              </a:rPr>
              <a:t>mạch</a:t>
            </a:r>
            <a:endParaRPr lang="en-AU" sz="2000" dirty="0" smtClean="0">
              <a:latin typeface="Constantia" pitchFamily="18" charset="0"/>
              <a:cs typeface="Times New Roman" pitchFamily="18" charset="0"/>
            </a:endParaRPr>
          </a:p>
          <a:p>
            <a:endParaRPr lang="en-AU" sz="20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AU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err="1" smtClean="0">
                <a:latin typeface="Constantia" pitchFamily="18" charset="0"/>
              </a:rPr>
              <a:t>Hệ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số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hồi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tiếp</a:t>
            </a:r>
            <a:r>
              <a:rPr lang="en-US" sz="2000" dirty="0" smtClean="0">
                <a:latin typeface="Constantia" pitchFamily="18" charset="0"/>
              </a:rPr>
              <a:t> β   </a:t>
            </a:r>
            <a:r>
              <a:rPr lang="en-US" sz="2000" dirty="0" smtClean="0">
                <a:latin typeface="Constantia" pitchFamily="18" charset="0"/>
                <a:cs typeface="Times New Roman"/>
              </a:rPr>
              <a:t>→</a:t>
            </a:r>
            <a:endParaRPr lang="en-US" sz="2000" dirty="0" smtClean="0">
              <a:latin typeface="Constantia" pitchFamily="18" charset="0"/>
            </a:endParaRPr>
          </a:p>
          <a:p>
            <a:endParaRPr lang="en-US" sz="2000" dirty="0" smtClean="0">
              <a:latin typeface="Constantia" pitchFamily="18" charset="0"/>
            </a:endParaRPr>
          </a:p>
          <a:p>
            <a:r>
              <a:rPr lang="en-US" sz="2000" dirty="0" err="1" smtClean="0">
                <a:latin typeface="Constantia" pitchFamily="18" charset="0"/>
              </a:rPr>
              <a:t>Điều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kiện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cân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bằng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biên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độ</a:t>
            </a:r>
            <a:r>
              <a:rPr lang="en-US" sz="2000" dirty="0" smtClean="0">
                <a:latin typeface="Constantia" pitchFamily="18" charset="0"/>
              </a:rPr>
              <a:t> |</a:t>
            </a:r>
            <a:r>
              <a:rPr lang="en-US" sz="2000" i="1" dirty="0" err="1" smtClean="0">
                <a:latin typeface="Constantia" pitchFamily="18" charset="0"/>
              </a:rPr>
              <a:t>β|.|Ku</a:t>
            </a:r>
            <a:r>
              <a:rPr lang="en-US" sz="2000" i="1" dirty="0" smtClean="0">
                <a:latin typeface="Constantia" pitchFamily="18" charset="0"/>
              </a:rPr>
              <a:t>|≥1</a:t>
            </a:r>
            <a:r>
              <a:rPr lang="en-US" sz="2000" i="1" baseline="-25000" dirty="0" smtClean="0">
                <a:latin typeface="Constantia" pitchFamily="18" charset="0"/>
              </a:rPr>
              <a:t> </a:t>
            </a:r>
            <a:r>
              <a:rPr lang="en-US" sz="2000" dirty="0" smtClean="0">
                <a:latin typeface="Constantia" pitchFamily="18" charset="0"/>
              </a:rPr>
              <a:t> </a:t>
            </a:r>
            <a:endParaRPr lang="en-AU" sz="2000" dirty="0">
              <a:latin typeface="Constantia" pitchFamily="18" charset="0"/>
              <a:cs typeface="Times New Roman" pitchFamily="18" charset="0"/>
            </a:endParaRPr>
          </a:p>
        </p:txBody>
      </p:sp>
      <p:sp>
        <p:nvSpPr>
          <p:cNvPr id="4710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47105" name="Object 1"/>
          <p:cNvGraphicFramePr>
            <a:graphicFrameLocks noChangeAspect="1"/>
          </p:cNvGraphicFramePr>
          <p:nvPr/>
        </p:nvGraphicFramePr>
        <p:xfrm>
          <a:off x="1143000" y="2971800"/>
          <a:ext cx="12319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34" r:id="rId3" imgW="927100" imgH="457200" progId="">
                  <p:embed/>
                </p:oleObj>
              </mc:Choice>
              <mc:Fallback>
                <p:oleObj r:id="rId3" imgW="927100" imgH="457200" progId="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2971800"/>
                        <a:ext cx="1231900" cy="60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562600" y="990600"/>
            <a:ext cx="2863227" cy="282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Picture 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715000" y="3733800"/>
            <a:ext cx="2863227" cy="282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710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47107" name="Object 3"/>
          <p:cNvGraphicFramePr>
            <a:graphicFrameLocks noChangeAspect="1"/>
          </p:cNvGraphicFramePr>
          <p:nvPr/>
        </p:nvGraphicFramePr>
        <p:xfrm>
          <a:off x="2743200" y="2971800"/>
          <a:ext cx="103124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35" r:id="rId7" imgW="825500" imgH="431800" progId="">
                  <p:embed/>
                </p:oleObj>
              </mc:Choice>
              <mc:Fallback>
                <p:oleObj r:id="rId7" imgW="825500" imgH="431800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2971800"/>
                        <a:ext cx="1031240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1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7112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6" name="Title 1"/>
          <p:cNvSpPr txBox="1">
            <a:spLocks/>
          </p:cNvSpPr>
          <p:nvPr/>
        </p:nvSpPr>
        <p:spPr>
          <a:xfrm>
            <a:off x="116736" y="353440"/>
            <a:ext cx="8915400" cy="6553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bIns="91440" anchor="b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Mạc</a:t>
            </a:r>
            <a:r>
              <a:rPr lang="en-US" sz="4000" dirty="0" smtClean="0">
                <a:solidFill>
                  <a:srgbClr val="0033CC"/>
                </a:solidFill>
                <a:latin typeface="Constantia" pitchFamily="18" charset="0"/>
                <a:ea typeface="+mj-ea"/>
                <a:cs typeface="Times New Roman" pitchFamily="18" charset="0"/>
              </a:rPr>
              <a:t>h </a:t>
            </a:r>
            <a:r>
              <a:rPr lang="en-US" sz="4000" dirty="0" err="1" smtClean="0">
                <a:solidFill>
                  <a:srgbClr val="0033CC"/>
                </a:solidFill>
                <a:latin typeface="Constantia" pitchFamily="18" charset="0"/>
                <a:ea typeface="+mj-ea"/>
                <a:cs typeface="Times New Roman" pitchFamily="18" charset="0"/>
              </a:rPr>
              <a:t>tạo</a:t>
            </a:r>
            <a:r>
              <a:rPr lang="en-US" sz="4000" dirty="0" smtClean="0">
                <a:solidFill>
                  <a:srgbClr val="0033CC"/>
                </a:solidFill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lang="en-US" sz="4000" dirty="0" err="1" smtClean="0">
                <a:solidFill>
                  <a:srgbClr val="0033CC"/>
                </a:solidFill>
                <a:latin typeface="Constantia" pitchFamily="18" charset="0"/>
                <a:ea typeface="+mj-ea"/>
                <a:cs typeface="Times New Roman" pitchFamily="18" charset="0"/>
              </a:rPr>
              <a:t>dao</a:t>
            </a:r>
            <a:r>
              <a:rPr lang="en-US" sz="4000" dirty="0" smtClean="0">
                <a:solidFill>
                  <a:srgbClr val="0033CC"/>
                </a:solidFill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lang="en-US" sz="4000" dirty="0" err="1" smtClean="0">
                <a:solidFill>
                  <a:srgbClr val="0033CC"/>
                </a:solidFill>
                <a:latin typeface="Constantia" pitchFamily="18" charset="0"/>
                <a:ea typeface="+mj-ea"/>
                <a:cs typeface="Times New Roman" pitchFamily="18" charset="0"/>
              </a:rPr>
              <a:t>động</a:t>
            </a:r>
            <a:r>
              <a:rPr lang="en-US" sz="4000" dirty="0" smtClean="0">
                <a:solidFill>
                  <a:srgbClr val="0033CC"/>
                </a:solidFill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lang="en-US" sz="4000" dirty="0" err="1" smtClean="0">
                <a:solidFill>
                  <a:srgbClr val="0033CC"/>
                </a:solidFill>
                <a:latin typeface="Constantia" pitchFamily="18" charset="0"/>
                <a:ea typeface="+mj-ea"/>
                <a:cs typeface="Times New Roman" pitchFamily="18" charset="0"/>
              </a:rPr>
              <a:t>Colpitts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Constantia" pitchFamily="18" charset="0"/>
              <a:ea typeface="+mj-ea"/>
              <a:cs typeface="+mj-cs"/>
            </a:endParaRPr>
          </a:p>
        </p:txBody>
      </p:sp>
      <p:graphicFrame>
        <p:nvGraphicFramePr>
          <p:cNvPr id="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1185931"/>
              </p:ext>
            </p:extLst>
          </p:nvPr>
        </p:nvGraphicFramePr>
        <p:xfrm>
          <a:off x="2819400" y="3581400"/>
          <a:ext cx="2155825" cy="65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36" name="Equation" r:id="rId9" imgW="1485720" imgH="457200" progId="Equation.3">
                  <p:embed/>
                </p:oleObj>
              </mc:Choice>
              <mc:Fallback>
                <p:oleObj name="Equation" r:id="rId9" imgW="1485720" imgH="45720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3581400"/>
                        <a:ext cx="2155825" cy="657225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" name="Group 17"/>
          <p:cNvGrpSpPr/>
          <p:nvPr/>
        </p:nvGrpSpPr>
        <p:grpSpPr>
          <a:xfrm>
            <a:off x="762000" y="5199063"/>
            <a:ext cx="1839913" cy="620712"/>
            <a:chOff x="762000" y="5199063"/>
            <a:chExt cx="1839913" cy="620712"/>
          </a:xfrm>
        </p:grpSpPr>
        <p:graphicFrame>
          <p:nvGraphicFramePr>
            <p:cNvPr id="47113" name="Object 9"/>
            <p:cNvGraphicFramePr>
              <a:graphicFrameLocks noChangeAspect="1"/>
            </p:cNvGraphicFramePr>
            <p:nvPr/>
          </p:nvGraphicFramePr>
          <p:xfrm>
            <a:off x="1679575" y="5199063"/>
            <a:ext cx="922338" cy="6207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137" name="Equation" r:id="rId11" imgW="634680" imgH="431640" progId="Equation.3">
                    <p:embed/>
                  </p:oleObj>
                </mc:Choice>
                <mc:Fallback>
                  <p:oleObj name="Equation" r:id="rId11" imgW="634680" imgH="431640" progId="Equation.3">
                    <p:embed/>
                    <p:pic>
                      <p:nvPicPr>
                        <p:cNvPr id="0" name="Picture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79575" y="5199063"/>
                          <a:ext cx="922338" cy="620712"/>
                        </a:xfrm>
                        <a:prstGeom prst="rect">
                          <a:avLst/>
                        </a:prstGeom>
                        <a:noFill/>
                        <a:ln w="19050">
                          <a:solidFill>
                            <a:srgbClr val="FF3300"/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" name="Right Arrow 16"/>
            <p:cNvSpPr/>
            <p:nvPr/>
          </p:nvSpPr>
          <p:spPr>
            <a:xfrm>
              <a:off x="762000" y="5257800"/>
              <a:ext cx="457200" cy="38100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228600" y="1143000"/>
            <a:ext cx="5029200" cy="5562600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en-US" dirty="0" smtClean="0">
                <a:latin typeface="Constantia" pitchFamily="18" charset="0"/>
                <a:cs typeface="Times New Roman" pitchFamily="18" charset="0"/>
              </a:rPr>
              <a:t>Dao </a:t>
            </a:r>
            <a:r>
              <a:rPr lang="en-US" dirty="0" err="1" smtClean="0">
                <a:latin typeface="Constantia" pitchFamily="18" charset="0"/>
                <a:cs typeface="Times New Roman" pitchFamily="18" charset="0"/>
              </a:rPr>
              <a:t>động</a:t>
            </a:r>
            <a:r>
              <a:rPr lang="en-US" dirty="0" smtClean="0">
                <a:latin typeface="Constantia" pitchFamily="18" charset="0"/>
                <a:cs typeface="Times New Roman" pitchFamily="18" charset="0"/>
              </a:rPr>
              <a:t> Clapp </a:t>
            </a:r>
            <a:r>
              <a:rPr lang="en-US" dirty="0" err="1" smtClean="0">
                <a:latin typeface="Constantia" pitchFamily="18" charset="0"/>
                <a:cs typeface="Times New Roman" pitchFamily="18" charset="0"/>
              </a:rPr>
              <a:t>là</a:t>
            </a:r>
            <a:r>
              <a:rPr lang="en-US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Constantia" pitchFamily="18" charset="0"/>
                <a:cs typeface="Times New Roman" pitchFamily="18" charset="0"/>
              </a:rPr>
              <a:t>một</a:t>
            </a:r>
            <a:r>
              <a:rPr lang="en-US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Constantia" pitchFamily="18" charset="0"/>
                <a:cs typeface="Times New Roman" pitchFamily="18" charset="0"/>
              </a:rPr>
              <a:t>dạng</a:t>
            </a:r>
            <a:r>
              <a:rPr lang="en-US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Constantia" pitchFamily="18" charset="0"/>
                <a:cs typeface="Times New Roman" pitchFamily="18" charset="0"/>
              </a:rPr>
              <a:t>thay</a:t>
            </a:r>
            <a:r>
              <a:rPr lang="en-US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Constantia" pitchFamily="18" charset="0"/>
                <a:cs typeface="Times New Roman" pitchFamily="18" charset="0"/>
              </a:rPr>
              <a:t>đổi</a:t>
            </a:r>
            <a:r>
              <a:rPr lang="en-US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Constantia" pitchFamily="18" charset="0"/>
                <a:cs typeface="Times New Roman" pitchFamily="18" charset="0"/>
              </a:rPr>
              <a:t>của</a:t>
            </a:r>
            <a:r>
              <a:rPr lang="en-US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Constantia" pitchFamily="18" charset="0"/>
                <a:cs typeface="Times New Roman" pitchFamily="18" charset="0"/>
              </a:rPr>
              <a:t>dao</a:t>
            </a:r>
            <a:r>
              <a:rPr lang="en-US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Constantia" pitchFamily="18" charset="0"/>
                <a:cs typeface="Times New Roman" pitchFamily="18" charset="0"/>
              </a:rPr>
              <a:t>động</a:t>
            </a:r>
            <a:r>
              <a:rPr lang="en-US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Constantia" pitchFamily="18" charset="0"/>
                <a:cs typeface="Times New Roman" pitchFamily="18" charset="0"/>
              </a:rPr>
              <a:t>Colpitts</a:t>
            </a:r>
            <a:r>
              <a:rPr lang="en-US" dirty="0" smtClean="0">
                <a:latin typeface="Constantia" pitchFamily="18" charset="0"/>
                <a:cs typeface="Times New Roman" pitchFamily="18" charset="0"/>
              </a:rPr>
              <a:t>. </a:t>
            </a:r>
            <a:r>
              <a:rPr lang="en-US" dirty="0" err="1" smtClean="0">
                <a:latin typeface="Constantia" pitchFamily="18" charset="0"/>
                <a:cs typeface="Times New Roman" pitchFamily="18" charset="0"/>
              </a:rPr>
              <a:t>Cuộn</a:t>
            </a:r>
            <a:r>
              <a:rPr lang="en-US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Constantia" pitchFamily="18" charset="0"/>
                <a:cs typeface="Times New Roman" pitchFamily="18" charset="0"/>
              </a:rPr>
              <a:t>cảm</a:t>
            </a:r>
            <a:r>
              <a:rPr lang="en-US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Constantia" pitchFamily="18" charset="0"/>
                <a:cs typeface="Times New Roman" pitchFamily="18" charset="0"/>
              </a:rPr>
              <a:t>trong</a:t>
            </a:r>
            <a:r>
              <a:rPr lang="en-US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Constantia" pitchFamily="18" charset="0"/>
                <a:cs typeface="Times New Roman" pitchFamily="18" charset="0"/>
              </a:rPr>
              <a:t>mạch</a:t>
            </a:r>
            <a:r>
              <a:rPr lang="en-US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Constantia" pitchFamily="18" charset="0"/>
                <a:cs typeface="Times New Roman" pitchFamily="18" charset="0"/>
              </a:rPr>
              <a:t>dao</a:t>
            </a:r>
            <a:r>
              <a:rPr lang="en-US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Constantia" pitchFamily="18" charset="0"/>
                <a:cs typeface="Times New Roman" pitchFamily="18" charset="0"/>
              </a:rPr>
              <a:t>động</a:t>
            </a:r>
            <a:r>
              <a:rPr lang="en-US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Constantia" pitchFamily="18" charset="0"/>
                <a:cs typeface="Times New Roman" pitchFamily="18" charset="0"/>
              </a:rPr>
              <a:t>Colpitts</a:t>
            </a:r>
            <a:r>
              <a:rPr lang="en-US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Constantia" pitchFamily="18" charset="0"/>
                <a:cs typeface="Times New Roman" pitchFamily="18" charset="0"/>
              </a:rPr>
              <a:t>được</a:t>
            </a:r>
            <a:r>
              <a:rPr lang="en-US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Constantia" pitchFamily="18" charset="0"/>
                <a:cs typeface="Times New Roman" pitchFamily="18" charset="0"/>
              </a:rPr>
              <a:t>thay</a:t>
            </a:r>
            <a:r>
              <a:rPr lang="en-US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Constantia" pitchFamily="18" charset="0"/>
                <a:cs typeface="Times New Roman" pitchFamily="18" charset="0"/>
              </a:rPr>
              <a:t>thế</a:t>
            </a:r>
            <a:r>
              <a:rPr lang="en-US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Constantia" pitchFamily="18" charset="0"/>
                <a:cs typeface="Times New Roman" pitchFamily="18" charset="0"/>
              </a:rPr>
              <a:t>bằng</a:t>
            </a:r>
            <a:r>
              <a:rPr lang="en-US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Constantia" pitchFamily="18" charset="0"/>
                <a:cs typeface="Times New Roman" pitchFamily="18" charset="0"/>
              </a:rPr>
              <a:t>mạch</a:t>
            </a:r>
            <a:r>
              <a:rPr lang="en-US" dirty="0" smtClean="0">
                <a:latin typeface="Constantia" pitchFamily="18" charset="0"/>
                <a:cs typeface="Times New Roman" pitchFamily="18" charset="0"/>
              </a:rPr>
              <a:t> LC </a:t>
            </a:r>
            <a:r>
              <a:rPr lang="en-US" dirty="0" err="1" smtClean="0">
                <a:latin typeface="Constantia" pitchFamily="18" charset="0"/>
                <a:cs typeface="Times New Roman" pitchFamily="18" charset="0"/>
              </a:rPr>
              <a:t>nối</a:t>
            </a:r>
            <a:r>
              <a:rPr lang="en-US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Constantia" pitchFamily="18" charset="0"/>
                <a:cs typeface="Times New Roman" pitchFamily="18" charset="0"/>
              </a:rPr>
              <a:t>tiếp</a:t>
            </a:r>
            <a:r>
              <a:rPr lang="en-US" dirty="0" smtClean="0">
                <a:latin typeface="Constantia" pitchFamily="18" charset="0"/>
                <a:cs typeface="Times New Roman" pitchFamily="18" charset="0"/>
              </a:rPr>
              <a:t>. </a:t>
            </a:r>
            <a:r>
              <a:rPr lang="en-US" dirty="0" err="1" smtClean="0">
                <a:latin typeface="Constantia" pitchFamily="18" charset="0"/>
                <a:cs typeface="Times New Roman" pitchFamily="18" charset="0"/>
              </a:rPr>
              <a:t>Tại</a:t>
            </a:r>
            <a:r>
              <a:rPr lang="en-US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Constantia" pitchFamily="18" charset="0"/>
                <a:cs typeface="Times New Roman" pitchFamily="18" charset="0"/>
              </a:rPr>
              <a:t>tần</a:t>
            </a:r>
            <a:r>
              <a:rPr lang="en-US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Constantia" pitchFamily="18" charset="0"/>
                <a:cs typeface="Times New Roman" pitchFamily="18" charset="0"/>
              </a:rPr>
              <a:t>số</a:t>
            </a:r>
            <a:r>
              <a:rPr lang="en-US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Constantia" pitchFamily="18" charset="0"/>
                <a:cs typeface="Times New Roman" pitchFamily="18" charset="0"/>
              </a:rPr>
              <a:t>cộng</a:t>
            </a:r>
            <a:r>
              <a:rPr lang="en-US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Constantia" pitchFamily="18" charset="0"/>
                <a:cs typeface="Times New Roman" pitchFamily="18" charset="0"/>
              </a:rPr>
              <a:t>hưởng</a:t>
            </a:r>
            <a:r>
              <a:rPr lang="en-US" dirty="0" smtClean="0">
                <a:latin typeface="Constantia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Constantia" pitchFamily="18" charset="0"/>
                <a:cs typeface="Times New Roman" pitchFamily="18" charset="0"/>
              </a:rPr>
              <a:t>tổng</a:t>
            </a:r>
            <a:r>
              <a:rPr lang="en-US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Constantia" pitchFamily="18" charset="0"/>
                <a:cs typeface="Times New Roman" pitchFamily="18" charset="0"/>
              </a:rPr>
              <a:t>trở</a:t>
            </a:r>
            <a:r>
              <a:rPr lang="en-US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Constantia" pitchFamily="18" charset="0"/>
                <a:cs typeface="Times New Roman" pitchFamily="18" charset="0"/>
              </a:rPr>
              <a:t>của</a:t>
            </a:r>
            <a:r>
              <a:rPr lang="en-US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Constantia" pitchFamily="18" charset="0"/>
                <a:cs typeface="Times New Roman" pitchFamily="18" charset="0"/>
              </a:rPr>
              <a:t>mạch</a:t>
            </a:r>
            <a:r>
              <a:rPr lang="en-US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Constantia" pitchFamily="18" charset="0"/>
                <a:cs typeface="Times New Roman" pitchFamily="18" charset="0"/>
              </a:rPr>
              <a:t>này</a:t>
            </a:r>
            <a:r>
              <a:rPr lang="en-US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Constantia" pitchFamily="18" charset="0"/>
                <a:cs typeface="Times New Roman" pitchFamily="18" charset="0"/>
              </a:rPr>
              <a:t>có</a:t>
            </a:r>
            <a:r>
              <a:rPr lang="en-US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Constantia" pitchFamily="18" charset="0"/>
                <a:cs typeface="Times New Roman" pitchFamily="18" charset="0"/>
              </a:rPr>
              <a:t>tính</a:t>
            </a:r>
            <a:r>
              <a:rPr lang="en-US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Constantia" pitchFamily="18" charset="0"/>
                <a:cs typeface="Times New Roman" pitchFamily="18" charset="0"/>
              </a:rPr>
              <a:t>cảm</a:t>
            </a:r>
            <a:r>
              <a:rPr lang="en-US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Constantia" pitchFamily="18" charset="0"/>
                <a:cs typeface="Times New Roman" pitchFamily="18" charset="0"/>
              </a:rPr>
              <a:t>kháng</a:t>
            </a:r>
            <a:r>
              <a:rPr lang="en-US" dirty="0" smtClean="0">
                <a:latin typeface="Constantia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en-US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Constantia" pitchFamily="18" charset="0"/>
                <a:cs typeface="Times New Roman" pitchFamily="18" charset="0"/>
              </a:rPr>
              <a:t>Tần</a:t>
            </a:r>
            <a:r>
              <a:rPr lang="en-US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Constantia" pitchFamily="18" charset="0"/>
                <a:cs typeface="Times New Roman" pitchFamily="18" charset="0"/>
              </a:rPr>
              <a:t>số</a:t>
            </a:r>
            <a:r>
              <a:rPr lang="en-US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Constantia" pitchFamily="18" charset="0"/>
                <a:cs typeface="Times New Roman" pitchFamily="18" charset="0"/>
              </a:rPr>
              <a:t>dao</a:t>
            </a:r>
            <a:r>
              <a:rPr lang="en-US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Constantia" pitchFamily="18" charset="0"/>
                <a:cs typeface="Times New Roman" pitchFamily="18" charset="0"/>
              </a:rPr>
              <a:t>động</a:t>
            </a:r>
            <a:r>
              <a:rPr lang="en-US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Constantia" pitchFamily="18" charset="0"/>
                <a:cs typeface="Times New Roman" pitchFamily="18" charset="0"/>
              </a:rPr>
              <a:t>của</a:t>
            </a:r>
            <a:r>
              <a:rPr lang="en-US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Constantia" pitchFamily="18" charset="0"/>
                <a:cs typeface="Times New Roman" pitchFamily="18" charset="0"/>
              </a:rPr>
              <a:t>mạch</a:t>
            </a:r>
            <a:r>
              <a:rPr lang="en-US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Constantia" pitchFamily="18" charset="0"/>
                <a:cs typeface="Times New Roman" pitchFamily="18" charset="0"/>
              </a:rPr>
              <a:t>được</a:t>
            </a:r>
            <a:r>
              <a:rPr lang="en-US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Constantia" pitchFamily="18" charset="0"/>
                <a:cs typeface="Times New Roman" pitchFamily="18" charset="0"/>
              </a:rPr>
              <a:t>tính</a:t>
            </a:r>
            <a:r>
              <a:rPr lang="en-US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Constantia" pitchFamily="18" charset="0"/>
                <a:cs typeface="Times New Roman" pitchFamily="18" charset="0"/>
              </a:rPr>
              <a:t>theo</a:t>
            </a:r>
            <a:r>
              <a:rPr lang="en-US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Constantia" pitchFamily="18" charset="0"/>
                <a:cs typeface="Times New Roman" pitchFamily="18" charset="0"/>
              </a:rPr>
              <a:t>công</a:t>
            </a:r>
            <a:r>
              <a:rPr lang="en-US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Constantia" pitchFamily="18" charset="0"/>
                <a:cs typeface="Times New Roman" pitchFamily="18" charset="0"/>
              </a:rPr>
              <a:t>thức</a:t>
            </a:r>
            <a:r>
              <a:rPr lang="en-US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Constantia" pitchFamily="18" charset="0"/>
                <a:cs typeface="Times New Roman" pitchFamily="18" charset="0"/>
              </a:rPr>
              <a:t>sau</a:t>
            </a:r>
            <a:r>
              <a:rPr lang="en-US" dirty="0" smtClean="0">
                <a:latin typeface="Constantia" pitchFamily="18" charset="0"/>
                <a:cs typeface="Times New Roman" pitchFamily="18" charset="0"/>
              </a:rPr>
              <a:t>:</a:t>
            </a:r>
          </a:p>
          <a:p>
            <a:pPr algn="just"/>
            <a:endParaRPr lang="en-US" sz="2900" dirty="0" smtClean="0">
              <a:latin typeface="Constantia" pitchFamily="18" charset="0"/>
              <a:cs typeface="Times New Roman" pitchFamily="18" charset="0"/>
            </a:endParaRPr>
          </a:p>
          <a:p>
            <a:pPr algn="just"/>
            <a:endParaRPr lang="en-US" sz="2900" dirty="0" smtClean="0">
              <a:latin typeface="Constantia" pitchFamily="18" charset="0"/>
              <a:cs typeface="Times New Roman" pitchFamily="18" charset="0"/>
            </a:endParaRPr>
          </a:p>
          <a:p>
            <a:pPr algn="just">
              <a:buNone/>
            </a:pPr>
            <a:r>
              <a:rPr lang="en-US" sz="2900" dirty="0" smtClean="0">
                <a:latin typeface="Constantia" pitchFamily="18" charset="0"/>
                <a:cs typeface="Times New Roman" pitchFamily="18" charset="0"/>
              </a:rPr>
              <a:t>		</a:t>
            </a:r>
            <a:r>
              <a:rPr lang="en-US" dirty="0" err="1" smtClean="0">
                <a:latin typeface="Constantia" pitchFamily="18" charset="0"/>
                <a:cs typeface="Times New Roman" pitchFamily="18" charset="0"/>
              </a:rPr>
              <a:t>Trong</a:t>
            </a:r>
            <a:r>
              <a:rPr lang="en-US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Constantia" pitchFamily="18" charset="0"/>
                <a:cs typeface="Times New Roman" pitchFamily="18" charset="0"/>
              </a:rPr>
              <a:t>đó</a:t>
            </a:r>
            <a:r>
              <a:rPr lang="en-US" dirty="0" smtClean="0">
                <a:latin typeface="Constantia" pitchFamily="18" charset="0"/>
                <a:cs typeface="Times New Roman" pitchFamily="18" charset="0"/>
              </a:rPr>
              <a:t>: C</a:t>
            </a:r>
            <a:r>
              <a:rPr lang="en-US" baseline="-25000" dirty="0" smtClean="0">
                <a:latin typeface="Constantia" pitchFamily="18" charset="0"/>
                <a:cs typeface="Times New Roman" pitchFamily="18" charset="0"/>
              </a:rPr>
              <a:t>T</a:t>
            </a:r>
            <a:r>
              <a:rPr lang="en-US" dirty="0" smtClean="0">
                <a:latin typeface="Constantia" pitchFamily="18" charset="0"/>
                <a:cs typeface="Times New Roman" pitchFamily="18" charset="0"/>
              </a:rPr>
              <a:t>= C</a:t>
            </a:r>
            <a:r>
              <a:rPr lang="en-US" baseline="-25000" dirty="0" smtClean="0">
                <a:latin typeface="Constantia" pitchFamily="18" charset="0"/>
                <a:cs typeface="Times New Roman" pitchFamily="18" charset="0"/>
              </a:rPr>
              <a:t>1</a:t>
            </a:r>
            <a:r>
              <a:rPr lang="en-US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Constantia" pitchFamily="18" charset="0"/>
                <a:cs typeface="Times New Roman" pitchFamily="18" charset="0"/>
              </a:rPr>
              <a:t>nt</a:t>
            </a:r>
            <a:r>
              <a:rPr lang="en-US" dirty="0" smtClean="0">
                <a:latin typeface="Constantia" pitchFamily="18" charset="0"/>
                <a:cs typeface="Times New Roman" pitchFamily="18" charset="0"/>
              </a:rPr>
              <a:t> C</a:t>
            </a:r>
            <a:r>
              <a:rPr lang="en-US" baseline="-25000" dirty="0" smtClean="0">
                <a:latin typeface="Constantia" pitchFamily="18" charset="0"/>
                <a:cs typeface="Times New Roman" pitchFamily="18" charset="0"/>
              </a:rPr>
              <a:t>2</a:t>
            </a:r>
            <a:r>
              <a:rPr lang="en-US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Constantia" pitchFamily="18" charset="0"/>
                <a:cs typeface="Times New Roman" pitchFamily="18" charset="0"/>
              </a:rPr>
              <a:t>nt</a:t>
            </a:r>
            <a:r>
              <a:rPr lang="en-US" dirty="0" smtClean="0">
                <a:latin typeface="Constantia" pitchFamily="18" charset="0"/>
                <a:cs typeface="Times New Roman" pitchFamily="18" charset="0"/>
              </a:rPr>
              <a:t> C</a:t>
            </a:r>
            <a:r>
              <a:rPr lang="en-US" baseline="-25000" dirty="0" smtClean="0">
                <a:latin typeface="Constantia" pitchFamily="18" charset="0"/>
                <a:cs typeface="Times New Roman" pitchFamily="18" charset="0"/>
              </a:rPr>
              <a:t>3</a:t>
            </a:r>
          </a:p>
          <a:p>
            <a:pPr algn="just"/>
            <a:endParaRPr lang="en-US" altLang="ja-JP" sz="2900" dirty="0" smtClean="0">
              <a:latin typeface="Constantia" pitchFamily="18" charset="0"/>
            </a:endParaRPr>
          </a:p>
          <a:p>
            <a:pPr algn="just"/>
            <a:r>
              <a:rPr lang="en-US" altLang="ja-JP" dirty="0" smtClean="0">
                <a:latin typeface="Constantia" pitchFamily="18" charset="0"/>
                <a:cs typeface="Times New Roman" pitchFamily="18" charset="0"/>
              </a:rPr>
              <a:t>Do </a:t>
            </a:r>
            <a:r>
              <a:rPr lang="en-US" altLang="ja-JP" dirty="0" err="1" smtClean="0">
                <a:latin typeface="Constantia" pitchFamily="18" charset="0"/>
                <a:cs typeface="Times New Roman" pitchFamily="18" charset="0"/>
              </a:rPr>
              <a:t>mạch</a:t>
            </a:r>
            <a:r>
              <a:rPr lang="en-US" altLang="ja-JP" dirty="0" smtClean="0">
                <a:latin typeface="Constantia" pitchFamily="18" charset="0"/>
                <a:cs typeface="Times New Roman" pitchFamily="18" charset="0"/>
              </a:rPr>
              <a:t> L</a:t>
            </a:r>
            <a:r>
              <a:rPr lang="en-US" altLang="ja-JP" baseline="-25000" dirty="0" smtClean="0">
                <a:latin typeface="Constantia" pitchFamily="18" charset="0"/>
                <a:cs typeface="Times New Roman" pitchFamily="18" charset="0"/>
              </a:rPr>
              <a:t>1</a:t>
            </a:r>
            <a:r>
              <a:rPr lang="en-US" altLang="ja-JP" dirty="0" smtClean="0">
                <a:latin typeface="Constantia" pitchFamily="18" charset="0"/>
                <a:cs typeface="Times New Roman" pitchFamily="18" charset="0"/>
              </a:rPr>
              <a:t>C</a:t>
            </a:r>
            <a:r>
              <a:rPr lang="en-US" altLang="ja-JP" baseline="-25000" dirty="0" smtClean="0">
                <a:latin typeface="Constantia" pitchFamily="18" charset="0"/>
                <a:cs typeface="Times New Roman" pitchFamily="18" charset="0"/>
              </a:rPr>
              <a:t>3</a:t>
            </a:r>
            <a:r>
              <a:rPr lang="ja-JP" altLang="en-US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altLang="ja-JP" dirty="0" err="1" smtClean="0">
                <a:latin typeface="Constantia" pitchFamily="18" charset="0"/>
                <a:cs typeface="Times New Roman" pitchFamily="18" charset="0"/>
              </a:rPr>
              <a:t>phải</a:t>
            </a:r>
            <a:r>
              <a:rPr lang="en-US" altLang="ja-JP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altLang="ja-JP" dirty="0" err="1" smtClean="0">
                <a:latin typeface="Constantia" pitchFamily="18" charset="0"/>
                <a:cs typeface="Times New Roman" pitchFamily="18" charset="0"/>
              </a:rPr>
              <a:t>có</a:t>
            </a:r>
            <a:r>
              <a:rPr lang="ja-JP" altLang="en-US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altLang="ja-JP" dirty="0" err="1" smtClean="0">
                <a:latin typeface="Constantia" pitchFamily="18" charset="0"/>
                <a:cs typeface="Times New Roman" pitchFamily="18" charset="0"/>
              </a:rPr>
              <a:t>tính</a:t>
            </a:r>
            <a:r>
              <a:rPr lang="en-US" altLang="ja-JP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altLang="ja-JP" dirty="0" err="1" smtClean="0">
                <a:latin typeface="Constantia" pitchFamily="18" charset="0"/>
                <a:cs typeface="Times New Roman" pitchFamily="18" charset="0"/>
              </a:rPr>
              <a:t>cảm</a:t>
            </a:r>
            <a:r>
              <a:rPr lang="en-US" altLang="ja-JP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altLang="ja-JP" dirty="0" err="1" smtClean="0">
                <a:latin typeface="Constantia" pitchFamily="18" charset="0"/>
                <a:cs typeface="Times New Roman" pitchFamily="18" charset="0"/>
              </a:rPr>
              <a:t>kháng</a:t>
            </a:r>
            <a:r>
              <a:rPr lang="en-US" altLang="ja-JP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altLang="ja-JP" dirty="0" err="1" smtClean="0">
                <a:latin typeface="Constantia" pitchFamily="18" charset="0"/>
                <a:cs typeface="Times New Roman" pitchFamily="18" charset="0"/>
              </a:rPr>
              <a:t>tại</a:t>
            </a:r>
            <a:r>
              <a:rPr lang="en-US" altLang="ja-JP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altLang="ja-JP" dirty="0" err="1" smtClean="0">
                <a:latin typeface="Constantia" pitchFamily="18" charset="0"/>
                <a:cs typeface="Times New Roman" pitchFamily="18" charset="0"/>
              </a:rPr>
              <a:t>tần</a:t>
            </a:r>
            <a:r>
              <a:rPr lang="en-US" altLang="ja-JP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altLang="ja-JP" dirty="0" err="1" smtClean="0">
                <a:latin typeface="Constantia" pitchFamily="18" charset="0"/>
                <a:cs typeface="Times New Roman" pitchFamily="18" charset="0"/>
              </a:rPr>
              <a:t>sô</a:t>
            </a:r>
            <a:r>
              <a:rPr lang="ja-JP" altLang="en-US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vi-VN" altLang="ja-JP" dirty="0" smtClean="0">
                <a:cs typeface="Times New Roman" pitchFamily="18" charset="0"/>
              </a:rPr>
              <a:t>cộng hưởn</a:t>
            </a:r>
            <a:r>
              <a:rPr lang="en-US" altLang="ja-JP" dirty="0" smtClean="0">
                <a:latin typeface="Constantia" pitchFamily="18" charset="0"/>
                <a:cs typeface="Times New Roman" pitchFamily="18" charset="0"/>
              </a:rPr>
              <a:t>g</a:t>
            </a:r>
            <a:r>
              <a:rPr lang="vi-VN" altLang="ja-JP" dirty="0" smtClean="0">
                <a:cs typeface="Times New Roman" pitchFamily="18" charset="0"/>
              </a:rPr>
              <a:t> nên C</a:t>
            </a:r>
            <a:r>
              <a:rPr lang="vi-VN" altLang="ja-JP" baseline="-25000" dirty="0" smtClean="0">
                <a:cs typeface="Times New Roman" pitchFamily="18" charset="0"/>
              </a:rPr>
              <a:t>3</a:t>
            </a:r>
            <a:r>
              <a:rPr lang="ja-JP" altLang="en-US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altLang="ja-JP" dirty="0" err="1" smtClean="0">
                <a:latin typeface="Constantia" pitchFamily="18" charset="0"/>
                <a:cs typeface="Times New Roman" pitchFamily="18" charset="0"/>
              </a:rPr>
              <a:t>phải</a:t>
            </a:r>
            <a:r>
              <a:rPr lang="en-US" altLang="ja-JP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altLang="ja-JP" dirty="0" err="1" smtClean="0">
                <a:latin typeface="Constantia" pitchFamily="18" charset="0"/>
                <a:cs typeface="Times New Roman" pitchFamily="18" charset="0"/>
              </a:rPr>
              <a:t>có</a:t>
            </a:r>
            <a:r>
              <a:rPr lang="ja-JP" altLang="en-US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altLang="ja-JP" dirty="0" err="1" smtClean="0">
                <a:latin typeface="Constantia" pitchFamily="18" charset="0"/>
                <a:cs typeface="Times New Roman" pitchFamily="18" charset="0"/>
              </a:rPr>
              <a:t>giá</a:t>
            </a:r>
            <a:r>
              <a:rPr lang="ja-JP" altLang="en-US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altLang="ja-JP" dirty="0" err="1" smtClean="0">
                <a:latin typeface="Constantia" pitchFamily="18" charset="0"/>
                <a:cs typeface="Times New Roman" pitchFamily="18" charset="0"/>
              </a:rPr>
              <a:t>trị</a:t>
            </a:r>
            <a:r>
              <a:rPr lang="ja-JP" altLang="en-US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vi-VN" altLang="ja-JP" dirty="0" smtClean="0">
                <a:cs typeface="Times New Roman" pitchFamily="18" charset="0"/>
              </a:rPr>
              <a:t>nhỏ, thường là</a:t>
            </a:r>
            <a:r>
              <a:rPr lang="ja-JP" altLang="en-US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altLang="ja-JP" dirty="0" err="1" smtClean="0">
                <a:latin typeface="Constantia" pitchFamily="18" charset="0"/>
                <a:cs typeface="Times New Roman" pitchFamily="18" charset="0"/>
              </a:rPr>
              <a:t>nhỏ</a:t>
            </a:r>
            <a:r>
              <a:rPr lang="ja-JP" altLang="en-US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altLang="ja-JP" dirty="0" err="1" smtClean="0">
                <a:latin typeface="Constantia" pitchFamily="18" charset="0"/>
                <a:cs typeface="Times New Roman" pitchFamily="18" charset="0"/>
              </a:rPr>
              <a:t>nhất</a:t>
            </a:r>
            <a:r>
              <a:rPr lang="en-US" altLang="ja-JP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altLang="ja-JP" dirty="0" err="1" smtClean="0">
                <a:latin typeface="Constantia" pitchFamily="18" charset="0"/>
                <a:cs typeface="Times New Roman" pitchFamily="18" charset="0"/>
              </a:rPr>
              <a:t>trong</a:t>
            </a:r>
            <a:r>
              <a:rPr lang="en-US" altLang="ja-JP" dirty="0" smtClean="0">
                <a:latin typeface="Constantia" pitchFamily="18" charset="0"/>
                <a:cs typeface="Times New Roman" pitchFamily="18" charset="0"/>
              </a:rPr>
              <a:t> 3 </a:t>
            </a:r>
            <a:r>
              <a:rPr lang="en-US" altLang="ja-JP" dirty="0" err="1" smtClean="0">
                <a:latin typeface="Constantia" pitchFamily="18" charset="0"/>
                <a:cs typeface="Times New Roman" pitchFamily="18" charset="0"/>
              </a:rPr>
              <a:t>tụ</a:t>
            </a:r>
            <a:r>
              <a:rPr lang="ja-JP" altLang="en-US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altLang="ja-JP" dirty="0" smtClean="0">
                <a:latin typeface="Constantia" pitchFamily="18" charset="0"/>
                <a:cs typeface="Times New Roman" pitchFamily="18" charset="0"/>
              </a:rPr>
              <a:t>(C</a:t>
            </a:r>
            <a:r>
              <a:rPr lang="en-US" altLang="ja-JP" baseline="-25000" dirty="0" smtClean="0">
                <a:latin typeface="Constantia" pitchFamily="18" charset="0"/>
                <a:cs typeface="Times New Roman" pitchFamily="18" charset="0"/>
              </a:rPr>
              <a:t>1</a:t>
            </a:r>
            <a:r>
              <a:rPr lang="en-US" altLang="ja-JP" dirty="0" smtClean="0">
                <a:latin typeface="Constantia" pitchFamily="18" charset="0"/>
                <a:cs typeface="Times New Roman" pitchFamily="18" charset="0"/>
              </a:rPr>
              <a:t>, C</a:t>
            </a:r>
            <a:r>
              <a:rPr lang="en-US" altLang="ja-JP" baseline="-25000" dirty="0" smtClean="0">
                <a:latin typeface="Constantia" pitchFamily="18" charset="0"/>
                <a:cs typeface="Times New Roman" pitchFamily="18" charset="0"/>
              </a:rPr>
              <a:t>2</a:t>
            </a:r>
            <a:r>
              <a:rPr lang="en-US" altLang="ja-JP" dirty="0" smtClean="0">
                <a:latin typeface="Constantia" pitchFamily="18" charset="0"/>
                <a:cs typeface="Times New Roman" pitchFamily="18" charset="0"/>
              </a:rPr>
              <a:t>, C</a:t>
            </a:r>
            <a:r>
              <a:rPr lang="en-US" altLang="ja-JP" baseline="-25000" dirty="0" smtClean="0">
                <a:latin typeface="Constantia" pitchFamily="18" charset="0"/>
                <a:cs typeface="Times New Roman" pitchFamily="18" charset="0"/>
              </a:rPr>
              <a:t>3</a:t>
            </a:r>
            <a:r>
              <a:rPr lang="en-US" altLang="ja-JP" dirty="0" smtClean="0">
                <a:latin typeface="Constantia" pitchFamily="18" charset="0"/>
                <a:cs typeface="Times New Roman" pitchFamily="18" charset="0"/>
              </a:rPr>
              <a:t>)</a:t>
            </a:r>
            <a:r>
              <a:rPr lang="ja-JP" altLang="en-US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altLang="ja-JP" dirty="0" err="1" smtClean="0">
                <a:latin typeface="Constantia" pitchFamily="18" charset="0"/>
                <a:cs typeface="Times New Roman" pitchFamily="18" charset="0"/>
              </a:rPr>
              <a:t>và</a:t>
            </a:r>
            <a:r>
              <a:rPr lang="ja-JP" altLang="en-US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altLang="ja-JP" dirty="0" smtClean="0">
                <a:latin typeface="Constantia" pitchFamily="18" charset="0"/>
                <a:cs typeface="Times New Roman" pitchFamily="18" charset="0"/>
              </a:rPr>
              <a:t>f</a:t>
            </a:r>
            <a:r>
              <a:rPr lang="en-US" altLang="ja-JP" baseline="-25000" dirty="0" smtClean="0">
                <a:latin typeface="Constantia" pitchFamily="18" charset="0"/>
                <a:cs typeface="Times New Roman" pitchFamily="18" charset="0"/>
              </a:rPr>
              <a:t>0</a:t>
            </a:r>
            <a:r>
              <a:rPr lang="ja-JP" altLang="en-US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vi-VN" altLang="ja-JP" dirty="0" smtClean="0">
                <a:cs typeface="Times New Roman" pitchFamily="18" charset="0"/>
              </a:rPr>
              <a:t>gần như</a:t>
            </a:r>
            <a:r>
              <a:rPr lang="ja-JP" altLang="en-US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altLang="ja-JP" dirty="0" err="1" smtClean="0">
                <a:latin typeface="Constantia" pitchFamily="18" charset="0"/>
                <a:cs typeface="Times New Roman" pitchFamily="18" charset="0"/>
              </a:rPr>
              <a:t>chỉ</a:t>
            </a:r>
            <a:r>
              <a:rPr lang="ja-JP" altLang="en-US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altLang="ja-JP" dirty="0" err="1" smtClean="0">
                <a:latin typeface="Constantia" pitchFamily="18" charset="0"/>
                <a:cs typeface="Times New Roman" pitchFamily="18" charset="0"/>
              </a:rPr>
              <a:t>phụ</a:t>
            </a:r>
            <a:r>
              <a:rPr lang="ja-JP" altLang="en-US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altLang="ja-JP" dirty="0" err="1" smtClean="0">
                <a:latin typeface="Constantia" pitchFamily="18" charset="0"/>
                <a:cs typeface="Times New Roman" pitchFamily="18" charset="0"/>
              </a:rPr>
              <a:t>thuộc</a:t>
            </a:r>
            <a:r>
              <a:rPr lang="en-US" altLang="ja-JP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altLang="ja-JP" dirty="0" err="1" smtClean="0">
                <a:latin typeface="Constantia" pitchFamily="18" charset="0"/>
                <a:cs typeface="Times New Roman" pitchFamily="18" charset="0"/>
              </a:rPr>
              <a:t>vào</a:t>
            </a:r>
            <a:r>
              <a:rPr lang="en-US" altLang="ja-JP" dirty="0" smtClean="0">
                <a:latin typeface="Constantia" pitchFamily="18" charset="0"/>
                <a:cs typeface="Times New Roman" pitchFamily="18" charset="0"/>
              </a:rPr>
              <a:t>  L</a:t>
            </a:r>
            <a:r>
              <a:rPr lang="en-US" altLang="ja-JP" baseline="-25000" dirty="0" smtClean="0">
                <a:latin typeface="Constantia" pitchFamily="18" charset="0"/>
                <a:cs typeface="Times New Roman" pitchFamily="18" charset="0"/>
              </a:rPr>
              <a:t>1</a:t>
            </a:r>
            <a:r>
              <a:rPr lang="en-US" altLang="ja-JP" dirty="0" smtClean="0">
                <a:latin typeface="Constantia" pitchFamily="18" charset="0"/>
                <a:cs typeface="Times New Roman" pitchFamily="18" charset="0"/>
              </a:rPr>
              <a:t>C</a:t>
            </a:r>
            <a:r>
              <a:rPr lang="en-US" altLang="ja-JP" baseline="-25000" dirty="0" smtClean="0">
                <a:latin typeface="Constantia" pitchFamily="18" charset="0"/>
                <a:cs typeface="Times New Roman" pitchFamily="18" charset="0"/>
              </a:rPr>
              <a:t>3</a:t>
            </a:r>
            <a:r>
              <a:rPr lang="ja-JP" altLang="en-US" baseline="-2500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altLang="ja-JP" dirty="0" err="1" smtClean="0">
                <a:latin typeface="Constantia" pitchFamily="18" charset="0"/>
                <a:cs typeface="Times New Roman" pitchFamily="18" charset="0"/>
              </a:rPr>
              <a:t>mắc</a:t>
            </a:r>
            <a:r>
              <a:rPr lang="en-US" altLang="ja-JP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altLang="ja-JP" dirty="0" err="1" smtClean="0">
                <a:latin typeface="Constantia" pitchFamily="18" charset="0"/>
                <a:cs typeface="Times New Roman" pitchFamily="18" charset="0"/>
              </a:rPr>
              <a:t>nối</a:t>
            </a:r>
            <a:r>
              <a:rPr lang="en-US" altLang="ja-JP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altLang="ja-JP" dirty="0" err="1" smtClean="0">
                <a:latin typeface="Constantia" pitchFamily="18" charset="0"/>
                <a:cs typeface="Times New Roman" pitchFamily="18" charset="0"/>
              </a:rPr>
              <a:t>tiếp</a:t>
            </a:r>
            <a:r>
              <a:rPr lang="en-US" altLang="ja-JP" dirty="0" smtClean="0">
                <a:latin typeface="Constantia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en-US" altLang="ja-JP" dirty="0" err="1" smtClean="0">
                <a:latin typeface="Constantia" pitchFamily="18" charset="0"/>
                <a:cs typeface="Times New Roman" pitchFamily="18" charset="0"/>
              </a:rPr>
              <a:t>Hệ</a:t>
            </a:r>
            <a:r>
              <a:rPr lang="en-US" altLang="ja-JP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altLang="ja-JP" dirty="0" err="1" smtClean="0">
                <a:latin typeface="Constantia" pitchFamily="18" charset="0"/>
                <a:cs typeface="Times New Roman" pitchFamily="18" charset="0"/>
              </a:rPr>
              <a:t>số</a:t>
            </a:r>
            <a:r>
              <a:rPr lang="en-US" altLang="ja-JP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altLang="ja-JP" dirty="0" err="1" smtClean="0">
                <a:latin typeface="Constantia" pitchFamily="18" charset="0"/>
                <a:cs typeface="Times New Roman" pitchFamily="18" charset="0"/>
              </a:rPr>
              <a:t>của</a:t>
            </a:r>
            <a:r>
              <a:rPr lang="en-US" altLang="ja-JP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altLang="ja-JP" dirty="0" err="1" smtClean="0">
                <a:latin typeface="Constantia" pitchFamily="18" charset="0"/>
                <a:cs typeface="Times New Roman" pitchFamily="18" charset="0"/>
              </a:rPr>
              <a:t>mạch</a:t>
            </a:r>
            <a:r>
              <a:rPr lang="en-US" altLang="ja-JP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altLang="ja-JP" dirty="0" err="1" smtClean="0">
                <a:latin typeface="Constantia" pitchFamily="18" charset="0"/>
                <a:cs typeface="Times New Roman" pitchFamily="18" charset="0"/>
              </a:rPr>
              <a:t>khuếch</a:t>
            </a:r>
            <a:r>
              <a:rPr lang="en-US" altLang="ja-JP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altLang="ja-JP" dirty="0" err="1" smtClean="0">
                <a:latin typeface="Constantia" pitchFamily="18" charset="0"/>
                <a:cs typeface="Times New Roman" pitchFamily="18" charset="0"/>
              </a:rPr>
              <a:t>đại</a:t>
            </a:r>
            <a:r>
              <a:rPr lang="en-US" altLang="ja-JP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altLang="ja-JP" dirty="0" err="1" smtClean="0">
                <a:latin typeface="Constantia" pitchFamily="18" charset="0"/>
                <a:cs typeface="Times New Roman" pitchFamily="18" charset="0"/>
              </a:rPr>
              <a:t>phải</a:t>
            </a:r>
            <a:r>
              <a:rPr lang="en-US" altLang="ja-JP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altLang="ja-JP" dirty="0" err="1" smtClean="0">
                <a:latin typeface="Constantia" pitchFamily="18" charset="0"/>
                <a:cs typeface="Times New Roman" pitchFamily="18" charset="0"/>
              </a:rPr>
              <a:t>thỏa</a:t>
            </a:r>
            <a:r>
              <a:rPr lang="en-US" altLang="ja-JP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altLang="ja-JP" dirty="0" err="1" smtClean="0">
                <a:latin typeface="Constantia" pitchFamily="18" charset="0"/>
                <a:cs typeface="Times New Roman" pitchFamily="18" charset="0"/>
              </a:rPr>
              <a:t>mãn</a:t>
            </a:r>
            <a:r>
              <a:rPr lang="en-US" altLang="ja-JP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altLang="ja-JP" dirty="0" err="1" smtClean="0">
                <a:latin typeface="Constantia" pitchFamily="18" charset="0"/>
                <a:cs typeface="Times New Roman" pitchFamily="18" charset="0"/>
              </a:rPr>
              <a:t>điều</a:t>
            </a:r>
            <a:r>
              <a:rPr lang="en-US" altLang="ja-JP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altLang="ja-JP" dirty="0" err="1" smtClean="0">
                <a:latin typeface="Constantia" pitchFamily="18" charset="0"/>
                <a:cs typeface="Times New Roman" pitchFamily="18" charset="0"/>
              </a:rPr>
              <a:t>kiện</a:t>
            </a:r>
            <a:r>
              <a:rPr lang="en-US" altLang="ja-JP" dirty="0" smtClean="0">
                <a:latin typeface="Constantia" pitchFamily="18" charset="0"/>
                <a:cs typeface="Times New Roman" pitchFamily="18" charset="0"/>
              </a:rPr>
              <a:t>: </a:t>
            </a:r>
            <a:endParaRPr lang="en-US" sz="2900" dirty="0" smtClean="0">
              <a:latin typeface="Constantia" pitchFamily="18" charset="0"/>
            </a:endParaRPr>
          </a:p>
          <a:p>
            <a:pPr algn="just"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915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4915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1625934"/>
              </p:ext>
            </p:extLst>
          </p:nvPr>
        </p:nvGraphicFramePr>
        <p:xfrm>
          <a:off x="2438400" y="3200400"/>
          <a:ext cx="1219200" cy="6033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73" r:id="rId3" imgW="927100" imgH="457200" progId="">
                  <p:embed/>
                </p:oleObj>
              </mc:Choice>
              <mc:Fallback>
                <p:oleObj r:id="rId3" imgW="927100" imgH="457200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3200400"/>
                        <a:ext cx="1219200" cy="60331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58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9160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116736" y="353440"/>
            <a:ext cx="8915400" cy="6553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bIns="91440" anchor="b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Mạc</a:t>
            </a:r>
            <a:r>
              <a:rPr lang="en-US" sz="4000" dirty="0" smtClean="0">
                <a:solidFill>
                  <a:srgbClr val="0033CC"/>
                </a:solidFill>
                <a:latin typeface="Constantia" pitchFamily="18" charset="0"/>
                <a:ea typeface="+mj-ea"/>
                <a:cs typeface="Times New Roman" pitchFamily="18" charset="0"/>
              </a:rPr>
              <a:t>h </a:t>
            </a:r>
            <a:r>
              <a:rPr lang="en-US" sz="4000" dirty="0" err="1" smtClean="0">
                <a:solidFill>
                  <a:srgbClr val="0033CC"/>
                </a:solidFill>
                <a:latin typeface="Constantia" pitchFamily="18" charset="0"/>
                <a:ea typeface="+mj-ea"/>
                <a:cs typeface="Times New Roman" pitchFamily="18" charset="0"/>
              </a:rPr>
              <a:t>tạo</a:t>
            </a:r>
            <a:r>
              <a:rPr lang="en-US" sz="4000" dirty="0" smtClean="0">
                <a:solidFill>
                  <a:srgbClr val="0033CC"/>
                </a:solidFill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lang="en-US" sz="4000" dirty="0" err="1" smtClean="0">
                <a:solidFill>
                  <a:srgbClr val="0033CC"/>
                </a:solidFill>
                <a:latin typeface="Constantia" pitchFamily="18" charset="0"/>
                <a:ea typeface="+mj-ea"/>
                <a:cs typeface="Times New Roman" pitchFamily="18" charset="0"/>
              </a:rPr>
              <a:t>dao</a:t>
            </a:r>
            <a:r>
              <a:rPr lang="en-US" sz="4000" dirty="0" smtClean="0">
                <a:solidFill>
                  <a:srgbClr val="0033CC"/>
                </a:solidFill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lang="en-US" sz="4000" dirty="0" err="1" smtClean="0">
                <a:solidFill>
                  <a:srgbClr val="0033CC"/>
                </a:solidFill>
                <a:latin typeface="Constantia" pitchFamily="18" charset="0"/>
                <a:ea typeface="+mj-ea"/>
                <a:cs typeface="Times New Roman" pitchFamily="18" charset="0"/>
              </a:rPr>
              <a:t>động</a:t>
            </a:r>
            <a:r>
              <a:rPr lang="en-US" sz="4000" dirty="0" smtClean="0">
                <a:solidFill>
                  <a:srgbClr val="0033CC"/>
                </a:solidFill>
                <a:latin typeface="Constantia" pitchFamily="18" charset="0"/>
                <a:ea typeface="+mj-ea"/>
                <a:cs typeface="Times New Roman" pitchFamily="18" charset="0"/>
              </a:rPr>
              <a:t> Clapp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Constantia" pitchFamily="18" charset="0"/>
              <a:ea typeface="+mj-ea"/>
              <a:cs typeface="+mj-cs"/>
            </a:endParaRPr>
          </a:p>
        </p:txBody>
      </p:sp>
      <p:pic>
        <p:nvPicPr>
          <p:cNvPr id="11" name="Picture 4" descr=" 16-22.jpg                                                      0006DC4AMacintosh HD                   ABA78158:"/>
          <p:cNvPicPr>
            <a:picLocks noChangeAspect="1" noChangeArrowheads="1"/>
          </p:cNvPicPr>
          <p:nvPr/>
        </p:nvPicPr>
        <p:blipFill>
          <a:blip r:embed="rId5" cstate="print"/>
          <a:srcRect l="14285" r="16884"/>
          <a:stretch>
            <a:fillRect/>
          </a:stretch>
        </p:blipFill>
        <p:spPr bwMode="auto">
          <a:xfrm>
            <a:off x="5277350" y="1676400"/>
            <a:ext cx="3866650" cy="3746500"/>
          </a:xfrm>
          <a:prstGeom prst="rect">
            <a:avLst/>
          </a:prstGeom>
          <a:noFill/>
        </p:spPr>
      </p:pic>
      <p:graphicFrame>
        <p:nvGraphicFramePr>
          <p:cNvPr id="14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0562283"/>
              </p:ext>
            </p:extLst>
          </p:nvPr>
        </p:nvGraphicFramePr>
        <p:xfrm>
          <a:off x="2362200" y="6172200"/>
          <a:ext cx="922338" cy="620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74" name="Equation" r:id="rId6" imgW="634680" imgH="431640" progId="Equation.3">
                  <p:embed/>
                </p:oleObj>
              </mc:Choice>
              <mc:Fallback>
                <p:oleObj name="Equation" r:id="rId6" imgW="634680" imgH="43164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6172200"/>
                        <a:ext cx="922338" cy="620712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1447800"/>
            <a:ext cx="4648200" cy="5029200"/>
          </a:xfrm>
        </p:spPr>
        <p:txBody>
          <a:bodyPr>
            <a:noAutofit/>
          </a:bodyPr>
          <a:lstStyle/>
          <a:p>
            <a:pPr algn="just">
              <a:lnSpc>
                <a:spcPct val="80000"/>
              </a:lnSpc>
            </a:pP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Tần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dao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động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</a:pP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đó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 L</a:t>
            </a:r>
            <a:r>
              <a:rPr lang="en-US" sz="2000" baseline="-25000" dirty="0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= L</a:t>
            </a:r>
            <a:r>
              <a:rPr lang="en-US" sz="2000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+L</a:t>
            </a:r>
            <a:r>
              <a:rPr lang="en-US" sz="20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+2M</a:t>
            </a:r>
          </a:p>
          <a:p>
            <a:pPr algn="just">
              <a:lnSpc>
                <a:spcPct val="80000"/>
              </a:lnSpc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</a:pP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Hệ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khuếch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đại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hồi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tiếp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just">
              <a:lnSpc>
                <a:spcPct val="80000"/>
              </a:lnSpc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</a:pP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Nhược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điểm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độ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hỗ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cảm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giữa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2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cuộn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dây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dẫn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đến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tạo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ra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tần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không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đoán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trước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được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120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51203" name="Object 3"/>
          <p:cNvGraphicFramePr>
            <a:graphicFrameLocks noChangeAspect="1"/>
          </p:cNvGraphicFramePr>
          <p:nvPr/>
        </p:nvGraphicFramePr>
        <p:xfrm>
          <a:off x="1828800" y="1905000"/>
          <a:ext cx="12192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3" r:id="rId3" imgW="914400" imgH="457200" progId="">
                  <p:embed/>
                </p:oleObj>
              </mc:Choice>
              <mc:Fallback>
                <p:oleObj r:id="rId3" imgW="914400" imgH="457200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1905000"/>
                        <a:ext cx="1219200" cy="609600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CC33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07" name="Rectangle 7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1208" name="Rectangle 8"/>
          <p:cNvSpPr>
            <a:spLocks noChangeArrowheads="1"/>
          </p:cNvSpPr>
          <p:nvPr/>
        </p:nvSpPr>
        <p:spPr bwMode="auto">
          <a:xfrm>
            <a:off x="0" y="885825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4" name="Title 1"/>
          <p:cNvSpPr txBox="1">
            <a:spLocks/>
          </p:cNvSpPr>
          <p:nvPr/>
        </p:nvSpPr>
        <p:spPr>
          <a:xfrm>
            <a:off x="116736" y="353440"/>
            <a:ext cx="8915400" cy="6553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bIns="91440" anchor="b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Mạc</a:t>
            </a:r>
            <a:r>
              <a:rPr lang="en-US" sz="4000" dirty="0" smtClean="0">
                <a:solidFill>
                  <a:srgbClr val="0033CC"/>
                </a:solidFill>
                <a:latin typeface="Constantia" pitchFamily="18" charset="0"/>
                <a:ea typeface="+mj-ea"/>
                <a:cs typeface="Times New Roman" pitchFamily="18" charset="0"/>
              </a:rPr>
              <a:t>h </a:t>
            </a:r>
            <a:r>
              <a:rPr lang="en-US" sz="4000" dirty="0" err="1" smtClean="0">
                <a:solidFill>
                  <a:srgbClr val="0033CC"/>
                </a:solidFill>
                <a:latin typeface="Constantia" pitchFamily="18" charset="0"/>
                <a:ea typeface="+mj-ea"/>
                <a:cs typeface="Times New Roman" pitchFamily="18" charset="0"/>
              </a:rPr>
              <a:t>tạo</a:t>
            </a:r>
            <a:r>
              <a:rPr lang="en-US" sz="4000" dirty="0" smtClean="0">
                <a:solidFill>
                  <a:srgbClr val="0033CC"/>
                </a:solidFill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lang="en-US" sz="4000" dirty="0" err="1" smtClean="0">
                <a:solidFill>
                  <a:srgbClr val="0033CC"/>
                </a:solidFill>
                <a:latin typeface="Constantia" pitchFamily="18" charset="0"/>
                <a:ea typeface="+mj-ea"/>
                <a:cs typeface="Times New Roman" pitchFamily="18" charset="0"/>
              </a:rPr>
              <a:t>dao</a:t>
            </a:r>
            <a:r>
              <a:rPr lang="en-US" sz="4000" dirty="0" smtClean="0">
                <a:solidFill>
                  <a:srgbClr val="0033CC"/>
                </a:solidFill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lang="en-US" sz="4000" dirty="0" err="1" smtClean="0">
                <a:solidFill>
                  <a:srgbClr val="0033CC"/>
                </a:solidFill>
                <a:latin typeface="Constantia" pitchFamily="18" charset="0"/>
                <a:ea typeface="+mj-ea"/>
                <a:cs typeface="Times New Roman" pitchFamily="18" charset="0"/>
              </a:rPr>
              <a:t>động</a:t>
            </a:r>
            <a:r>
              <a:rPr lang="en-US" sz="4000" dirty="0" smtClean="0">
                <a:solidFill>
                  <a:srgbClr val="0033CC"/>
                </a:solidFill>
                <a:latin typeface="Constantia" pitchFamily="18" charset="0"/>
                <a:ea typeface="+mj-ea"/>
                <a:cs typeface="Times New Roman" pitchFamily="18" charset="0"/>
              </a:rPr>
              <a:t> Hartley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Constantia" pitchFamily="18" charset="0"/>
              <a:ea typeface="+mj-ea"/>
              <a:cs typeface="+mj-cs"/>
            </a:endParaRPr>
          </a:p>
        </p:txBody>
      </p:sp>
      <p:pic>
        <p:nvPicPr>
          <p:cNvPr id="13" name="Picture 4" descr=" 16-23.jpg                                                      0006DC4AMacintosh HD                   ABA78158:"/>
          <p:cNvPicPr>
            <a:picLocks noChangeAspect="1" noChangeArrowheads="1"/>
          </p:cNvPicPr>
          <p:nvPr/>
        </p:nvPicPr>
        <p:blipFill>
          <a:blip r:embed="rId5" cstate="print"/>
          <a:srcRect l="14865" r="16216"/>
          <a:stretch>
            <a:fillRect/>
          </a:stretch>
        </p:blipFill>
        <p:spPr bwMode="auto">
          <a:xfrm>
            <a:off x="4876800" y="1371600"/>
            <a:ext cx="4267200" cy="4130675"/>
          </a:xfrm>
          <a:prstGeom prst="rect">
            <a:avLst/>
          </a:prstGeom>
          <a:noFill/>
        </p:spPr>
      </p:pic>
      <p:sp>
        <p:nvSpPr>
          <p:cNvPr id="51209" name="Rectangle 9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1210" name="Rectangle 10"/>
          <p:cNvSpPr>
            <a:spLocks noChangeArrowheads="1"/>
          </p:cNvSpPr>
          <p:nvPr/>
        </p:nvSpPr>
        <p:spPr bwMode="auto">
          <a:xfrm>
            <a:off x="817563" y="8477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81000" algn="l"/>
              </a:tabLst>
            </a:pPr>
            <a:r>
              <a:rPr kumimoji="0" lang="en-US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Batang" pitchFamily="18" charset="-127"/>
                <a:cs typeface="Times New Roman" pitchFamily="18" charset="0"/>
              </a:rPr>
              <a:t> </a:t>
            </a: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685800" y="3886200"/>
            <a:ext cx="3519488" cy="620713"/>
            <a:chOff x="685800" y="3886200"/>
            <a:chExt cx="3519488" cy="620713"/>
          </a:xfrm>
        </p:grpSpPr>
        <p:graphicFrame>
          <p:nvGraphicFramePr>
            <p:cNvPr id="51206" name="Object 6"/>
            <p:cNvGraphicFramePr>
              <a:graphicFrameLocks noChangeAspect="1"/>
            </p:cNvGraphicFramePr>
            <p:nvPr/>
          </p:nvGraphicFramePr>
          <p:xfrm>
            <a:off x="685800" y="3886200"/>
            <a:ext cx="990600" cy="5572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24" r:id="rId6" imgW="761669" imgH="431613" progId="">
                    <p:embed/>
                  </p:oleObj>
                </mc:Choice>
                <mc:Fallback>
                  <p:oleObj r:id="rId6" imgW="761669" imgH="431613" progId="">
                    <p:embed/>
                    <p:pic>
                      <p:nvPicPr>
                        <p:cNvPr id="0" name="Picture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5800" y="3886200"/>
                          <a:ext cx="990600" cy="557213"/>
                        </a:xfrm>
                        <a:prstGeom prst="rect">
                          <a:avLst/>
                        </a:prstGeom>
                        <a:noFill/>
                        <a:ln w="19050">
                          <a:solidFill>
                            <a:srgbClr val="CC3300"/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" name="Object 7"/>
            <p:cNvGraphicFramePr>
              <a:graphicFrameLocks noChangeAspect="1"/>
            </p:cNvGraphicFramePr>
            <p:nvPr/>
          </p:nvGraphicFramePr>
          <p:xfrm>
            <a:off x="2895600" y="3886200"/>
            <a:ext cx="1309688" cy="6207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25" name="Equation" r:id="rId8" imgW="901440" imgH="431640" progId="Equation.3">
                    <p:embed/>
                  </p:oleObj>
                </mc:Choice>
                <mc:Fallback>
                  <p:oleObj name="Equation" r:id="rId8" imgW="901440" imgH="431640" progId="Equation.3">
                    <p:embed/>
                    <p:pic>
                      <p:nvPicPr>
                        <p:cNvPr id="0" name="Picture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95600" y="3886200"/>
                          <a:ext cx="1309688" cy="620713"/>
                        </a:xfrm>
                        <a:prstGeom prst="rect">
                          <a:avLst/>
                        </a:prstGeom>
                        <a:noFill/>
                        <a:ln w="19050">
                          <a:solidFill>
                            <a:srgbClr val="FF3300"/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" name="Right Arrow 14"/>
            <p:cNvSpPr/>
            <p:nvPr/>
          </p:nvSpPr>
          <p:spPr>
            <a:xfrm>
              <a:off x="1981200" y="3962400"/>
              <a:ext cx="533400" cy="30480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2819400" y="5334000"/>
            <a:ext cx="5638800" cy="1295400"/>
            <a:chOff x="2421" y="9954"/>
            <a:chExt cx="8250" cy="2465"/>
          </a:xfrm>
        </p:grpSpPr>
        <p:pic>
          <p:nvPicPr>
            <p:cNvPr id="79878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421" y="10314"/>
              <a:ext cx="1620" cy="16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9879" name="Picture 5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6021" y="9954"/>
              <a:ext cx="2250" cy="2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9880" name="Picture 6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8421" y="9954"/>
              <a:ext cx="2250" cy="2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9881" name="Picture 7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3741" y="10134"/>
              <a:ext cx="2285" cy="22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79874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447800"/>
            <a:ext cx="8686800" cy="5181600"/>
          </a:xfrm>
        </p:spPr>
        <p:txBody>
          <a:bodyPr/>
          <a:lstStyle/>
          <a:p>
            <a:pPr eaLnBrk="1" hangingPunct="1"/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Là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loại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đá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mờ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trong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tự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nhiên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,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có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nhiều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hình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dạng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khác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nhau</a:t>
            </a:r>
            <a:endParaRPr lang="en-US" sz="1800" dirty="0" smtClean="0">
              <a:latin typeface="Constantia" pitchFamily="18" charset="0"/>
              <a:cs typeface="Times New Roman" pitchFamily="18" charset="0"/>
            </a:endParaRPr>
          </a:p>
          <a:p>
            <a:pPr eaLnBrk="1" hangingPunct="1"/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Tinh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thể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thạch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anh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sử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dụng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trong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mạch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dao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động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là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một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lát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mỏng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,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diện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tích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khoảng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một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vài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cm</a:t>
            </a:r>
            <a:r>
              <a:rPr lang="en-US" sz="1800" baseline="30000" dirty="0" smtClean="0">
                <a:latin typeface="Constantia" pitchFamily="18" charset="0"/>
                <a:cs typeface="Times New Roman" pitchFamily="18" charset="0"/>
              </a:rPr>
              <a:t>2</a:t>
            </a:r>
          </a:p>
          <a:p>
            <a:pPr eaLnBrk="1" hangingPunct="1"/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Tính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chất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áp-điện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: </a:t>
            </a:r>
          </a:p>
          <a:p>
            <a:pPr lvl="4" eaLnBrk="1" hangingPunct="1">
              <a:buFont typeface="Wingdings" pitchFamily="2" charset="2"/>
              <a:buChar char="ü"/>
            </a:pP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Nếu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chịu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sự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biến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dạng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cơ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học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sẽ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xuất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hiện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một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hiệu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điện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thế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giữa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hai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mặt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của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tinh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thể</a:t>
            </a:r>
            <a:endParaRPr lang="en-US" sz="1800" dirty="0" smtClean="0">
              <a:latin typeface="Constantia" pitchFamily="18" charset="0"/>
              <a:cs typeface="Times New Roman" pitchFamily="18" charset="0"/>
            </a:endParaRPr>
          </a:p>
          <a:p>
            <a:pPr lvl="4" eaLnBrk="1" hangingPunct="1">
              <a:buFont typeface="Wingdings" pitchFamily="2" charset="2"/>
              <a:buChar char="ü"/>
            </a:pP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Nếu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đặt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một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điện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thế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lên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tinh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thể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sẽ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xuất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hiện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sự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biến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dạng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cơ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học</a:t>
            </a:r>
            <a:endParaRPr lang="en-US" sz="1800" dirty="0" smtClean="0">
              <a:latin typeface="Constantia" pitchFamily="18" charset="0"/>
              <a:cs typeface="Times New Roman" pitchFamily="18" charset="0"/>
            </a:endParaRPr>
          </a:p>
          <a:p>
            <a:pPr lvl="4" eaLnBrk="1" hangingPunct="1">
              <a:buFont typeface="Wingdings" pitchFamily="2" charset="2"/>
              <a:buChar char="ü"/>
            </a:pP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Nếu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đặt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một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điện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thế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xoay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chiều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lên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2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mặt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của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tinh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thể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  <a:sym typeface="Wingdings" pitchFamily="2" charset="2"/>
              </a:rPr>
              <a:t>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gây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nên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sự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biến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dạng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cơ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học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phụ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thuộc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vào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điện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thế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tức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thời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 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  <a:sym typeface="Wingdings" pitchFamily="2" charset="2"/>
              </a:rPr>
              <a:t>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tạo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nên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một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tín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hiệu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tuần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hoàn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theo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thời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gian</a:t>
            </a:r>
            <a:endParaRPr lang="en-US" sz="1800" dirty="0" smtClean="0">
              <a:latin typeface="Constantia" pitchFamily="18" charset="0"/>
              <a:cs typeface="Times New Roman" pitchFamily="18" charset="0"/>
            </a:endParaRPr>
          </a:p>
          <a:p>
            <a:pPr eaLnBrk="1" hangingPunct="1"/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Dao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động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thạch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anh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rất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ổn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định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với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nhiệt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độ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và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thời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gian</a:t>
            </a:r>
            <a:endParaRPr lang="en-US" sz="1800" dirty="0" smtClean="0">
              <a:latin typeface="Constantia" pitchFamily="18" charset="0"/>
              <a:cs typeface="Times New Roman" pitchFamily="18" charset="0"/>
            </a:endParaRPr>
          </a:p>
          <a:p>
            <a:pPr eaLnBrk="1" hangingPunct="1"/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Tần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số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dao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động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của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mạch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chỉ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phụ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thuộc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vào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kích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thước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của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tinh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thể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thạch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anh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,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đặc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biệt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là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bề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dày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tinh</a:t>
            </a:r>
            <a:r>
              <a:rPr lang="en-US" sz="18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Constantia" pitchFamily="18" charset="0"/>
                <a:cs typeface="Times New Roman" pitchFamily="18" charset="0"/>
              </a:rPr>
              <a:t>thể</a:t>
            </a:r>
            <a:endParaRPr lang="en-US" sz="1800" dirty="0" smtClean="0">
              <a:latin typeface="Constantia" pitchFamily="18" charset="0"/>
              <a:cs typeface="Times New Roman" pitchFamily="18" charset="0"/>
            </a:endParaRPr>
          </a:p>
          <a:p>
            <a:pPr eaLnBrk="1" hangingPunct="1">
              <a:buFontTx/>
              <a:buNone/>
            </a:pPr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itle 1"/>
          <p:cNvSpPr txBox="1">
            <a:spLocks/>
          </p:cNvSpPr>
          <p:nvPr/>
        </p:nvSpPr>
        <p:spPr>
          <a:xfrm>
            <a:off x="116736" y="353440"/>
            <a:ext cx="8915400" cy="6553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bIns="91440" anchor="b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5.1.4.Mạc</a:t>
            </a:r>
            <a:r>
              <a:rPr lang="en-US" sz="3800" dirty="0" smtClean="0">
                <a:solidFill>
                  <a:srgbClr val="0033CC"/>
                </a:solidFill>
                <a:latin typeface="Constantia" pitchFamily="18" charset="0"/>
                <a:ea typeface="+mj-ea"/>
                <a:cs typeface="Times New Roman" pitchFamily="18" charset="0"/>
              </a:rPr>
              <a:t>h </a:t>
            </a:r>
            <a:r>
              <a:rPr lang="en-US" sz="3800" dirty="0" err="1" smtClean="0">
                <a:solidFill>
                  <a:srgbClr val="0033CC"/>
                </a:solidFill>
                <a:latin typeface="Constantia" pitchFamily="18" charset="0"/>
                <a:ea typeface="+mj-ea"/>
                <a:cs typeface="Times New Roman" pitchFamily="18" charset="0"/>
              </a:rPr>
              <a:t>tạo</a:t>
            </a:r>
            <a:r>
              <a:rPr lang="en-US" sz="3800" dirty="0" smtClean="0">
                <a:solidFill>
                  <a:srgbClr val="0033CC"/>
                </a:solidFill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lang="en-US" sz="3800" dirty="0" err="1" smtClean="0">
                <a:solidFill>
                  <a:srgbClr val="0033CC"/>
                </a:solidFill>
                <a:latin typeface="Constantia" pitchFamily="18" charset="0"/>
                <a:ea typeface="+mj-ea"/>
                <a:cs typeface="Times New Roman" pitchFamily="18" charset="0"/>
              </a:rPr>
              <a:t>dao</a:t>
            </a:r>
            <a:r>
              <a:rPr lang="en-US" sz="3800" dirty="0" smtClean="0">
                <a:solidFill>
                  <a:srgbClr val="0033CC"/>
                </a:solidFill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lang="en-US" sz="3800" dirty="0" err="1" smtClean="0">
                <a:solidFill>
                  <a:srgbClr val="0033CC"/>
                </a:solidFill>
                <a:latin typeface="Constantia" pitchFamily="18" charset="0"/>
                <a:ea typeface="+mj-ea"/>
                <a:cs typeface="Times New Roman" pitchFamily="18" charset="0"/>
              </a:rPr>
              <a:t>động</a:t>
            </a:r>
            <a:r>
              <a:rPr lang="en-US" sz="3800" dirty="0" smtClean="0">
                <a:solidFill>
                  <a:srgbClr val="0033CC"/>
                </a:solidFill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lang="en-US" sz="3800" dirty="0" err="1" smtClean="0">
                <a:solidFill>
                  <a:srgbClr val="0033CC"/>
                </a:solidFill>
                <a:latin typeface="Constantia" pitchFamily="18" charset="0"/>
                <a:ea typeface="+mj-ea"/>
                <a:cs typeface="Times New Roman" pitchFamily="18" charset="0"/>
              </a:rPr>
              <a:t>dùng</a:t>
            </a:r>
            <a:r>
              <a:rPr lang="en-US" sz="3800" dirty="0" smtClean="0">
                <a:solidFill>
                  <a:srgbClr val="0033CC"/>
                </a:solidFill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lang="en-US" sz="3800" dirty="0" err="1" smtClean="0">
                <a:solidFill>
                  <a:srgbClr val="0033CC"/>
                </a:solidFill>
                <a:latin typeface="Constantia" pitchFamily="18" charset="0"/>
                <a:ea typeface="+mj-ea"/>
                <a:cs typeface="Times New Roman" pitchFamily="18" charset="0"/>
              </a:rPr>
              <a:t>Thạch</a:t>
            </a:r>
            <a:r>
              <a:rPr lang="en-US" sz="3800" dirty="0" smtClean="0">
                <a:solidFill>
                  <a:srgbClr val="0033CC"/>
                </a:solidFill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lang="en-US" sz="3800" dirty="0" err="1" smtClean="0">
                <a:solidFill>
                  <a:srgbClr val="0033CC"/>
                </a:solidFill>
                <a:latin typeface="Constantia" pitchFamily="18" charset="0"/>
                <a:ea typeface="+mj-ea"/>
                <a:cs typeface="Times New Roman" pitchFamily="18" charset="0"/>
              </a:rPr>
              <a:t>anh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Constantia" pitchFamily="18" charset="0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 txBox="1">
            <a:spLocks/>
          </p:cNvSpPr>
          <p:nvPr/>
        </p:nvSpPr>
        <p:spPr>
          <a:xfrm>
            <a:off x="116736" y="353440"/>
            <a:ext cx="8915400" cy="6553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bIns="91440" anchor="b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5.1.4.Mạc</a:t>
            </a:r>
            <a:r>
              <a:rPr lang="en-US" sz="3800" dirty="0" smtClean="0">
                <a:solidFill>
                  <a:srgbClr val="0033CC"/>
                </a:solidFill>
                <a:latin typeface="Constantia" pitchFamily="18" charset="0"/>
                <a:ea typeface="+mj-ea"/>
                <a:cs typeface="Times New Roman" pitchFamily="18" charset="0"/>
              </a:rPr>
              <a:t>h </a:t>
            </a:r>
            <a:r>
              <a:rPr lang="en-US" sz="3800" dirty="0" err="1" smtClean="0">
                <a:solidFill>
                  <a:srgbClr val="0033CC"/>
                </a:solidFill>
                <a:latin typeface="Constantia" pitchFamily="18" charset="0"/>
                <a:ea typeface="+mj-ea"/>
                <a:cs typeface="Times New Roman" pitchFamily="18" charset="0"/>
              </a:rPr>
              <a:t>tạo</a:t>
            </a:r>
            <a:r>
              <a:rPr lang="en-US" sz="3800" dirty="0" smtClean="0">
                <a:solidFill>
                  <a:srgbClr val="0033CC"/>
                </a:solidFill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lang="en-US" sz="3800" dirty="0" err="1" smtClean="0">
                <a:solidFill>
                  <a:srgbClr val="0033CC"/>
                </a:solidFill>
                <a:latin typeface="Constantia" pitchFamily="18" charset="0"/>
                <a:ea typeface="+mj-ea"/>
                <a:cs typeface="Times New Roman" pitchFamily="18" charset="0"/>
              </a:rPr>
              <a:t>dao</a:t>
            </a:r>
            <a:r>
              <a:rPr lang="en-US" sz="3800" dirty="0" smtClean="0">
                <a:solidFill>
                  <a:srgbClr val="0033CC"/>
                </a:solidFill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lang="en-US" sz="3800" dirty="0" err="1" smtClean="0">
                <a:solidFill>
                  <a:srgbClr val="0033CC"/>
                </a:solidFill>
                <a:latin typeface="Constantia" pitchFamily="18" charset="0"/>
                <a:ea typeface="+mj-ea"/>
                <a:cs typeface="Times New Roman" pitchFamily="18" charset="0"/>
              </a:rPr>
              <a:t>động</a:t>
            </a:r>
            <a:r>
              <a:rPr lang="en-US" sz="3800" dirty="0" smtClean="0">
                <a:solidFill>
                  <a:srgbClr val="0033CC"/>
                </a:solidFill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lang="en-US" sz="3800" dirty="0" err="1" smtClean="0">
                <a:solidFill>
                  <a:srgbClr val="0033CC"/>
                </a:solidFill>
                <a:latin typeface="Constantia" pitchFamily="18" charset="0"/>
                <a:ea typeface="+mj-ea"/>
                <a:cs typeface="Times New Roman" pitchFamily="18" charset="0"/>
              </a:rPr>
              <a:t>dùng</a:t>
            </a:r>
            <a:r>
              <a:rPr lang="en-US" sz="3800" dirty="0" smtClean="0">
                <a:solidFill>
                  <a:srgbClr val="0033CC"/>
                </a:solidFill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lang="en-US" sz="3800" dirty="0" err="1" smtClean="0">
                <a:solidFill>
                  <a:srgbClr val="0033CC"/>
                </a:solidFill>
                <a:latin typeface="Constantia" pitchFamily="18" charset="0"/>
                <a:ea typeface="+mj-ea"/>
                <a:cs typeface="Times New Roman" pitchFamily="18" charset="0"/>
              </a:rPr>
              <a:t>Thạch</a:t>
            </a:r>
            <a:r>
              <a:rPr lang="en-US" sz="3800" dirty="0" smtClean="0">
                <a:solidFill>
                  <a:srgbClr val="0033CC"/>
                </a:solidFill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lang="en-US" sz="3800" dirty="0" err="1" smtClean="0">
                <a:solidFill>
                  <a:srgbClr val="0033CC"/>
                </a:solidFill>
                <a:latin typeface="Constantia" pitchFamily="18" charset="0"/>
                <a:ea typeface="+mj-ea"/>
                <a:cs typeface="Times New Roman" pitchFamily="18" charset="0"/>
              </a:rPr>
              <a:t>anh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Constantia" pitchFamily="18" charset="0"/>
              <a:ea typeface="+mj-ea"/>
              <a:cs typeface="+mj-cs"/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953000" y="1295400"/>
            <a:ext cx="4038600" cy="5181600"/>
          </a:xfrm>
        </p:spPr>
        <p:txBody>
          <a:bodyPr/>
          <a:lstStyle/>
          <a:p>
            <a:r>
              <a:rPr lang="en-US" dirty="0" smtClean="0"/>
              <a:t> </a:t>
            </a:r>
            <a:r>
              <a:rPr lang="en-US" sz="2000" dirty="0" err="1" smtClean="0">
                <a:latin typeface="Constantia" pitchFamily="18" charset="0"/>
              </a:rPr>
              <a:t>Sơ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đồ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tương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đương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của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thạch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anh</a:t>
            </a:r>
            <a:endParaRPr lang="en-US" sz="2000" dirty="0" smtClean="0">
              <a:latin typeface="Constantia" pitchFamily="18" charset="0"/>
            </a:endParaRPr>
          </a:p>
          <a:p>
            <a:endParaRPr lang="en-US" sz="2000" dirty="0" smtClean="0">
              <a:latin typeface="Constantia" pitchFamily="18" charset="0"/>
            </a:endParaRPr>
          </a:p>
          <a:p>
            <a:endParaRPr lang="en-US" sz="2000" dirty="0" smtClean="0">
              <a:latin typeface="Constantia" pitchFamily="18" charset="0"/>
            </a:endParaRPr>
          </a:p>
          <a:p>
            <a:endParaRPr lang="en-US" sz="2000" dirty="0" smtClean="0">
              <a:latin typeface="Constantia" pitchFamily="18" charset="0"/>
            </a:endParaRPr>
          </a:p>
          <a:p>
            <a:endParaRPr lang="en-US" sz="2000" dirty="0" smtClean="0">
              <a:latin typeface="Constantia" pitchFamily="18" charset="0"/>
            </a:endParaRPr>
          </a:p>
          <a:p>
            <a:endParaRPr lang="en-US" sz="2000" dirty="0" smtClean="0">
              <a:latin typeface="Constantia" pitchFamily="18" charset="0"/>
            </a:endParaRPr>
          </a:p>
          <a:p>
            <a:endParaRPr lang="en-US" sz="2000" dirty="0" smtClean="0">
              <a:latin typeface="Constantia" pitchFamily="18" charset="0"/>
            </a:endParaRPr>
          </a:p>
          <a:p>
            <a:endParaRPr lang="en-US" sz="2000" dirty="0" smtClean="0">
              <a:latin typeface="Constantia" pitchFamily="18" charset="0"/>
            </a:endParaRPr>
          </a:p>
          <a:p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Hệ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số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tự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cảm</a:t>
            </a:r>
            <a:r>
              <a:rPr lang="en-US" sz="2000" dirty="0" smtClean="0">
                <a:latin typeface="Constantia" pitchFamily="18" charset="0"/>
              </a:rPr>
              <a:t> L </a:t>
            </a:r>
            <a:r>
              <a:rPr lang="en-US" sz="2000" dirty="0" err="1" smtClean="0">
                <a:latin typeface="Constantia" pitchFamily="18" charset="0"/>
              </a:rPr>
              <a:t>rất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lớn</a:t>
            </a:r>
            <a:endParaRPr lang="en-US" sz="2000" dirty="0" smtClean="0">
              <a:latin typeface="Constantia" pitchFamily="18" charset="0"/>
            </a:endParaRPr>
          </a:p>
          <a:p>
            <a:r>
              <a:rPr lang="en-US" sz="2000" dirty="0" smtClean="0">
                <a:latin typeface="Constantia" pitchFamily="18" charset="0"/>
              </a:rPr>
              <a:t> C</a:t>
            </a:r>
            <a:r>
              <a:rPr lang="en-US" sz="2000" baseline="-25000" dirty="0" smtClean="0">
                <a:latin typeface="Constantia" pitchFamily="18" charset="0"/>
              </a:rPr>
              <a:t>s</a:t>
            </a:r>
            <a:r>
              <a:rPr lang="en-US" sz="2000" dirty="0" smtClean="0">
                <a:latin typeface="Constantia" pitchFamily="18" charset="0"/>
              </a:rPr>
              <a:t>&lt;&lt;Cp</a:t>
            </a:r>
          </a:p>
          <a:p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Hệ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số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phẩm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chất</a:t>
            </a:r>
            <a:r>
              <a:rPr lang="en-US" sz="2000" dirty="0" smtClean="0">
                <a:latin typeface="Constantia" pitchFamily="18" charset="0"/>
              </a:rPr>
              <a:t> Q </a:t>
            </a:r>
            <a:r>
              <a:rPr lang="en-US" sz="2000" dirty="0" err="1" smtClean="0">
                <a:latin typeface="Constantia" pitchFamily="18" charset="0"/>
              </a:rPr>
              <a:t>rất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cao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nên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có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thể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bỏ</a:t>
            </a:r>
            <a:r>
              <a:rPr lang="en-US" sz="2000" dirty="0" smtClean="0">
                <a:latin typeface="Constantia" pitchFamily="18" charset="0"/>
              </a:rPr>
              <a:t> qua </a:t>
            </a:r>
            <a:r>
              <a:rPr lang="en-US" sz="2000" dirty="0" err="1" smtClean="0">
                <a:latin typeface="Constantia" pitchFamily="18" charset="0"/>
              </a:rPr>
              <a:t>giá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trị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điện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trở</a:t>
            </a:r>
            <a:r>
              <a:rPr lang="en-US" sz="2000" dirty="0" smtClean="0">
                <a:latin typeface="Constantia" pitchFamily="18" charset="0"/>
              </a:rPr>
              <a:t> R</a:t>
            </a:r>
            <a:endParaRPr lang="en-US" sz="2000" dirty="0">
              <a:latin typeface="Constantia" pitchFamily="18" charset="0"/>
            </a:endParaRPr>
          </a:p>
        </p:txBody>
      </p:sp>
      <p:sp>
        <p:nvSpPr>
          <p:cNvPr id="15" name="Content Placeholder 8"/>
          <p:cNvSpPr txBox="1">
            <a:spLocks/>
          </p:cNvSpPr>
          <p:nvPr/>
        </p:nvSpPr>
        <p:spPr>
          <a:xfrm>
            <a:off x="304800" y="1219200"/>
            <a:ext cx="4495800" cy="541020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Char char=""/>
              <a:tabLst/>
              <a:defRPr/>
            </a:pPr>
            <a:r>
              <a:rPr kumimoji="0" lang="en-US" sz="2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Trở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kháng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của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thạch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anh</a:t>
            </a: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nstantia" pitchFamily="18" charset="0"/>
              <a:ea typeface="+mn-ea"/>
              <a:cs typeface="+mn-cs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Char char=""/>
              <a:tabLst/>
              <a:defRPr/>
            </a:pPr>
            <a:endParaRPr lang="en-US" sz="2000" dirty="0" smtClean="0">
              <a:latin typeface="Constantia" pitchFamily="18" charset="0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Char char=""/>
              <a:tabLst/>
              <a:defRPr/>
            </a:pP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nstantia" pitchFamily="18" charset="0"/>
              <a:ea typeface="+mn-ea"/>
              <a:cs typeface="+mn-cs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Char char=""/>
              <a:tabLst/>
              <a:defRPr/>
            </a:pPr>
            <a:endParaRPr lang="en-US" sz="2000" dirty="0" smtClean="0">
              <a:latin typeface="Constantia" pitchFamily="18" charset="0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Char char=""/>
              <a:tabLst/>
              <a:defRPr/>
            </a:pP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nstantia" pitchFamily="18" charset="0"/>
              <a:ea typeface="+mn-ea"/>
              <a:cs typeface="+mn-cs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Char char=""/>
              <a:tabLst/>
              <a:defRPr/>
            </a:pPr>
            <a:endParaRPr lang="en-US" sz="2000" dirty="0" smtClean="0">
              <a:latin typeface="Constantia" pitchFamily="18" charset="0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Char char=""/>
              <a:tabLst/>
              <a:defRPr/>
            </a:pP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nstantia" pitchFamily="18" charset="0"/>
              <a:ea typeface="+mn-ea"/>
              <a:cs typeface="+mn-cs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Char char=""/>
              <a:tabLst/>
              <a:defRPr/>
            </a:pPr>
            <a:endParaRPr lang="en-US" sz="2000" dirty="0" smtClean="0">
              <a:latin typeface="Constantia" pitchFamily="18" charset="0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Char char=""/>
              <a:tabLst/>
              <a:defRPr/>
            </a:pP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nstantia" pitchFamily="18" charset="0"/>
              <a:ea typeface="+mn-ea"/>
              <a:cs typeface="+mn-cs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Char char=""/>
              <a:tabLst/>
              <a:defRPr/>
            </a:pPr>
            <a:endParaRPr lang="en-US" sz="2000" dirty="0" smtClean="0">
              <a:latin typeface="Constantia" pitchFamily="18" charset="0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Char char=""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tantia" pitchFamily="18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tantia" pitchFamily="18" charset="0"/>
                <a:ea typeface="+mn-ea"/>
                <a:cs typeface="+mn-cs"/>
              </a:rPr>
              <a:t>Hai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tantia" pitchFamily="18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tantia" pitchFamily="18" charset="0"/>
                <a:ea typeface="+mn-ea"/>
                <a:cs typeface="+mn-cs"/>
              </a:rPr>
              <a:t>tần</a:t>
            </a:r>
            <a:r>
              <a:rPr kumimoji="0" lang="en-US" sz="20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tantia" pitchFamily="18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tantia" pitchFamily="18" charset="0"/>
                <a:ea typeface="+mn-ea"/>
                <a:cs typeface="+mn-cs"/>
              </a:rPr>
              <a:t>số</a:t>
            </a:r>
            <a:r>
              <a:rPr kumimoji="0" lang="en-US" sz="20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tantia" pitchFamily="18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tantia" pitchFamily="18" charset="0"/>
                <a:ea typeface="+mn-ea"/>
                <a:cs typeface="+mn-cs"/>
              </a:rPr>
              <a:t>cộng</a:t>
            </a:r>
            <a:r>
              <a:rPr kumimoji="0" lang="en-US" sz="20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tantia" pitchFamily="18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tantia" pitchFamily="18" charset="0"/>
                <a:ea typeface="+mn-ea"/>
                <a:cs typeface="+mn-cs"/>
              </a:rPr>
              <a:t>hưởng</a:t>
            </a:r>
            <a:endParaRPr kumimoji="0" lang="en-US" sz="2000" b="0" i="0" u="none" strike="noStrike" kern="1200" cap="none" spc="0" normalizeH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nstantia" pitchFamily="18" charset="0"/>
              <a:ea typeface="+mn-ea"/>
              <a:cs typeface="+mn-cs"/>
            </a:endParaRPr>
          </a:p>
          <a:p>
            <a:pPr marL="274320" indent="-274320">
              <a:spcBef>
                <a:spcPts val="580"/>
              </a:spcBef>
              <a:buClr>
                <a:schemeClr val="accent1"/>
              </a:buClr>
              <a:buSzPct val="85000"/>
            </a:pPr>
            <a:r>
              <a:rPr lang="en-US" sz="2000" dirty="0" smtClean="0"/>
              <a:t> 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nstantia" pitchFamily="18" charset="0"/>
              <a:ea typeface="+mn-ea"/>
              <a:cs typeface="+mn-cs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5926090" y="2362200"/>
            <a:ext cx="2280285" cy="2132548"/>
            <a:chOff x="5382895" y="1905000"/>
            <a:chExt cx="2280285" cy="2132548"/>
          </a:xfrm>
        </p:grpSpPr>
        <p:pic>
          <p:nvPicPr>
            <p:cNvPr id="52227" name="Picture 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5382895" y="1905000"/>
              <a:ext cx="2280285" cy="2132548"/>
            </a:xfrm>
            <a:prstGeom prst="rect">
              <a:avLst/>
            </a:prstGeom>
            <a:noFill/>
          </p:spPr>
        </p:pic>
        <p:sp>
          <p:nvSpPr>
            <p:cNvPr id="13" name="Left-Right Arrow 12"/>
            <p:cNvSpPr/>
            <p:nvPr/>
          </p:nvSpPr>
          <p:spPr>
            <a:xfrm>
              <a:off x="5791200" y="3124200"/>
              <a:ext cx="609600" cy="304800"/>
            </a:xfrm>
            <a:prstGeom prst="left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533400" y="1587224"/>
            <a:ext cx="3974073" cy="3543797"/>
            <a:chOff x="474710" y="1905000"/>
            <a:chExt cx="3974073" cy="3543797"/>
          </a:xfrm>
        </p:grpSpPr>
        <p:pic>
          <p:nvPicPr>
            <p:cNvPr id="52230" name="Picture 6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474710" y="1905000"/>
              <a:ext cx="3949653" cy="3475701"/>
            </a:xfrm>
            <a:prstGeom prst="rect">
              <a:avLst/>
            </a:prstGeom>
            <a:noFill/>
          </p:spPr>
        </p:pic>
        <p:sp>
          <p:nvSpPr>
            <p:cNvPr id="52232" name="Text Box 8"/>
            <p:cNvSpPr txBox="1">
              <a:spLocks noChangeArrowheads="1"/>
            </p:cNvSpPr>
            <p:nvPr/>
          </p:nvSpPr>
          <p:spPr bwMode="auto">
            <a:xfrm>
              <a:off x="2387058" y="4996715"/>
              <a:ext cx="2061725" cy="45208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b="0" i="0" u="none" strike="noStrike" cap="none" normalizeH="0" baseline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Tần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 </a:t>
              </a:r>
              <a:r>
                <a:rPr kumimoji="0" lang="en-US" b="0" i="0" u="none" strike="noStrike" cap="none" normalizeH="0" baseline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số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 </a:t>
              </a:r>
              <a:r>
                <a:rPr kumimoji="0" lang="en-US" b="0" i="0" u="none" strike="noStrike" cap="none" normalizeH="0" baseline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cơ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 </a:t>
              </a:r>
              <a:r>
                <a:rPr kumimoji="0" lang="en-US" b="0" i="0" u="none" strike="noStrike" cap="none" normalizeH="0" baseline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bản</a:t>
              </a:r>
              <a:endPara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2233" name="Text Box 9"/>
            <p:cNvSpPr txBox="1">
              <a:spLocks noChangeArrowheads="1"/>
            </p:cNvSpPr>
            <p:nvPr/>
          </p:nvSpPr>
          <p:spPr bwMode="auto">
            <a:xfrm>
              <a:off x="1371600" y="2514600"/>
              <a:ext cx="914400" cy="53340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b="0" i="0" u="none" strike="noStrike" cap="none" normalizeH="0" baseline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Cảm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 </a:t>
              </a:r>
              <a:r>
                <a:rPr kumimoji="0" lang="en-US" b="0" i="0" u="none" strike="noStrike" cap="none" normalizeH="0" baseline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kháng</a:t>
              </a:r>
              <a:endPara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2234" name="Text Box 10"/>
            <p:cNvSpPr txBox="1">
              <a:spLocks noChangeArrowheads="1"/>
            </p:cNvSpPr>
            <p:nvPr/>
          </p:nvSpPr>
          <p:spPr bwMode="auto">
            <a:xfrm>
              <a:off x="1594026" y="4141919"/>
              <a:ext cx="953133" cy="96348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endPara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Arial" pitchFamily="34" charset="0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Dung </a:t>
              </a:r>
              <a:r>
                <a:rPr kumimoji="0" lang="en-US" b="0" i="0" u="none" strike="noStrike" cap="none" normalizeH="0" baseline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kháng</a:t>
              </a:r>
              <a:endPara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2235" name="Text Box 11"/>
            <p:cNvSpPr txBox="1">
              <a:spLocks noChangeArrowheads="1"/>
            </p:cNvSpPr>
            <p:nvPr/>
          </p:nvSpPr>
          <p:spPr bwMode="auto">
            <a:xfrm>
              <a:off x="591768" y="2213048"/>
              <a:ext cx="304800" cy="249660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vert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b="0" i="0" u="none" strike="noStrike" cap="none" normalizeH="0" baseline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Tr</a:t>
              </a:r>
              <a:r>
                <a:rPr kumimoji="0" lang="vi-VN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ở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 </a:t>
              </a:r>
              <a:r>
                <a:rPr kumimoji="0" lang="en-US" b="0" i="0" u="none" strike="noStrike" cap="none" normalizeH="0" baseline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kháng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 </a:t>
              </a:r>
              <a:r>
                <a:rPr kumimoji="0" lang="en-US" b="0" i="0" u="none" strike="noStrike" cap="none" normalizeH="0" baseline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của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 </a:t>
              </a:r>
              <a:r>
                <a:rPr kumimoji="0" lang="en-US" b="0" i="0" u="none" strike="noStrike" cap="none" normalizeH="0" baseline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thạch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 </a:t>
              </a:r>
              <a:r>
                <a:rPr kumimoji="0" lang="en-US" b="0" i="0" u="none" strike="noStrike" cap="none" normalizeH="0" baseline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anh</a:t>
              </a:r>
              <a:endPara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52237" name="Rectangle 1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2238" name="Rectangle 14"/>
          <p:cNvSpPr>
            <a:spLocks noChangeArrowheads="1"/>
          </p:cNvSpPr>
          <p:nvPr/>
        </p:nvSpPr>
        <p:spPr bwMode="auto">
          <a:xfrm>
            <a:off x="817563" y="8477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81000" algn="l"/>
              </a:tabLst>
            </a:pPr>
            <a:r>
              <a:rPr kumimoji="0" lang="en-US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Batang" pitchFamily="18" charset="-127"/>
                <a:cs typeface="Times New Roman" pitchFamily="18" charset="0"/>
              </a:rPr>
              <a:t> </a:t>
            </a: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52239" name="Object 15"/>
          <p:cNvGraphicFramePr>
            <a:graphicFrameLocks noChangeAspect="1"/>
          </p:cNvGraphicFramePr>
          <p:nvPr/>
        </p:nvGraphicFramePr>
        <p:xfrm>
          <a:off x="457200" y="5715000"/>
          <a:ext cx="1346200" cy="65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51" name="Equation" r:id="rId5" imgW="927000" imgH="457200" progId="Equation.3">
                  <p:embed/>
                </p:oleObj>
              </mc:Choice>
              <mc:Fallback>
                <p:oleObj name="Equation" r:id="rId5" imgW="927000" imgH="457200" progId="Equation.3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5715000"/>
                        <a:ext cx="1346200" cy="657225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40" name="Object 16"/>
          <p:cNvGraphicFramePr>
            <a:graphicFrameLocks noChangeAspect="1"/>
          </p:cNvGraphicFramePr>
          <p:nvPr/>
        </p:nvGraphicFramePr>
        <p:xfrm>
          <a:off x="2667000" y="5638800"/>
          <a:ext cx="2212975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52" name="Equation" r:id="rId7" imgW="1523880" imgH="571320" progId="Equation.3">
                  <p:embed/>
                </p:oleObj>
              </mc:Choice>
              <mc:Fallback>
                <p:oleObj name="Equation" r:id="rId7" imgW="1523880" imgH="571320" progId="Equation.3">
                  <p:embed/>
                  <p:pic>
                    <p:nvPicPr>
                      <p:cNvPr id="0" name="Picture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5638800"/>
                        <a:ext cx="2212975" cy="822325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295400"/>
            <a:ext cx="5105400" cy="5105400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en-US" sz="2000" dirty="0" err="1" smtClean="0">
                <a:latin typeface="Constantia" pitchFamily="18" charset="0"/>
              </a:rPr>
              <a:t>Trong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dải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tần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giữa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i="1" dirty="0" err="1" smtClean="0">
                <a:latin typeface="Constantia" pitchFamily="18" charset="0"/>
              </a:rPr>
              <a:t>f</a:t>
            </a:r>
            <a:r>
              <a:rPr lang="en-US" sz="2000" i="1" baseline="-25000" dirty="0" err="1" smtClean="0">
                <a:latin typeface="Constantia" pitchFamily="18" charset="0"/>
              </a:rPr>
              <a:t>s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và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i="1" dirty="0" err="1" smtClean="0">
                <a:latin typeface="Constantia" pitchFamily="18" charset="0"/>
              </a:rPr>
              <a:t>f</a:t>
            </a:r>
            <a:r>
              <a:rPr lang="en-US" sz="2000" i="1" baseline="-25000" dirty="0" err="1" smtClean="0">
                <a:latin typeface="Constantia" pitchFamily="18" charset="0"/>
              </a:rPr>
              <a:t>p</a:t>
            </a:r>
            <a:r>
              <a:rPr lang="en-US" sz="2000" dirty="0" smtClean="0">
                <a:latin typeface="Constantia" pitchFamily="18" charset="0"/>
              </a:rPr>
              <a:t>, </a:t>
            </a:r>
            <a:r>
              <a:rPr lang="en-US" sz="2000" dirty="0" err="1" smtClean="0">
                <a:latin typeface="Constantia" pitchFamily="18" charset="0"/>
              </a:rPr>
              <a:t>tinh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thể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thạch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anh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hoạt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động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như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một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cuộn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cảm</a:t>
            </a:r>
            <a:r>
              <a:rPr lang="en-US" sz="2000" dirty="0" smtClean="0">
                <a:latin typeface="Constantia" pitchFamily="18" charset="0"/>
              </a:rPr>
              <a:t>, </a:t>
            </a:r>
            <a:r>
              <a:rPr lang="en-US" sz="2000" dirty="0" err="1" smtClean="0">
                <a:latin typeface="Constantia" pitchFamily="18" charset="0"/>
              </a:rPr>
              <a:t>khi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đó</a:t>
            </a:r>
            <a:r>
              <a:rPr lang="en-US" sz="2000" dirty="0" smtClean="0">
                <a:latin typeface="Constantia" pitchFamily="18" charset="0"/>
              </a:rPr>
              <a:t>, </a:t>
            </a:r>
            <a:r>
              <a:rPr lang="en-US" sz="2000" dirty="0" err="1" smtClean="0">
                <a:latin typeface="Constantia" pitchFamily="18" charset="0"/>
              </a:rPr>
              <a:t>mạch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dao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động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thạch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anh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hoạt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động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tương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tự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mạch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dao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động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Colpitts</a:t>
            </a:r>
            <a:r>
              <a:rPr lang="en-US" sz="2000" dirty="0" smtClean="0">
                <a:latin typeface="Constantia" pitchFamily="18" charset="0"/>
              </a:rPr>
              <a:t>. </a:t>
            </a:r>
            <a:r>
              <a:rPr lang="en-US" sz="2000" dirty="0" err="1" smtClean="0">
                <a:latin typeface="Constantia" pitchFamily="18" charset="0"/>
              </a:rPr>
              <a:t>Thạch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anh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cùng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với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hai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tụ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điện</a:t>
            </a:r>
            <a:r>
              <a:rPr lang="en-US" sz="2000" dirty="0" smtClean="0">
                <a:latin typeface="Constantia" pitchFamily="18" charset="0"/>
              </a:rPr>
              <a:t>  </a:t>
            </a:r>
            <a:r>
              <a:rPr lang="en-US" sz="2000" dirty="0" err="1" smtClean="0">
                <a:latin typeface="Constantia" pitchFamily="18" charset="0"/>
              </a:rPr>
              <a:t>và</a:t>
            </a:r>
            <a:r>
              <a:rPr lang="en-US" sz="2000" dirty="0" smtClean="0">
                <a:latin typeface="Constantia" pitchFamily="18" charset="0"/>
              </a:rPr>
              <a:t>  </a:t>
            </a:r>
            <a:r>
              <a:rPr lang="en-US" sz="2000" dirty="0" err="1" smtClean="0">
                <a:latin typeface="Constantia" pitchFamily="18" charset="0"/>
              </a:rPr>
              <a:t>tạo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nên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mạch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cộng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hưởng</a:t>
            </a:r>
            <a:r>
              <a:rPr lang="en-US" sz="2000" dirty="0" smtClean="0">
                <a:latin typeface="Constantia" pitchFamily="18" charset="0"/>
              </a:rPr>
              <a:t> LC </a:t>
            </a:r>
            <a:r>
              <a:rPr lang="en-US" sz="2000" dirty="0" err="1" smtClean="0">
                <a:latin typeface="Constantia" pitchFamily="18" charset="0"/>
              </a:rPr>
              <a:t>giống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như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trong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mạch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dao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động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Colpitts</a:t>
            </a:r>
            <a:r>
              <a:rPr lang="en-US" sz="2000" dirty="0" err="1" smtClean="0">
                <a:latin typeface="Times New Roman"/>
                <a:cs typeface="Times New Roman"/>
              </a:rPr>
              <a:t>→khối</a:t>
            </a:r>
            <a:r>
              <a:rPr lang="en-US" sz="2000" dirty="0" smtClean="0">
                <a:latin typeface="Times New Roman"/>
                <a:cs typeface="Times New Roman"/>
              </a:rPr>
              <a:t> </a:t>
            </a:r>
            <a:r>
              <a:rPr lang="en-US" sz="2000" dirty="0" err="1" smtClean="0">
                <a:latin typeface="Times New Roman"/>
                <a:cs typeface="Times New Roman"/>
              </a:rPr>
              <a:t>hồi</a:t>
            </a:r>
            <a:r>
              <a:rPr lang="en-US" sz="2000" dirty="0" smtClean="0">
                <a:latin typeface="Times New Roman"/>
                <a:cs typeface="Times New Roman"/>
              </a:rPr>
              <a:t> </a:t>
            </a:r>
            <a:r>
              <a:rPr lang="en-US" sz="2000" dirty="0" err="1" smtClean="0">
                <a:latin typeface="Times New Roman"/>
                <a:cs typeface="Times New Roman"/>
              </a:rPr>
              <a:t>tiếp</a:t>
            </a:r>
            <a:r>
              <a:rPr lang="en-US" sz="2000" dirty="0" smtClean="0">
                <a:latin typeface="Times New Roman"/>
                <a:cs typeface="Times New Roman"/>
              </a:rPr>
              <a:t> </a:t>
            </a:r>
            <a:r>
              <a:rPr lang="en-US" sz="2000" dirty="0" err="1" smtClean="0">
                <a:latin typeface="Times New Roman"/>
                <a:cs typeface="Times New Roman"/>
              </a:rPr>
              <a:t>có</a:t>
            </a:r>
            <a:r>
              <a:rPr lang="en-US" sz="2000" dirty="0" smtClean="0">
                <a:latin typeface="Times New Roman"/>
                <a:cs typeface="Times New Roman"/>
              </a:rPr>
              <a:t> </a:t>
            </a:r>
            <a:r>
              <a:rPr lang="en-US" sz="2000" dirty="0" err="1" smtClean="0">
                <a:latin typeface="Times New Roman"/>
                <a:cs typeface="Times New Roman"/>
              </a:rPr>
              <a:t>nhiệm</a:t>
            </a:r>
            <a:r>
              <a:rPr lang="en-US" sz="2000" dirty="0" smtClean="0">
                <a:latin typeface="Times New Roman"/>
                <a:cs typeface="Times New Roman"/>
              </a:rPr>
              <a:t> </a:t>
            </a:r>
            <a:r>
              <a:rPr lang="en-US" sz="2000" dirty="0" err="1" smtClean="0">
                <a:latin typeface="Times New Roman"/>
                <a:cs typeface="Times New Roman"/>
              </a:rPr>
              <a:t>vụ</a:t>
            </a:r>
            <a:r>
              <a:rPr lang="en-US" sz="2000" dirty="0" smtClean="0">
                <a:latin typeface="Times New Roman"/>
                <a:cs typeface="Times New Roman"/>
              </a:rPr>
              <a:t> </a:t>
            </a:r>
            <a:r>
              <a:rPr lang="en-US" sz="2000" dirty="0" err="1" smtClean="0">
                <a:latin typeface="Times New Roman"/>
                <a:cs typeface="Times New Roman"/>
              </a:rPr>
              <a:t>định</a:t>
            </a:r>
            <a:r>
              <a:rPr lang="en-US" sz="2000" dirty="0" smtClean="0">
                <a:latin typeface="Times New Roman"/>
                <a:cs typeface="Times New Roman"/>
              </a:rPr>
              <a:t> </a:t>
            </a:r>
            <a:r>
              <a:rPr lang="en-US" sz="2000" dirty="0" err="1" smtClean="0">
                <a:latin typeface="Times New Roman"/>
                <a:cs typeface="Times New Roman"/>
              </a:rPr>
              <a:t>tần</a:t>
            </a:r>
            <a:r>
              <a:rPr lang="en-US" sz="2000" dirty="0" smtClean="0">
                <a:latin typeface="Times New Roman"/>
                <a:cs typeface="Times New Roman"/>
              </a:rPr>
              <a:t> </a:t>
            </a:r>
            <a:r>
              <a:rPr lang="en-US" sz="2000" dirty="0" err="1" smtClean="0">
                <a:latin typeface="Times New Roman"/>
                <a:cs typeface="Times New Roman"/>
              </a:rPr>
              <a:t>số</a:t>
            </a:r>
            <a:r>
              <a:rPr lang="en-US" sz="2000" dirty="0" smtClean="0">
                <a:latin typeface="Times New Roman"/>
                <a:cs typeface="Times New Roman"/>
              </a:rPr>
              <a:t> </a:t>
            </a:r>
            <a:r>
              <a:rPr lang="en-US" sz="2000" dirty="0" err="1" smtClean="0">
                <a:latin typeface="Times New Roman"/>
                <a:cs typeface="Times New Roman"/>
              </a:rPr>
              <a:t>cho</a:t>
            </a:r>
            <a:r>
              <a:rPr lang="en-US" sz="2000" dirty="0" smtClean="0">
                <a:latin typeface="Times New Roman"/>
                <a:cs typeface="Times New Roman"/>
              </a:rPr>
              <a:t> </a:t>
            </a:r>
            <a:r>
              <a:rPr lang="en-US" sz="2000" dirty="0" err="1" smtClean="0">
                <a:latin typeface="Times New Roman"/>
                <a:cs typeface="Times New Roman"/>
              </a:rPr>
              <a:t>mạch</a:t>
            </a:r>
            <a:r>
              <a:rPr lang="en-US" sz="2000" dirty="0" smtClean="0">
                <a:latin typeface="Times New Roman"/>
                <a:cs typeface="Times New Roman"/>
              </a:rPr>
              <a:t> </a:t>
            </a:r>
            <a:r>
              <a:rPr lang="en-US" sz="2000" dirty="0" err="1" smtClean="0">
                <a:latin typeface="Times New Roman"/>
                <a:cs typeface="Times New Roman"/>
              </a:rPr>
              <a:t>dao</a:t>
            </a:r>
            <a:r>
              <a:rPr lang="en-US" sz="2000" dirty="0" smtClean="0">
                <a:latin typeface="Times New Roman"/>
                <a:cs typeface="Times New Roman"/>
              </a:rPr>
              <a:t> </a:t>
            </a:r>
            <a:r>
              <a:rPr lang="en-US" sz="2000" dirty="0" err="1" smtClean="0">
                <a:latin typeface="Times New Roman"/>
                <a:cs typeface="Times New Roman"/>
              </a:rPr>
              <a:t>động</a:t>
            </a:r>
            <a:endParaRPr lang="en-US" sz="2000" dirty="0" smtClean="0">
              <a:latin typeface="Constantia" pitchFamily="18" charset="0"/>
            </a:endParaRPr>
          </a:p>
          <a:p>
            <a:pPr>
              <a:lnSpc>
                <a:spcPct val="110000"/>
              </a:lnSpc>
            </a:pP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Mạch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khuếch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đại</a:t>
            </a:r>
            <a:r>
              <a:rPr lang="en-US" sz="2000" dirty="0" smtClean="0">
                <a:latin typeface="Constantia" pitchFamily="18" charset="0"/>
              </a:rPr>
              <a:t> CE </a:t>
            </a:r>
            <a:r>
              <a:rPr lang="en-US" sz="2000" dirty="0" err="1" smtClean="0">
                <a:latin typeface="Constantia" pitchFamily="18" charset="0"/>
              </a:rPr>
              <a:t>thưc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hiện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đảo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pha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tín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hiệu</a:t>
            </a:r>
            <a:r>
              <a:rPr lang="en-US" sz="2000" dirty="0" smtClean="0">
                <a:latin typeface="Constantia" pitchFamily="18" charset="0"/>
              </a:rPr>
              <a:t>. </a:t>
            </a:r>
            <a:endParaRPr lang="en-US" sz="2000" dirty="0">
              <a:latin typeface="Constantia" pitchFamily="18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16736" y="353440"/>
            <a:ext cx="8915400" cy="6553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bIns="91440" anchor="b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5.1.4.Mạc</a:t>
            </a:r>
            <a:r>
              <a:rPr lang="en-US" sz="3800" dirty="0" smtClean="0">
                <a:solidFill>
                  <a:srgbClr val="0033CC"/>
                </a:solidFill>
                <a:latin typeface="Constantia" pitchFamily="18" charset="0"/>
                <a:ea typeface="+mj-ea"/>
                <a:cs typeface="Times New Roman" pitchFamily="18" charset="0"/>
              </a:rPr>
              <a:t>h </a:t>
            </a:r>
            <a:r>
              <a:rPr lang="en-US" sz="3800" dirty="0" err="1" smtClean="0">
                <a:solidFill>
                  <a:srgbClr val="0033CC"/>
                </a:solidFill>
                <a:latin typeface="Constantia" pitchFamily="18" charset="0"/>
                <a:ea typeface="+mj-ea"/>
                <a:cs typeface="Times New Roman" pitchFamily="18" charset="0"/>
              </a:rPr>
              <a:t>tạo</a:t>
            </a:r>
            <a:r>
              <a:rPr lang="en-US" sz="3800" dirty="0" smtClean="0">
                <a:solidFill>
                  <a:srgbClr val="0033CC"/>
                </a:solidFill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lang="en-US" sz="3800" dirty="0" err="1" smtClean="0">
                <a:solidFill>
                  <a:srgbClr val="0033CC"/>
                </a:solidFill>
                <a:latin typeface="Constantia" pitchFamily="18" charset="0"/>
                <a:ea typeface="+mj-ea"/>
                <a:cs typeface="Times New Roman" pitchFamily="18" charset="0"/>
              </a:rPr>
              <a:t>dao</a:t>
            </a:r>
            <a:r>
              <a:rPr lang="en-US" sz="3800" dirty="0" smtClean="0">
                <a:solidFill>
                  <a:srgbClr val="0033CC"/>
                </a:solidFill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lang="en-US" sz="3800" dirty="0" err="1" smtClean="0">
                <a:solidFill>
                  <a:srgbClr val="0033CC"/>
                </a:solidFill>
                <a:latin typeface="Constantia" pitchFamily="18" charset="0"/>
                <a:ea typeface="+mj-ea"/>
                <a:cs typeface="Times New Roman" pitchFamily="18" charset="0"/>
              </a:rPr>
              <a:t>động</a:t>
            </a:r>
            <a:r>
              <a:rPr lang="en-US" sz="3800" dirty="0" smtClean="0">
                <a:solidFill>
                  <a:srgbClr val="0033CC"/>
                </a:solidFill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lang="en-US" sz="3800" dirty="0" err="1" smtClean="0">
                <a:solidFill>
                  <a:srgbClr val="0033CC"/>
                </a:solidFill>
                <a:latin typeface="Constantia" pitchFamily="18" charset="0"/>
                <a:ea typeface="+mj-ea"/>
                <a:cs typeface="Times New Roman" pitchFamily="18" charset="0"/>
              </a:rPr>
              <a:t>dùng</a:t>
            </a:r>
            <a:r>
              <a:rPr lang="en-US" sz="3800" dirty="0" smtClean="0">
                <a:solidFill>
                  <a:srgbClr val="0033CC"/>
                </a:solidFill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lang="en-US" sz="3800" dirty="0" err="1" smtClean="0">
                <a:solidFill>
                  <a:srgbClr val="0033CC"/>
                </a:solidFill>
                <a:latin typeface="Constantia" pitchFamily="18" charset="0"/>
                <a:ea typeface="+mj-ea"/>
                <a:cs typeface="Times New Roman" pitchFamily="18" charset="0"/>
              </a:rPr>
              <a:t>Thạch</a:t>
            </a:r>
            <a:r>
              <a:rPr lang="en-US" sz="3800" dirty="0" smtClean="0">
                <a:solidFill>
                  <a:srgbClr val="0033CC"/>
                </a:solidFill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lang="en-US" sz="3800" dirty="0" err="1" smtClean="0">
                <a:solidFill>
                  <a:srgbClr val="0033CC"/>
                </a:solidFill>
                <a:latin typeface="Constantia" pitchFamily="18" charset="0"/>
                <a:ea typeface="+mj-ea"/>
                <a:cs typeface="Times New Roman" pitchFamily="18" charset="0"/>
              </a:rPr>
              <a:t>anh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Constantia" pitchFamily="18" charset="0"/>
              <a:ea typeface="+mj-ea"/>
              <a:cs typeface="+mj-cs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5410200" y="1600200"/>
            <a:ext cx="3468853" cy="3321178"/>
            <a:chOff x="5410200" y="1600200"/>
            <a:chExt cx="3468853" cy="3321178"/>
          </a:xfrm>
        </p:grpSpPr>
        <p:pic>
          <p:nvPicPr>
            <p:cNvPr id="5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5410200" y="1600200"/>
              <a:ext cx="3362325" cy="2795587"/>
            </a:xfrm>
            <a:prstGeom prst="rect">
              <a:avLst/>
            </a:prstGeom>
            <a:noFill/>
          </p:spPr>
        </p:pic>
        <p:sp>
          <p:nvSpPr>
            <p:cNvPr id="6" name="Text Box 4"/>
            <p:cNvSpPr txBox="1">
              <a:spLocks noChangeArrowheads="1"/>
            </p:cNvSpPr>
            <p:nvPr/>
          </p:nvSpPr>
          <p:spPr bwMode="auto">
            <a:xfrm>
              <a:off x="5562600" y="4572000"/>
              <a:ext cx="3316453" cy="3493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2000" b="0" i="0" u="none" strike="noStrike" cap="none" normalizeH="0" baseline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Mạch</a:t>
              </a:r>
              <a:r>
                <a:rPr kumimoji="0" lang="en-US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 </a:t>
              </a:r>
              <a:r>
                <a:rPr kumimoji="0" lang="en-US" sz="2000" b="0" i="0" u="none" strike="noStrike" cap="none" normalizeH="0" baseline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dao</a:t>
              </a:r>
              <a:r>
                <a:rPr kumimoji="0" lang="en-US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 </a:t>
              </a:r>
              <a:r>
                <a:rPr kumimoji="0" lang="en-US" sz="2000" b="0" i="0" u="none" strike="noStrike" cap="none" normalizeH="0" baseline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động</a:t>
              </a:r>
              <a:r>
                <a:rPr kumimoji="0" lang="en-US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 </a:t>
              </a:r>
              <a:r>
                <a:rPr kumimoji="0" lang="en-US" sz="2000" b="0" i="0" u="none" strike="noStrike" cap="none" normalizeH="0" baseline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Colpitts</a:t>
              </a:r>
              <a:endPara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81000" y="1295400"/>
            <a:ext cx="4724400" cy="5334000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Trong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mạch</a:t>
            </a:r>
            <a:r>
              <a:rPr lang="en-US" sz="2000" dirty="0" smtClean="0">
                <a:latin typeface="Constantia" pitchFamily="18" charset="0"/>
              </a:rPr>
              <a:t> Pierce, </a:t>
            </a:r>
            <a:r>
              <a:rPr lang="en-US" sz="2000" dirty="0" err="1" smtClean="0">
                <a:latin typeface="Constantia" pitchFamily="18" charset="0"/>
              </a:rPr>
              <a:t>thạch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anh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được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sử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dụng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như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một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phần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tử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trên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đường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hồi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tiếp</a:t>
            </a:r>
            <a:r>
              <a:rPr lang="en-US" sz="2000" dirty="0" smtClean="0">
                <a:latin typeface="Constantia" pitchFamily="18" charset="0"/>
              </a:rPr>
              <a:t>. </a:t>
            </a:r>
            <a:r>
              <a:rPr lang="en-US" sz="2000" dirty="0" err="1" smtClean="0">
                <a:latin typeface="Constantia" pitchFamily="18" charset="0"/>
              </a:rPr>
              <a:t>Phần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tử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khuếch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đại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trong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mạch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là</a:t>
            </a:r>
            <a:r>
              <a:rPr lang="en-US" sz="2000" dirty="0" smtClean="0">
                <a:latin typeface="Constantia" pitchFamily="18" charset="0"/>
              </a:rPr>
              <a:t> JFET </a:t>
            </a:r>
            <a:r>
              <a:rPr lang="en-US" sz="2000" dirty="0" err="1" smtClean="0">
                <a:latin typeface="Constantia" pitchFamily="18" charset="0"/>
              </a:rPr>
              <a:t>nhằm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cung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cấp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trở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kháng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vào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cao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cho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mạch</a:t>
            </a:r>
            <a:r>
              <a:rPr lang="en-US" sz="2000" dirty="0" smtClean="0">
                <a:latin typeface="Constantia" pitchFamily="18" charset="0"/>
              </a:rPr>
              <a:t>. </a:t>
            </a:r>
          </a:p>
          <a:p>
            <a:pPr>
              <a:lnSpc>
                <a:spcPct val="110000"/>
              </a:lnSpc>
            </a:pPr>
            <a:r>
              <a:rPr lang="en-US" sz="2000" dirty="0" err="1" smtClean="0">
                <a:latin typeface="Constantia" pitchFamily="18" charset="0"/>
              </a:rPr>
              <a:t>Thạch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anh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định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tần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số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dao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động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và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hoạt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động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tại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tần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số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cộng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hưởng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nối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tiếp</a:t>
            </a:r>
            <a:r>
              <a:rPr lang="en-US" sz="2000" dirty="0" smtClean="0">
                <a:latin typeface="Constantia" pitchFamily="18" charset="0"/>
              </a:rPr>
              <a:t>. </a:t>
            </a:r>
          </a:p>
          <a:p>
            <a:pPr>
              <a:lnSpc>
                <a:spcPct val="110000"/>
              </a:lnSpc>
            </a:pPr>
            <a:r>
              <a:rPr lang="en-US" sz="2000" dirty="0" err="1" smtClean="0">
                <a:latin typeface="Constantia" pitchFamily="18" charset="0"/>
              </a:rPr>
              <a:t>Biên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độ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của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tín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hiệu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tại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đầu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ra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được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giới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hạn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bởi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điên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áp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tại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cực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máng</a:t>
            </a:r>
            <a:r>
              <a:rPr lang="en-US" sz="2000" dirty="0" smtClean="0">
                <a:latin typeface="Constantia" pitchFamily="18" charset="0"/>
              </a:rPr>
              <a:t>. </a:t>
            </a:r>
          </a:p>
          <a:p>
            <a:pPr>
              <a:lnSpc>
                <a:spcPct val="110000"/>
              </a:lnSpc>
            </a:pP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Tần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số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dao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động</a:t>
            </a:r>
            <a:r>
              <a:rPr lang="en-US" sz="2000" dirty="0" smtClean="0">
                <a:latin typeface="Constantia" pitchFamily="18" charset="0"/>
              </a:rPr>
              <a:t>: </a:t>
            </a:r>
            <a:endParaRPr lang="en-US" dirty="0" smtClean="0">
              <a:latin typeface="Constantia" pitchFamily="18" charset="0"/>
            </a:endParaRPr>
          </a:p>
          <a:p>
            <a:pPr>
              <a:lnSpc>
                <a:spcPct val="110000"/>
              </a:lnSpc>
              <a:buNone/>
            </a:pPr>
            <a:endParaRPr lang="en-US" dirty="0">
              <a:latin typeface="Constantia" pitchFamily="18" charset="0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5638800" y="1143000"/>
            <a:ext cx="3392653" cy="5149978"/>
            <a:chOff x="5638800" y="1143000"/>
            <a:chExt cx="3392653" cy="5149978"/>
          </a:xfrm>
        </p:grpSpPr>
        <p:pic>
          <p:nvPicPr>
            <p:cNvPr id="8" name="Picture 9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5638800" y="3581400"/>
              <a:ext cx="3126428" cy="2296132"/>
            </a:xfrm>
            <a:prstGeom prst="rect">
              <a:avLst/>
            </a:prstGeom>
            <a:noFill/>
          </p:spPr>
        </p:pic>
        <p:sp>
          <p:nvSpPr>
            <p:cNvPr id="5" name="Text Box 4"/>
            <p:cNvSpPr txBox="1">
              <a:spLocks noChangeArrowheads="1"/>
            </p:cNvSpPr>
            <p:nvPr/>
          </p:nvSpPr>
          <p:spPr bwMode="auto">
            <a:xfrm>
              <a:off x="5715000" y="5943600"/>
              <a:ext cx="3316453" cy="3493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2000" b="0" i="0" u="none" strike="noStrike" cap="none" normalizeH="0" baseline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Mạch</a:t>
              </a:r>
              <a:r>
                <a:rPr kumimoji="0" lang="en-US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 </a:t>
              </a:r>
              <a:r>
                <a:rPr kumimoji="0" lang="en-US" sz="2000" b="0" i="0" u="none" strike="noStrike" cap="none" normalizeH="0" baseline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dao</a:t>
              </a:r>
              <a:r>
                <a:rPr kumimoji="0" lang="en-US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 </a:t>
              </a:r>
              <a:r>
                <a:rPr kumimoji="0" lang="en-US" sz="2000" b="0" i="0" u="none" strike="noStrike" cap="none" normalizeH="0" baseline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động</a:t>
              </a:r>
              <a:r>
                <a:rPr kumimoji="0" lang="en-US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 Pierce</a:t>
              </a:r>
              <a:endPara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" name="AutoShape 5"/>
            <p:cNvSpPr>
              <a:spLocks noChangeArrowheads="1"/>
            </p:cNvSpPr>
            <p:nvPr/>
          </p:nvSpPr>
          <p:spPr bwMode="auto">
            <a:xfrm rot="5400000">
              <a:off x="6841093" y="3903107"/>
              <a:ext cx="548058" cy="209444"/>
            </a:xfrm>
            <a:prstGeom prst="leftRightArrow">
              <a:avLst>
                <a:gd name="adj1" fmla="val 50000"/>
                <a:gd name="adj2" fmla="val 86163"/>
              </a:avLst>
            </a:prstGeom>
            <a:solidFill>
              <a:srgbClr val="FF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pic>
          <p:nvPicPr>
            <p:cNvPr id="7" name="Picture 8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5943600" y="1143000"/>
              <a:ext cx="2708620" cy="2466560"/>
            </a:xfrm>
            <a:prstGeom prst="rect">
              <a:avLst/>
            </a:prstGeom>
            <a:noFill/>
          </p:spPr>
        </p:pic>
      </p:grpSp>
      <p:sp>
        <p:nvSpPr>
          <p:cNvPr id="9" name="Title 1"/>
          <p:cNvSpPr txBox="1">
            <a:spLocks/>
          </p:cNvSpPr>
          <p:nvPr/>
        </p:nvSpPr>
        <p:spPr>
          <a:xfrm>
            <a:off x="116736" y="353440"/>
            <a:ext cx="8915400" cy="6553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bIns="91440" anchor="b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5.1.4.Mạc</a:t>
            </a:r>
            <a:r>
              <a:rPr lang="en-US" sz="3800" dirty="0" smtClean="0">
                <a:solidFill>
                  <a:srgbClr val="0033CC"/>
                </a:solidFill>
                <a:latin typeface="Constantia" pitchFamily="18" charset="0"/>
                <a:ea typeface="+mj-ea"/>
                <a:cs typeface="Times New Roman" pitchFamily="18" charset="0"/>
              </a:rPr>
              <a:t>h </a:t>
            </a:r>
            <a:r>
              <a:rPr lang="en-US" sz="3800" dirty="0" err="1" smtClean="0">
                <a:solidFill>
                  <a:srgbClr val="0033CC"/>
                </a:solidFill>
                <a:latin typeface="Constantia" pitchFamily="18" charset="0"/>
                <a:ea typeface="+mj-ea"/>
                <a:cs typeface="Times New Roman" pitchFamily="18" charset="0"/>
              </a:rPr>
              <a:t>tạo</a:t>
            </a:r>
            <a:r>
              <a:rPr lang="en-US" sz="3800" dirty="0" smtClean="0">
                <a:solidFill>
                  <a:srgbClr val="0033CC"/>
                </a:solidFill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lang="en-US" sz="3800" dirty="0" err="1" smtClean="0">
                <a:solidFill>
                  <a:srgbClr val="0033CC"/>
                </a:solidFill>
                <a:latin typeface="Constantia" pitchFamily="18" charset="0"/>
                <a:ea typeface="+mj-ea"/>
                <a:cs typeface="Times New Roman" pitchFamily="18" charset="0"/>
              </a:rPr>
              <a:t>dao</a:t>
            </a:r>
            <a:r>
              <a:rPr lang="en-US" sz="3800" dirty="0" smtClean="0">
                <a:solidFill>
                  <a:srgbClr val="0033CC"/>
                </a:solidFill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lang="en-US" sz="3800" dirty="0" err="1" smtClean="0">
                <a:solidFill>
                  <a:srgbClr val="0033CC"/>
                </a:solidFill>
                <a:latin typeface="Constantia" pitchFamily="18" charset="0"/>
                <a:ea typeface="+mj-ea"/>
                <a:cs typeface="Times New Roman" pitchFamily="18" charset="0"/>
              </a:rPr>
              <a:t>động</a:t>
            </a:r>
            <a:r>
              <a:rPr lang="en-US" sz="3800" dirty="0" smtClean="0">
                <a:solidFill>
                  <a:srgbClr val="0033CC"/>
                </a:solidFill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lang="en-US" sz="3800" dirty="0" err="1" smtClean="0">
                <a:solidFill>
                  <a:srgbClr val="0033CC"/>
                </a:solidFill>
                <a:latin typeface="Constantia" pitchFamily="18" charset="0"/>
                <a:ea typeface="+mj-ea"/>
                <a:cs typeface="Times New Roman" pitchFamily="18" charset="0"/>
              </a:rPr>
              <a:t>dùng</a:t>
            </a:r>
            <a:r>
              <a:rPr lang="en-US" sz="3800" dirty="0" smtClean="0">
                <a:solidFill>
                  <a:srgbClr val="0033CC"/>
                </a:solidFill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lang="en-US" sz="3800" dirty="0" err="1" smtClean="0">
                <a:solidFill>
                  <a:srgbClr val="0033CC"/>
                </a:solidFill>
                <a:latin typeface="Constantia" pitchFamily="18" charset="0"/>
                <a:ea typeface="+mj-ea"/>
                <a:cs typeface="Times New Roman" pitchFamily="18" charset="0"/>
              </a:rPr>
              <a:t>Thạch</a:t>
            </a:r>
            <a:r>
              <a:rPr lang="en-US" sz="3800" dirty="0" smtClean="0">
                <a:solidFill>
                  <a:srgbClr val="0033CC"/>
                </a:solidFill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lang="en-US" sz="3800" dirty="0" err="1" smtClean="0">
                <a:solidFill>
                  <a:srgbClr val="0033CC"/>
                </a:solidFill>
                <a:latin typeface="Constantia" pitchFamily="18" charset="0"/>
                <a:ea typeface="+mj-ea"/>
                <a:cs typeface="Times New Roman" pitchFamily="18" charset="0"/>
              </a:rPr>
              <a:t>anh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Constantia" pitchFamily="18" charset="0"/>
              <a:ea typeface="+mj-ea"/>
              <a:cs typeface="+mj-cs"/>
            </a:endParaRPr>
          </a:p>
        </p:txBody>
      </p:sp>
      <p:sp>
        <p:nvSpPr>
          <p:cNvPr id="5632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56321" name="Picture 1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371600" y="5562600"/>
            <a:ext cx="2895600" cy="796954"/>
          </a:xfrm>
          <a:prstGeom prst="rect">
            <a:avLst/>
          </a:prstGeom>
          <a:noFill/>
        </p:spPr>
      </p:pic>
      <p:sp>
        <p:nvSpPr>
          <p:cNvPr id="56323" name="Rectangle 3"/>
          <p:cNvSpPr>
            <a:spLocks noChangeArrowheads="1"/>
          </p:cNvSpPr>
          <p:nvPr/>
        </p:nvSpPr>
        <p:spPr bwMode="auto">
          <a:xfrm>
            <a:off x="539750" y="11049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200"/>
            <a:ext cx="7772400" cy="808038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dirty="0" smtClean="0">
                <a:solidFill>
                  <a:srgbClr val="0033CC"/>
                </a:solidFill>
                <a:latin typeface="Constantia" pitchFamily="18" charset="0"/>
                <a:cs typeface="Times New Roman" pitchFamily="18" charset="0"/>
              </a:rPr>
              <a:t>5.2. </a:t>
            </a:r>
            <a:r>
              <a:rPr lang="en-US" dirty="0" err="1" smtClean="0">
                <a:solidFill>
                  <a:srgbClr val="0033CC"/>
                </a:solidFill>
                <a:latin typeface="Constantia" pitchFamily="18" charset="0"/>
                <a:cs typeface="Times New Roman" pitchFamily="18" charset="0"/>
              </a:rPr>
              <a:t>Mạch</a:t>
            </a:r>
            <a:r>
              <a:rPr lang="en-US" dirty="0" smtClean="0">
                <a:solidFill>
                  <a:srgbClr val="0033CC"/>
                </a:solidFill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33CC"/>
                </a:solidFill>
                <a:latin typeface="Constantia" pitchFamily="18" charset="0"/>
                <a:cs typeface="Times New Roman" pitchFamily="18" charset="0"/>
              </a:rPr>
              <a:t>tạo</a:t>
            </a:r>
            <a:r>
              <a:rPr lang="en-US" dirty="0" smtClean="0">
                <a:solidFill>
                  <a:srgbClr val="0033CC"/>
                </a:solidFill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33CC"/>
                </a:solidFill>
                <a:latin typeface="Constantia" pitchFamily="18" charset="0"/>
                <a:cs typeface="Times New Roman" pitchFamily="18" charset="0"/>
              </a:rPr>
              <a:t>xung</a:t>
            </a:r>
            <a:endParaRPr lang="en-US" dirty="0">
              <a:solidFill>
                <a:srgbClr val="0033CC"/>
              </a:solidFill>
              <a:latin typeface="Constantia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143000" y="1752600"/>
            <a:ext cx="7790688" cy="4495800"/>
          </a:xfrm>
        </p:spPr>
        <p:txBody>
          <a:bodyPr/>
          <a:lstStyle/>
          <a:p>
            <a:pPr>
              <a:buClr>
                <a:srgbClr val="C00000"/>
              </a:buClr>
              <a:buFont typeface="Wingdings" pitchFamily="2" charset="2"/>
              <a:buChar char="Ø"/>
              <a:defRPr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Constantia" pitchFamily="18" charset="0"/>
                <a:cs typeface="Times New Roman" pitchFamily="18" charset="0"/>
              </a:rPr>
              <a:t>Khái</a:t>
            </a:r>
            <a:r>
              <a:rPr lang="en-US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Constantia" pitchFamily="18" charset="0"/>
                <a:cs typeface="Times New Roman" pitchFamily="18" charset="0"/>
              </a:rPr>
              <a:t>niệm</a:t>
            </a:r>
            <a:r>
              <a:rPr lang="en-US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Constantia" pitchFamily="18" charset="0"/>
                <a:cs typeface="Times New Roman" pitchFamily="18" charset="0"/>
              </a:rPr>
              <a:t>chung</a:t>
            </a:r>
            <a:endParaRPr lang="en-GB" dirty="0" smtClean="0">
              <a:latin typeface="Constantia" pitchFamily="18" charset="0"/>
              <a:cs typeface="Times New Roman" pitchFamily="18" charset="0"/>
            </a:endParaRPr>
          </a:p>
          <a:p>
            <a:pPr>
              <a:buClr>
                <a:srgbClr val="C00000"/>
              </a:buClr>
              <a:buFont typeface="Wingdings" pitchFamily="2" charset="2"/>
              <a:buChar char="Ø"/>
              <a:defRPr/>
            </a:pPr>
            <a:r>
              <a:rPr lang="en-GB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Constantia" pitchFamily="18" charset="0"/>
                <a:cs typeface="Times New Roman" pitchFamily="18" charset="0"/>
              </a:rPr>
              <a:t>Các</a:t>
            </a:r>
            <a:r>
              <a:rPr lang="en-US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Constantia" pitchFamily="18" charset="0"/>
                <a:cs typeface="Times New Roman" pitchFamily="18" charset="0"/>
              </a:rPr>
              <a:t>chuyển</a:t>
            </a:r>
            <a:r>
              <a:rPr lang="en-US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Constantia" pitchFamily="18" charset="0"/>
                <a:cs typeface="Times New Roman" pitchFamily="18" charset="0"/>
              </a:rPr>
              <a:t>mạch</a:t>
            </a:r>
            <a:r>
              <a:rPr lang="en-US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Constantia" pitchFamily="18" charset="0"/>
                <a:cs typeface="Times New Roman" pitchFamily="18" charset="0"/>
              </a:rPr>
              <a:t>điện</a:t>
            </a:r>
            <a:r>
              <a:rPr lang="en-US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Constantia" pitchFamily="18" charset="0"/>
                <a:cs typeface="Times New Roman" pitchFamily="18" charset="0"/>
              </a:rPr>
              <a:t>tử</a:t>
            </a:r>
            <a:endParaRPr lang="en-US" dirty="0" smtClean="0">
              <a:latin typeface="Constantia" pitchFamily="18" charset="0"/>
              <a:cs typeface="Times New Roman" pitchFamily="18" charset="0"/>
            </a:endParaRPr>
          </a:p>
          <a:p>
            <a:pPr>
              <a:buClr>
                <a:srgbClr val="C00000"/>
              </a:buClr>
              <a:buFont typeface="Wingdings" pitchFamily="2" charset="2"/>
              <a:buChar char="Ø"/>
              <a:defRPr/>
            </a:pPr>
            <a:r>
              <a:rPr lang="en-US" dirty="0" err="1" smtClean="0">
                <a:latin typeface="Constantia" pitchFamily="18" charset="0"/>
                <a:cs typeface="Times New Roman" pitchFamily="18" charset="0"/>
              </a:rPr>
              <a:t>Mạch</a:t>
            </a:r>
            <a:r>
              <a:rPr lang="en-US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Constantia" pitchFamily="18" charset="0"/>
                <a:cs typeface="Times New Roman" pitchFamily="18" charset="0"/>
              </a:rPr>
              <a:t>dao</a:t>
            </a:r>
            <a:r>
              <a:rPr lang="en-US" dirty="0" smtClean="0">
                <a:latin typeface="Constantia" pitchFamily="18" charset="0"/>
                <a:cs typeface="Times New Roman" pitchFamily="18" charset="0"/>
              </a:rPr>
              <a:t> đ</a:t>
            </a:r>
            <a:r>
              <a:rPr lang="en-GB" dirty="0" err="1" smtClean="0">
                <a:latin typeface="Constantia" pitchFamily="18" charset="0"/>
                <a:cs typeface="Times New Roman" pitchFamily="18" charset="0"/>
              </a:rPr>
              <a:t>ộng</a:t>
            </a:r>
            <a:r>
              <a:rPr lang="en-US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Constantia" pitchFamily="18" charset="0"/>
                <a:cs typeface="Times New Roman" pitchFamily="18" charset="0"/>
              </a:rPr>
              <a:t>đa</a:t>
            </a:r>
            <a:r>
              <a:rPr lang="en-US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Constantia" pitchFamily="18" charset="0"/>
                <a:cs typeface="Times New Roman" pitchFamily="18" charset="0"/>
              </a:rPr>
              <a:t>hài</a:t>
            </a:r>
            <a:r>
              <a:rPr lang="en-US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Constantia" pitchFamily="18" charset="0"/>
                <a:cs typeface="Times New Roman" pitchFamily="18" charset="0"/>
              </a:rPr>
              <a:t>lưỡng</a:t>
            </a:r>
            <a:r>
              <a:rPr lang="en-US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Constantia" pitchFamily="18" charset="0"/>
                <a:cs typeface="Times New Roman" pitchFamily="18" charset="0"/>
              </a:rPr>
              <a:t>ổn</a:t>
            </a:r>
            <a:endParaRPr lang="en-US" dirty="0" smtClean="0">
              <a:latin typeface="Constantia" pitchFamily="18" charset="0"/>
              <a:cs typeface="Times New Roman" pitchFamily="18" charset="0"/>
            </a:endParaRPr>
          </a:p>
          <a:p>
            <a:pPr>
              <a:buClr>
                <a:srgbClr val="C00000"/>
              </a:buClr>
              <a:buFont typeface="Wingdings" pitchFamily="2" charset="2"/>
              <a:buChar char="Ø"/>
              <a:defRPr/>
            </a:pPr>
            <a:r>
              <a:rPr lang="en-US" dirty="0" err="1" smtClean="0">
                <a:latin typeface="Constantia" pitchFamily="18" charset="0"/>
                <a:cs typeface="Times New Roman" pitchFamily="18" charset="0"/>
              </a:rPr>
              <a:t>Mạch</a:t>
            </a:r>
            <a:r>
              <a:rPr lang="en-US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Constantia" pitchFamily="18" charset="0"/>
                <a:cs typeface="Times New Roman" pitchFamily="18" charset="0"/>
              </a:rPr>
              <a:t>dao</a:t>
            </a:r>
            <a:r>
              <a:rPr lang="en-US" dirty="0" smtClean="0">
                <a:latin typeface="Constantia" pitchFamily="18" charset="0"/>
                <a:cs typeface="Times New Roman" pitchFamily="18" charset="0"/>
              </a:rPr>
              <a:t> đ</a:t>
            </a:r>
            <a:r>
              <a:rPr lang="en-GB" dirty="0" err="1" smtClean="0">
                <a:latin typeface="Constantia" pitchFamily="18" charset="0"/>
                <a:cs typeface="Times New Roman" pitchFamily="18" charset="0"/>
              </a:rPr>
              <a:t>ộng</a:t>
            </a:r>
            <a:r>
              <a:rPr lang="en-US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Constantia" pitchFamily="18" charset="0"/>
                <a:cs typeface="Times New Roman" pitchFamily="18" charset="0"/>
              </a:rPr>
              <a:t>đa</a:t>
            </a:r>
            <a:r>
              <a:rPr lang="en-US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Constantia" pitchFamily="18" charset="0"/>
                <a:cs typeface="Times New Roman" pitchFamily="18" charset="0"/>
              </a:rPr>
              <a:t>hài</a:t>
            </a:r>
            <a:r>
              <a:rPr lang="en-US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Constantia" pitchFamily="18" charset="0"/>
                <a:cs typeface="Times New Roman" pitchFamily="18" charset="0"/>
              </a:rPr>
              <a:t>đơn</a:t>
            </a:r>
            <a:r>
              <a:rPr lang="en-US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Constantia" pitchFamily="18" charset="0"/>
                <a:cs typeface="Times New Roman" pitchFamily="18" charset="0"/>
              </a:rPr>
              <a:t>ổn</a:t>
            </a:r>
            <a:r>
              <a:rPr lang="en-US" dirty="0" smtClean="0">
                <a:latin typeface="Constantia" pitchFamily="18" charset="0"/>
                <a:cs typeface="Times New Roman" pitchFamily="18" charset="0"/>
              </a:rPr>
              <a:t> </a:t>
            </a:r>
          </a:p>
          <a:p>
            <a:pPr>
              <a:buClr>
                <a:srgbClr val="C00000"/>
              </a:buClr>
              <a:buFont typeface="Wingdings" pitchFamily="2" charset="2"/>
              <a:buChar char="Ø"/>
              <a:defRPr/>
            </a:pPr>
            <a:r>
              <a:rPr lang="en-US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Constantia" pitchFamily="18" charset="0"/>
                <a:cs typeface="Times New Roman" pitchFamily="18" charset="0"/>
              </a:rPr>
              <a:t>Mạch</a:t>
            </a:r>
            <a:r>
              <a:rPr lang="en-US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Constantia" pitchFamily="18" charset="0"/>
                <a:cs typeface="Times New Roman" pitchFamily="18" charset="0"/>
              </a:rPr>
              <a:t>dao</a:t>
            </a:r>
            <a:r>
              <a:rPr lang="en-US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Constantia" pitchFamily="18" charset="0"/>
                <a:cs typeface="Times New Roman" pitchFamily="18" charset="0"/>
              </a:rPr>
              <a:t>động</a:t>
            </a:r>
            <a:r>
              <a:rPr lang="en-US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Constantia" pitchFamily="18" charset="0"/>
                <a:cs typeface="Times New Roman" pitchFamily="18" charset="0"/>
              </a:rPr>
              <a:t>đa</a:t>
            </a:r>
            <a:r>
              <a:rPr lang="en-US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Constantia" pitchFamily="18" charset="0"/>
                <a:cs typeface="Times New Roman" pitchFamily="18" charset="0"/>
              </a:rPr>
              <a:t>hài</a:t>
            </a:r>
            <a:r>
              <a:rPr lang="en-US" dirty="0" smtClean="0">
                <a:latin typeface="Constantia" pitchFamily="18" charset="0"/>
                <a:cs typeface="Times New Roman" pitchFamily="18" charset="0"/>
              </a:rPr>
              <a:t> phi </a:t>
            </a:r>
            <a:r>
              <a:rPr lang="en-US" dirty="0" err="1" smtClean="0">
                <a:latin typeface="Constantia" pitchFamily="18" charset="0"/>
                <a:cs typeface="Times New Roman" pitchFamily="18" charset="0"/>
              </a:rPr>
              <a:t>ổn</a:t>
            </a:r>
            <a:endParaRPr lang="en-US" dirty="0" smtClean="0">
              <a:latin typeface="Constantia" pitchFamily="18" charset="0"/>
              <a:cs typeface="Times New Roman" pitchFamily="18" charset="0"/>
            </a:endParaRPr>
          </a:p>
          <a:p>
            <a:endParaRPr lang="en-US" dirty="0">
              <a:latin typeface="Constant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447800"/>
            <a:ext cx="8229600" cy="54102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000" dirty="0" err="1" smtClean="0">
                <a:latin typeface="Constantia" pitchFamily="18" charset="0"/>
              </a:rPr>
              <a:t>Để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tạo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ra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các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dao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động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không</a:t>
            </a:r>
            <a:r>
              <a:rPr lang="en-US" sz="2000" dirty="0" smtClean="0">
                <a:latin typeface="Constantia" pitchFamily="18" charset="0"/>
              </a:rPr>
              <a:t> sin </a:t>
            </a:r>
            <a:r>
              <a:rPr lang="en-US" sz="2000" dirty="0" err="1" smtClean="0">
                <a:latin typeface="Constantia" pitchFamily="18" charset="0"/>
              </a:rPr>
              <a:t>người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ta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thường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dùng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các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bộ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dao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động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tích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thoát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có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tham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số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dòng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điện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hoặc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điện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áp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biến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thiên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một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cách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không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liên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tục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theo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thời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gian</a:t>
            </a:r>
            <a:r>
              <a:rPr lang="en-US" sz="2000" dirty="0" smtClean="0">
                <a:latin typeface="Constantia" pitchFamily="18" charset="0"/>
              </a:rPr>
              <a:t>. </a:t>
            </a:r>
            <a:r>
              <a:rPr lang="en-US" sz="2000" dirty="0" err="1" smtClean="0">
                <a:latin typeface="Constantia" pitchFamily="18" charset="0"/>
              </a:rPr>
              <a:t>Trong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bộ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dao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động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tích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thoát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luôn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xảy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ra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hai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quá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trình</a:t>
            </a:r>
            <a:r>
              <a:rPr lang="en-US" sz="2000" dirty="0" smtClean="0">
                <a:latin typeface="Constantia" pitchFamily="18" charset="0"/>
              </a:rPr>
              <a:t> song </a:t>
            </a:r>
            <a:r>
              <a:rPr lang="en-US" sz="2000" dirty="0" err="1" smtClean="0">
                <a:latin typeface="Constantia" pitchFamily="18" charset="0"/>
              </a:rPr>
              <a:t>song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đó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là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solidFill>
                  <a:srgbClr val="C00000"/>
                </a:solidFill>
                <a:latin typeface="Constantia" pitchFamily="18" charset="0"/>
              </a:rPr>
              <a:t>tích</a:t>
            </a:r>
            <a:r>
              <a:rPr lang="en-US" sz="2000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2000" dirty="0" err="1" smtClean="0">
                <a:solidFill>
                  <a:srgbClr val="C00000"/>
                </a:solidFill>
                <a:latin typeface="Constantia" pitchFamily="18" charset="0"/>
              </a:rPr>
              <a:t>trữ</a:t>
            </a:r>
            <a:r>
              <a:rPr lang="en-US" sz="2000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2000" dirty="0" err="1" smtClean="0">
                <a:solidFill>
                  <a:srgbClr val="C00000"/>
                </a:solidFill>
                <a:latin typeface="Constantia" pitchFamily="18" charset="0"/>
              </a:rPr>
              <a:t>năng</a:t>
            </a:r>
            <a:r>
              <a:rPr lang="en-US" sz="2000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2000" dirty="0" err="1" smtClean="0">
                <a:solidFill>
                  <a:srgbClr val="C00000"/>
                </a:solidFill>
                <a:latin typeface="Constantia" pitchFamily="18" charset="0"/>
              </a:rPr>
              <a:t>lượng</a:t>
            </a:r>
            <a:r>
              <a:rPr lang="en-US" sz="2000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và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solidFill>
                  <a:srgbClr val="C00000"/>
                </a:solidFill>
                <a:latin typeface="Constantia" pitchFamily="18" charset="0"/>
              </a:rPr>
              <a:t>giải</a:t>
            </a:r>
            <a:r>
              <a:rPr lang="en-US" sz="2000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2000" dirty="0" err="1" smtClean="0">
                <a:solidFill>
                  <a:srgbClr val="C00000"/>
                </a:solidFill>
                <a:latin typeface="Constantia" pitchFamily="18" charset="0"/>
              </a:rPr>
              <a:t>phóng</a:t>
            </a:r>
            <a:r>
              <a:rPr lang="en-US" sz="2000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2000" dirty="0" err="1" smtClean="0">
                <a:solidFill>
                  <a:srgbClr val="C00000"/>
                </a:solidFill>
                <a:latin typeface="Constantia" pitchFamily="18" charset="0"/>
              </a:rPr>
              <a:t>năng</a:t>
            </a:r>
            <a:r>
              <a:rPr lang="en-US" sz="2000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2000" dirty="0" err="1" smtClean="0">
                <a:solidFill>
                  <a:srgbClr val="C00000"/>
                </a:solidFill>
                <a:latin typeface="Constantia" pitchFamily="18" charset="0"/>
              </a:rPr>
              <a:t>lượng</a:t>
            </a:r>
            <a:r>
              <a:rPr lang="en-US" sz="2000" dirty="0" smtClean="0">
                <a:latin typeface="Constantia" pitchFamily="18" charset="0"/>
              </a:rPr>
              <a:t>: </a:t>
            </a:r>
            <a:r>
              <a:rPr lang="en-US" sz="2000" dirty="0" err="1" smtClean="0">
                <a:latin typeface="Constantia" pitchFamily="18" charset="0"/>
              </a:rPr>
              <a:t>Tụ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điện</a:t>
            </a:r>
            <a:r>
              <a:rPr lang="en-US" sz="2000" dirty="0" smtClean="0">
                <a:latin typeface="Constantia" pitchFamily="18" charset="0"/>
              </a:rPr>
              <a:t> C </a:t>
            </a:r>
            <a:r>
              <a:rPr lang="en-US" sz="2000" dirty="0" err="1" smtClean="0">
                <a:latin typeface="Constantia" pitchFamily="18" charset="0"/>
              </a:rPr>
              <a:t>được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nạp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điện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sau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đó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phóng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điện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đến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một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mức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nào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đó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lại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được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nạp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lại</a:t>
            </a:r>
            <a:r>
              <a:rPr lang="en-US" sz="2000" dirty="0" smtClean="0">
                <a:latin typeface="Constantia" pitchFamily="18" charset="0"/>
              </a:rPr>
              <a:t>. </a:t>
            </a:r>
            <a:r>
              <a:rPr lang="en-US" sz="2000" dirty="0" err="1" smtClean="0">
                <a:latin typeface="Constantia" pitchFamily="18" charset="0"/>
              </a:rPr>
              <a:t>Quá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trình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tích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và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thoát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năng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lượng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được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lặp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lặp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lại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dẫn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đến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kết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quả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là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tại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đầu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ra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tạo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nên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một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tín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hiệu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xung</a:t>
            </a:r>
            <a:r>
              <a:rPr lang="en-US" sz="2000" dirty="0" smtClean="0"/>
              <a:t>.</a:t>
            </a:r>
            <a:endParaRPr lang="en-US" sz="2000" dirty="0">
              <a:latin typeface="Constantia" pitchFamily="18" charset="0"/>
            </a:endParaRPr>
          </a:p>
        </p:txBody>
      </p:sp>
      <p:grpSp>
        <p:nvGrpSpPr>
          <p:cNvPr id="15" name="Group 14"/>
          <p:cNvGrpSpPr/>
          <p:nvPr/>
        </p:nvGrpSpPr>
        <p:grpSpPr>
          <a:xfrm>
            <a:off x="1378985" y="4203179"/>
            <a:ext cx="7155415" cy="2426221"/>
            <a:chOff x="1447800" y="4074592"/>
            <a:chExt cx="7155415" cy="2426221"/>
          </a:xfrm>
        </p:grpSpPr>
        <p:pic>
          <p:nvPicPr>
            <p:cNvPr id="57354" name="Picture 10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47800" y="4074592"/>
              <a:ext cx="7010400" cy="2097608"/>
            </a:xfrm>
            <a:prstGeom prst="rect">
              <a:avLst/>
            </a:prstGeom>
            <a:noFill/>
          </p:spPr>
        </p:pic>
        <p:sp>
          <p:nvSpPr>
            <p:cNvPr id="57347" name="Text Box 3"/>
            <p:cNvSpPr txBox="1">
              <a:spLocks noChangeArrowheads="1"/>
            </p:cNvSpPr>
            <p:nvPr/>
          </p:nvSpPr>
          <p:spPr bwMode="auto">
            <a:xfrm>
              <a:off x="1676400" y="5081021"/>
              <a:ext cx="1181033" cy="37098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Nguồn</a:t>
              </a:r>
              <a:r>
                <a:rPr kumimoji="0" lang="en-US" sz="16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 </a:t>
              </a:r>
              <a:r>
                <a:rPr kumimoji="0" lang="en-US" sz="1600" b="0" i="0" u="none" strike="noStrike" cap="none" normalizeH="0" baseline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cấp</a:t>
              </a:r>
              <a:endPara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7348" name="Text Box 4"/>
            <p:cNvSpPr txBox="1">
              <a:spLocks noChangeArrowheads="1"/>
            </p:cNvSpPr>
            <p:nvPr/>
          </p:nvSpPr>
          <p:spPr bwMode="auto">
            <a:xfrm>
              <a:off x="4477528" y="5521564"/>
              <a:ext cx="1479048" cy="45230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Thiết</a:t>
              </a:r>
              <a:r>
                <a:rPr kumimoji="0" lang="en-US" sz="16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 </a:t>
              </a:r>
              <a:r>
                <a:rPr kumimoji="0" lang="en-US" sz="1600" b="0" i="0" u="none" strike="noStrike" cap="none" normalizeH="0" baseline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bị</a:t>
              </a:r>
              <a:r>
                <a:rPr kumimoji="0" lang="en-US" sz="16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 </a:t>
              </a:r>
              <a:r>
                <a:rPr kumimoji="0" lang="en-US" sz="1600" b="0" i="0" u="none" strike="noStrike" cap="none" normalizeH="0" baseline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chuyển</a:t>
              </a:r>
              <a:r>
                <a:rPr kumimoji="0" lang="en-US" sz="16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 </a:t>
              </a:r>
              <a:r>
                <a:rPr kumimoji="0" lang="en-US" sz="1600" b="0" i="0" u="none" strike="noStrike" cap="none" normalizeH="0" baseline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mạch</a:t>
              </a:r>
              <a:endPara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7349" name="Text Box 5"/>
            <p:cNvSpPr txBox="1">
              <a:spLocks noChangeArrowheads="1"/>
            </p:cNvSpPr>
            <p:nvPr/>
          </p:nvSpPr>
          <p:spPr bwMode="auto">
            <a:xfrm>
              <a:off x="6705600" y="5181600"/>
              <a:ext cx="1897615" cy="36971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Mạch</a:t>
              </a:r>
              <a:r>
                <a:rPr kumimoji="0" lang="en-US" sz="16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 </a:t>
              </a:r>
              <a:r>
                <a:rPr kumimoji="0" lang="en-US" sz="1600" b="0" i="0" u="none" strike="noStrike" cap="none" normalizeH="0" baseline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phóng</a:t>
              </a:r>
              <a:r>
                <a:rPr kumimoji="0" lang="en-US" sz="16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 </a:t>
              </a:r>
              <a:r>
                <a:rPr kumimoji="0" lang="en-US" sz="1600" b="0" i="0" u="none" strike="noStrike" cap="none" normalizeH="0" baseline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điện</a:t>
              </a:r>
              <a:endPara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7350" name="Text Box 6"/>
            <p:cNvSpPr txBox="1">
              <a:spLocks noChangeArrowheads="1"/>
            </p:cNvSpPr>
            <p:nvPr/>
          </p:nvSpPr>
          <p:spPr bwMode="auto">
            <a:xfrm>
              <a:off x="3886200" y="5015590"/>
              <a:ext cx="1981200" cy="4275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Phần</a:t>
              </a:r>
              <a:r>
                <a:rPr kumimoji="0" lang="en-US" sz="16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 </a:t>
              </a:r>
              <a:r>
                <a:rPr kumimoji="0" lang="en-US" sz="1600" b="0" i="0" u="none" strike="noStrike" cap="none" normalizeH="0" baseline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tử</a:t>
              </a:r>
              <a:r>
                <a:rPr kumimoji="0" lang="en-US" sz="16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 </a:t>
              </a:r>
              <a:r>
                <a:rPr kumimoji="0" lang="en-US" sz="1600" b="0" i="0" u="none" strike="noStrike" cap="none" normalizeH="0" baseline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tích</a:t>
              </a:r>
              <a:r>
                <a:rPr kumimoji="0" lang="en-US" sz="16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 </a:t>
              </a:r>
              <a:r>
                <a:rPr kumimoji="0" lang="en-US" sz="1600" b="0" i="0" u="none" strike="noStrike" cap="none" normalizeH="0" baseline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năng</a:t>
              </a:r>
              <a:r>
                <a:rPr kumimoji="0" lang="en-US" sz="16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 </a:t>
              </a:r>
              <a:r>
                <a:rPr kumimoji="0" lang="en-US" sz="1600" b="0" i="0" u="none" strike="noStrike" cap="none" normalizeH="0" baseline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lượng</a:t>
              </a:r>
              <a:endPara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7351" name="AutoShape 7"/>
            <p:cNvSpPr>
              <a:spLocks noChangeArrowheads="1"/>
            </p:cNvSpPr>
            <p:nvPr/>
          </p:nvSpPr>
          <p:spPr bwMode="auto">
            <a:xfrm>
              <a:off x="2286000" y="4899974"/>
              <a:ext cx="90800" cy="181047"/>
            </a:xfrm>
            <a:prstGeom prst="upArrow">
              <a:avLst>
                <a:gd name="adj1" fmla="val 50000"/>
                <a:gd name="adj2" fmla="val 49825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eaVert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352" name="AutoShape 8"/>
            <p:cNvSpPr>
              <a:spLocks noChangeArrowheads="1"/>
            </p:cNvSpPr>
            <p:nvPr/>
          </p:nvSpPr>
          <p:spPr bwMode="auto">
            <a:xfrm>
              <a:off x="7620000" y="4876800"/>
              <a:ext cx="90800" cy="181047"/>
            </a:xfrm>
            <a:prstGeom prst="upArrow">
              <a:avLst>
                <a:gd name="adj1" fmla="val 50000"/>
                <a:gd name="adj2" fmla="val 49825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eaVert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353" name="AutoShape 9"/>
            <p:cNvSpPr>
              <a:spLocks noChangeArrowheads="1"/>
            </p:cNvSpPr>
            <p:nvPr/>
          </p:nvSpPr>
          <p:spPr bwMode="auto">
            <a:xfrm>
              <a:off x="4938400" y="4871387"/>
              <a:ext cx="90800" cy="181047"/>
            </a:xfrm>
            <a:prstGeom prst="upArrow">
              <a:avLst>
                <a:gd name="adj1" fmla="val 50000"/>
                <a:gd name="adj2" fmla="val 49825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eaVert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355" name="Text Box 11"/>
            <p:cNvSpPr txBox="1">
              <a:spLocks noChangeArrowheads="1"/>
            </p:cNvSpPr>
            <p:nvPr/>
          </p:nvSpPr>
          <p:spPr bwMode="auto">
            <a:xfrm>
              <a:off x="2243448" y="6212408"/>
              <a:ext cx="4876505" cy="288405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.</a:t>
              </a:r>
              <a:r>
                <a:rPr kumimoji="0" lang="en-US" sz="2000" b="0" i="0" u="none" strike="noStrike" cap="none" normalizeH="0" baseline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Sơ</a:t>
              </a:r>
              <a:r>
                <a:rPr kumimoji="0" lang="en-US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 </a:t>
              </a:r>
              <a:r>
                <a:rPr kumimoji="0" lang="en-US" sz="2000" b="0" i="0" u="none" strike="noStrike" cap="none" normalizeH="0" baseline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đồ</a:t>
              </a:r>
              <a:r>
                <a:rPr kumimoji="0" lang="en-US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 </a:t>
              </a:r>
              <a:r>
                <a:rPr kumimoji="0" lang="en-US" sz="2000" b="0" i="0" u="none" strike="noStrike" cap="none" normalizeH="0" baseline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khối</a:t>
              </a:r>
              <a:r>
                <a:rPr kumimoji="0" lang="en-US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 </a:t>
              </a:r>
              <a:r>
                <a:rPr kumimoji="0" lang="en-US" sz="2000" b="0" i="0" u="none" strike="noStrike" cap="none" normalizeH="0" baseline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của</a:t>
              </a:r>
              <a:r>
                <a:rPr kumimoji="0" lang="en-US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 </a:t>
              </a:r>
              <a:r>
                <a:rPr kumimoji="0" lang="en-US" sz="2000" b="0" i="0" u="none" strike="noStrike" cap="none" normalizeH="0" baseline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mạch</a:t>
              </a:r>
              <a:r>
                <a:rPr kumimoji="0" lang="en-US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 </a:t>
              </a:r>
              <a:r>
                <a:rPr kumimoji="0" lang="en-US" sz="2000" b="0" i="0" u="none" strike="noStrike" cap="none" normalizeH="0" baseline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dao</a:t>
              </a:r>
              <a:r>
                <a:rPr kumimoji="0" lang="en-US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 </a:t>
              </a:r>
              <a:r>
                <a:rPr kumimoji="0" lang="en-US" sz="2000" b="0" i="0" u="none" strike="noStrike" cap="none" normalizeH="0" baseline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động</a:t>
              </a:r>
              <a:r>
                <a:rPr kumimoji="0" lang="en-US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 </a:t>
              </a:r>
              <a:r>
                <a:rPr kumimoji="0" lang="en-US" sz="2000" b="0" i="0" u="none" strike="noStrike" cap="none" normalizeH="0" baseline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tích</a:t>
              </a:r>
              <a:r>
                <a:rPr kumimoji="0" lang="en-US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 </a:t>
              </a:r>
              <a:r>
                <a:rPr kumimoji="0" lang="en-US" sz="2000" b="0" i="0" u="none" strike="noStrike" cap="none" normalizeH="0" baseline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thoát</a:t>
              </a:r>
              <a:endPara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14" name="Title 1"/>
          <p:cNvSpPr txBox="1">
            <a:spLocks/>
          </p:cNvSpPr>
          <p:nvPr/>
        </p:nvSpPr>
        <p:spPr>
          <a:xfrm>
            <a:off x="838200" y="457200"/>
            <a:ext cx="7772400" cy="8080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bIns="91440" anchor="b" anchorCtr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5.2.1. </a:t>
            </a:r>
            <a:r>
              <a:rPr kumimoji="0" lang="en-US" sz="40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Khái</a:t>
            </a:r>
            <a:r>
              <a:rPr kumimoji="0" lang="en-US" sz="4000" b="0" i="0" u="none" strike="noStrike" kern="1200" cap="none" spc="0" normalizeH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kumimoji="0" lang="en-US" sz="4000" b="0" i="0" u="none" strike="noStrike" kern="1200" cap="none" spc="0" normalizeH="0" noProof="0" dirty="0" err="1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niệm</a:t>
            </a:r>
            <a:r>
              <a:rPr kumimoji="0" lang="en-US" sz="4000" b="0" i="0" u="none" strike="noStrike" kern="1200" cap="none" spc="0" normalizeH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kumimoji="0" lang="en-US" sz="4000" b="0" i="0" u="none" strike="noStrike" kern="1200" cap="none" spc="0" normalizeH="0" noProof="0" dirty="0" err="1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chung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Constantia" pitchFamily="18" charset="0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SzPct val="100000"/>
            </a:pPr>
            <a:r>
              <a:rPr lang="en-US" sz="2000" dirty="0" err="1" smtClean="0">
                <a:latin typeface="Constantia" pitchFamily="18" charset="0"/>
              </a:rPr>
              <a:t>Các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khóa</a:t>
            </a:r>
            <a:r>
              <a:rPr lang="en-US" sz="2000" dirty="0" smtClean="0">
                <a:latin typeface="Constantia" pitchFamily="18" charset="0"/>
              </a:rPr>
              <a:t> K1 </a:t>
            </a:r>
            <a:r>
              <a:rPr lang="en-US" sz="2000" dirty="0" err="1" smtClean="0">
                <a:latin typeface="Constantia" pitchFamily="18" charset="0"/>
              </a:rPr>
              <a:t>và</a:t>
            </a:r>
            <a:r>
              <a:rPr lang="en-US" sz="2000" dirty="0" smtClean="0">
                <a:latin typeface="Constantia" pitchFamily="18" charset="0"/>
              </a:rPr>
              <a:t> K2 </a:t>
            </a:r>
            <a:r>
              <a:rPr lang="en-US" sz="2000" dirty="0" err="1" smtClean="0">
                <a:latin typeface="Constantia" pitchFamily="18" charset="0"/>
              </a:rPr>
              <a:t>làm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việc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lần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lượt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nhờ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thiết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bị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chuyển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mạch</a:t>
            </a:r>
            <a:r>
              <a:rPr lang="en-US" sz="2000" dirty="0" smtClean="0">
                <a:latin typeface="Constantia" pitchFamily="18" charset="0"/>
              </a:rPr>
              <a:t>.</a:t>
            </a:r>
          </a:p>
          <a:p>
            <a:pPr lvl="1">
              <a:buSzPct val="100000"/>
              <a:buFont typeface="Constantia" pitchFamily="18" charset="0"/>
              <a:buChar char="+"/>
            </a:pPr>
            <a:r>
              <a:rPr lang="en-US" sz="2000" dirty="0" err="1" smtClean="0">
                <a:latin typeface="Constantia" pitchFamily="18" charset="0"/>
              </a:rPr>
              <a:t>Khóa</a:t>
            </a:r>
            <a:r>
              <a:rPr lang="en-US" sz="2000" dirty="0" smtClean="0">
                <a:latin typeface="Constantia" pitchFamily="18" charset="0"/>
              </a:rPr>
              <a:t> K1 </a:t>
            </a:r>
            <a:r>
              <a:rPr lang="en-US" sz="2000" dirty="0" err="1" smtClean="0">
                <a:latin typeface="Constantia" pitchFamily="18" charset="0"/>
              </a:rPr>
              <a:t>thông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và</a:t>
            </a:r>
            <a:r>
              <a:rPr lang="en-US" sz="2000" dirty="0" smtClean="0">
                <a:latin typeface="Constantia" pitchFamily="18" charset="0"/>
              </a:rPr>
              <a:t> K2 </a:t>
            </a:r>
            <a:r>
              <a:rPr lang="en-US" sz="2000" dirty="0" err="1" smtClean="0">
                <a:latin typeface="Constantia" pitchFamily="18" charset="0"/>
              </a:rPr>
              <a:t>ngắt</a:t>
            </a:r>
            <a:r>
              <a:rPr lang="en-US" sz="2000" dirty="0" smtClean="0">
                <a:latin typeface="Constantia" pitchFamily="18" charset="0"/>
              </a:rPr>
              <a:t>: </a:t>
            </a:r>
            <a:r>
              <a:rPr lang="en-US" sz="2000" dirty="0" err="1" smtClean="0">
                <a:latin typeface="Constantia" pitchFamily="18" charset="0"/>
              </a:rPr>
              <a:t>Tụ</a:t>
            </a:r>
            <a:r>
              <a:rPr lang="en-US" sz="2000" dirty="0" smtClean="0">
                <a:latin typeface="Constantia" pitchFamily="18" charset="0"/>
              </a:rPr>
              <a:t> C </a:t>
            </a:r>
            <a:r>
              <a:rPr lang="en-US" sz="2000" dirty="0" err="1" smtClean="0">
                <a:latin typeface="Constantia" pitchFamily="18" charset="0"/>
              </a:rPr>
              <a:t>được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nạp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điện</a:t>
            </a:r>
            <a:endParaRPr lang="en-US" sz="2000" dirty="0" smtClean="0">
              <a:latin typeface="Constantia" pitchFamily="18" charset="0"/>
            </a:endParaRPr>
          </a:p>
          <a:p>
            <a:pPr lvl="1">
              <a:buSzPct val="100000"/>
              <a:buFont typeface="Constantia" pitchFamily="18" charset="0"/>
              <a:buChar char="+"/>
            </a:pPr>
            <a:r>
              <a:rPr lang="en-US" sz="2000" dirty="0" err="1" smtClean="0">
                <a:latin typeface="Constantia" pitchFamily="18" charset="0"/>
              </a:rPr>
              <a:t>Khóa</a:t>
            </a:r>
            <a:r>
              <a:rPr lang="en-US" sz="2000" dirty="0" smtClean="0">
                <a:latin typeface="Constantia" pitchFamily="18" charset="0"/>
              </a:rPr>
              <a:t> K1 </a:t>
            </a:r>
            <a:r>
              <a:rPr lang="en-US" sz="2000" dirty="0" err="1" smtClean="0">
                <a:latin typeface="Constantia" pitchFamily="18" charset="0"/>
              </a:rPr>
              <a:t>ngắt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và</a:t>
            </a:r>
            <a:r>
              <a:rPr lang="en-US" sz="2000" dirty="0" smtClean="0">
                <a:latin typeface="Constantia" pitchFamily="18" charset="0"/>
              </a:rPr>
              <a:t> K2 </a:t>
            </a:r>
            <a:r>
              <a:rPr lang="en-US" sz="2000" dirty="0" err="1" smtClean="0">
                <a:latin typeface="Constantia" pitchFamily="18" charset="0"/>
              </a:rPr>
              <a:t>thông:Tụ</a:t>
            </a:r>
            <a:r>
              <a:rPr lang="en-US" sz="2000" dirty="0" smtClean="0">
                <a:latin typeface="Constantia" pitchFamily="18" charset="0"/>
              </a:rPr>
              <a:t> C </a:t>
            </a:r>
            <a:r>
              <a:rPr lang="en-US" sz="2000" dirty="0" err="1" smtClean="0">
                <a:latin typeface="Constantia" pitchFamily="18" charset="0"/>
              </a:rPr>
              <a:t>phóng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điện</a:t>
            </a:r>
            <a:r>
              <a:rPr lang="en-US" sz="2000" dirty="0" smtClean="0">
                <a:latin typeface="Constantia" pitchFamily="18" charset="0"/>
              </a:rPr>
              <a:t> qua </a:t>
            </a:r>
            <a:r>
              <a:rPr lang="en-US" sz="2000" dirty="0" err="1" smtClean="0">
                <a:latin typeface="Constantia" pitchFamily="18" charset="0"/>
              </a:rPr>
              <a:t>điện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trở</a:t>
            </a:r>
            <a:r>
              <a:rPr lang="en-US" sz="2000" dirty="0" smtClean="0">
                <a:latin typeface="Constantia" pitchFamily="18" charset="0"/>
              </a:rPr>
              <a:t> R</a:t>
            </a:r>
          </a:p>
          <a:p>
            <a:pPr>
              <a:buSzPct val="120000"/>
            </a:pPr>
            <a:r>
              <a:rPr lang="en-US" sz="2000" dirty="0" smtClean="0">
                <a:latin typeface="Constantia" pitchFamily="18" charset="0"/>
              </a:rPr>
              <a:t>Dao </a:t>
            </a:r>
            <a:r>
              <a:rPr lang="en-US" sz="2000" dirty="0" err="1" smtClean="0">
                <a:latin typeface="Constantia" pitchFamily="18" charset="0"/>
              </a:rPr>
              <a:t>động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tích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thoát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còn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được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gọi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là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dao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động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đa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hài</a:t>
            </a:r>
            <a:r>
              <a:rPr lang="en-US" sz="2000" dirty="0" smtClean="0">
                <a:latin typeface="Constantia" pitchFamily="18" charset="0"/>
              </a:rPr>
              <a:t>. </a:t>
            </a:r>
            <a:r>
              <a:rPr lang="en-US" sz="2000" dirty="0" err="1" smtClean="0">
                <a:latin typeface="Constantia" pitchFamily="18" charset="0"/>
              </a:rPr>
              <a:t>Các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mạch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dao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động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đa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hài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có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thể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làm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việc</a:t>
            </a:r>
            <a:r>
              <a:rPr lang="en-US" sz="2000" dirty="0" smtClean="0">
                <a:latin typeface="Constantia" pitchFamily="18" charset="0"/>
              </a:rPr>
              <a:t> ở </a:t>
            </a:r>
            <a:r>
              <a:rPr lang="en-US" sz="2000" dirty="0" err="1" smtClean="0">
                <a:latin typeface="Constantia" pitchFamily="18" charset="0"/>
              </a:rPr>
              <a:t>ba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chế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độ</a:t>
            </a:r>
            <a:r>
              <a:rPr lang="en-US" sz="2000" dirty="0" smtClean="0">
                <a:latin typeface="Constantia" pitchFamily="18" charset="0"/>
              </a:rPr>
              <a:t>:</a:t>
            </a:r>
          </a:p>
          <a:p>
            <a:pPr lvl="1">
              <a:buSzPct val="100000"/>
              <a:buFont typeface="Constantia" pitchFamily="18" charset="0"/>
              <a:buChar char="+"/>
            </a:pPr>
            <a:r>
              <a:rPr lang="en-US" sz="2000" dirty="0" err="1" smtClean="0">
                <a:latin typeface="Constantia" pitchFamily="18" charset="0"/>
              </a:rPr>
              <a:t>Chế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độ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hai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trạng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thái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ổn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định</a:t>
            </a:r>
            <a:r>
              <a:rPr lang="en-US" sz="2000" dirty="0" smtClean="0">
                <a:latin typeface="Constantia" pitchFamily="18" charset="0"/>
              </a:rPr>
              <a:t> (Dao </a:t>
            </a:r>
            <a:r>
              <a:rPr lang="en-US" sz="2000" dirty="0" err="1" smtClean="0">
                <a:latin typeface="Constantia" pitchFamily="18" charset="0"/>
              </a:rPr>
              <a:t>động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đa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hài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lưỡng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ổn</a:t>
            </a:r>
            <a:r>
              <a:rPr lang="en-US" sz="2000" dirty="0" smtClean="0">
                <a:latin typeface="Constantia" pitchFamily="18" charset="0"/>
              </a:rPr>
              <a:t>)</a:t>
            </a:r>
          </a:p>
          <a:p>
            <a:pPr lvl="1">
              <a:buSzPct val="100000"/>
              <a:buFont typeface="Constantia" pitchFamily="18" charset="0"/>
              <a:buChar char="+"/>
            </a:pPr>
            <a:r>
              <a:rPr lang="en-US" sz="2000" dirty="0" err="1" smtClean="0">
                <a:latin typeface="Constantia" pitchFamily="18" charset="0"/>
              </a:rPr>
              <a:t>Chế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độ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một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trạng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thái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ổn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định</a:t>
            </a:r>
            <a:r>
              <a:rPr lang="en-US" sz="2000" dirty="0" smtClean="0">
                <a:latin typeface="Constantia" pitchFamily="18" charset="0"/>
              </a:rPr>
              <a:t> (Dao </a:t>
            </a:r>
            <a:r>
              <a:rPr lang="en-US" sz="2000" dirty="0" err="1" smtClean="0">
                <a:latin typeface="Constantia" pitchFamily="18" charset="0"/>
              </a:rPr>
              <a:t>động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đa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hài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đơn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ổn</a:t>
            </a:r>
            <a:r>
              <a:rPr lang="en-US" sz="2000" dirty="0" smtClean="0">
                <a:latin typeface="Constantia" pitchFamily="18" charset="0"/>
              </a:rPr>
              <a:t>)</a:t>
            </a:r>
          </a:p>
          <a:p>
            <a:pPr lvl="1">
              <a:buSzPct val="100000"/>
              <a:buFont typeface="Constantia" pitchFamily="18" charset="0"/>
              <a:buChar char="+"/>
            </a:pPr>
            <a:r>
              <a:rPr lang="en-US" sz="2000" dirty="0" err="1" smtClean="0">
                <a:latin typeface="Constantia" pitchFamily="18" charset="0"/>
              </a:rPr>
              <a:t>Chế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độ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tự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dao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động</a:t>
            </a:r>
            <a:r>
              <a:rPr lang="en-US" sz="2000" dirty="0" smtClean="0">
                <a:latin typeface="Constantia" pitchFamily="18" charset="0"/>
              </a:rPr>
              <a:t> (Dao </a:t>
            </a:r>
            <a:r>
              <a:rPr lang="en-US" sz="2000" dirty="0" err="1" smtClean="0">
                <a:latin typeface="Constantia" pitchFamily="18" charset="0"/>
              </a:rPr>
              <a:t>động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đa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hài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tự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kích</a:t>
            </a:r>
            <a:r>
              <a:rPr lang="en-US" sz="2000" dirty="0" smtClean="0">
                <a:latin typeface="Constantia" pitchFamily="18" charset="0"/>
              </a:rPr>
              <a:t>)</a:t>
            </a:r>
          </a:p>
          <a:p>
            <a:pPr lvl="1">
              <a:buNone/>
            </a:pPr>
            <a:endParaRPr lang="en-US" sz="2000" dirty="0" smtClean="0">
              <a:latin typeface="Constantia" pitchFamily="18" charset="0"/>
            </a:endParaRPr>
          </a:p>
          <a:p>
            <a:endParaRPr lang="en-US" sz="2000" dirty="0">
              <a:latin typeface="Constantia" pitchFamily="18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838200" y="457200"/>
            <a:ext cx="7772400" cy="8080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bIns="91440" anchor="b" anchorCtr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5.2.1. </a:t>
            </a:r>
            <a:r>
              <a:rPr kumimoji="0" lang="en-US" sz="40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Khái</a:t>
            </a:r>
            <a:r>
              <a:rPr kumimoji="0" lang="en-US" sz="4000" b="0" i="0" u="none" strike="noStrike" kern="1200" cap="none" spc="0" normalizeH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kumimoji="0" lang="en-US" sz="4000" b="0" i="0" u="none" strike="noStrike" kern="1200" cap="none" spc="0" normalizeH="0" noProof="0" dirty="0" err="1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niệm</a:t>
            </a:r>
            <a:r>
              <a:rPr kumimoji="0" lang="en-US" sz="4000" b="0" i="0" u="none" strike="noStrike" kern="1200" cap="none" spc="0" normalizeH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kumimoji="0" lang="en-US" sz="4000" b="0" i="0" u="none" strike="noStrike" kern="1200" cap="none" spc="0" normalizeH="0" noProof="0" dirty="0" err="1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chung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Constantia" pitchFamily="18" charset="0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Content Placeholder 2"/>
          <p:cNvSpPr>
            <a:spLocks noGrp="1"/>
          </p:cNvSpPr>
          <p:nvPr>
            <p:ph idx="1"/>
          </p:nvPr>
        </p:nvSpPr>
        <p:spPr>
          <a:xfrm>
            <a:off x="990600" y="1524000"/>
            <a:ext cx="8229600" cy="4525963"/>
          </a:xfrm>
        </p:spPr>
        <p:txBody>
          <a:bodyPr>
            <a:normAutofit/>
          </a:bodyPr>
          <a:lstStyle/>
          <a:p>
            <a:pPr eaLnBrk="1" hangingPunct="1"/>
            <a:r>
              <a:rPr lang="en-US" sz="2000" dirty="0" err="1" smtClean="0">
                <a:latin typeface="Constantia" pitchFamily="18" charset="0"/>
                <a:cs typeface="Times New Roman" pitchFamily="18" charset="0"/>
              </a:rPr>
              <a:t>Hình</a:t>
            </a:r>
            <a:r>
              <a:rPr lang="en-US" sz="20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  <a:cs typeface="Times New Roman" pitchFamily="18" charset="0"/>
              </a:rPr>
              <a:t>dạng</a:t>
            </a:r>
            <a:r>
              <a:rPr lang="en-US" sz="20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  <a:cs typeface="Times New Roman" pitchFamily="18" charset="0"/>
              </a:rPr>
              <a:t>xung</a:t>
            </a:r>
            <a:endParaRPr lang="en-US" sz="2000" dirty="0" smtClean="0">
              <a:latin typeface="Constantia" pitchFamily="18" charset="0"/>
              <a:cs typeface="Times New Roman" pitchFamily="18" charset="0"/>
            </a:endParaRPr>
          </a:p>
        </p:txBody>
      </p:sp>
      <p:pic>
        <p:nvPicPr>
          <p:cNvPr id="1024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0" y="1981200"/>
            <a:ext cx="586740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838200" y="457200"/>
            <a:ext cx="7772400" cy="8080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bIns="91440" anchor="b" anchorCtr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5.2.1. </a:t>
            </a:r>
            <a:r>
              <a:rPr kumimoji="0" lang="en-US" sz="40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Khái</a:t>
            </a:r>
            <a:r>
              <a:rPr kumimoji="0" lang="en-US" sz="4000" b="0" i="0" u="none" strike="noStrike" kern="1200" cap="none" spc="0" normalizeH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kumimoji="0" lang="en-US" sz="4000" b="0" i="0" u="none" strike="noStrike" kern="1200" cap="none" spc="0" normalizeH="0" noProof="0" dirty="0" err="1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niệm</a:t>
            </a:r>
            <a:r>
              <a:rPr kumimoji="0" lang="en-US" sz="4000" b="0" i="0" u="none" strike="noStrike" kern="1200" cap="none" spc="0" normalizeH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kumimoji="0" lang="en-US" sz="4000" b="0" i="0" u="none" strike="noStrike" kern="1200" cap="none" spc="0" normalizeH="0" noProof="0" dirty="0" err="1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chung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Constantia" pitchFamily="18" charset="0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5562600" y="4419600"/>
            <a:ext cx="2743200" cy="2279650"/>
          </a:xfrm>
        </p:spPr>
      </p:pic>
      <p:sp>
        <p:nvSpPr>
          <p:cNvPr id="11268" name="Content Placeholder 4"/>
          <p:cNvSpPr>
            <a:spLocks noGrp="1"/>
          </p:cNvSpPr>
          <p:nvPr>
            <p:ph sz="half" idx="2"/>
          </p:nvPr>
        </p:nvSpPr>
        <p:spPr>
          <a:xfrm>
            <a:off x="457200" y="1524000"/>
            <a:ext cx="4724400" cy="5105400"/>
          </a:xfrm>
        </p:spPr>
        <p:txBody>
          <a:bodyPr>
            <a:normAutofit fontScale="92500" lnSpcReduction="10000"/>
          </a:bodyPr>
          <a:lstStyle/>
          <a:p>
            <a:pPr eaLnBrk="1" hangingPunct="1"/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Quá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trình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nạp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điện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Hằng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thời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gian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mạch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eaLnBrk="1" hangingPunct="1"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 =R.C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eaLnBrk="1" hangingPunct="1"/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Thời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gian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3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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là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thời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gian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quá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độ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của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mạch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(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nạp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đầy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hoặc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xả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hết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)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126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14400" y="1905000"/>
            <a:ext cx="3200400" cy="2976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70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651500" y="1600200"/>
            <a:ext cx="3263900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271" name="Content Placeholder 4"/>
          <p:cNvSpPr txBox="1">
            <a:spLocks/>
          </p:cNvSpPr>
          <p:nvPr/>
        </p:nvSpPr>
        <p:spPr bwMode="auto">
          <a:xfrm>
            <a:off x="5105400" y="1371600"/>
            <a:ext cx="40386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65125" indent="-282575">
              <a:spcBef>
                <a:spcPts val="600"/>
              </a:spcBef>
              <a:buClr>
                <a:schemeClr val="accent1"/>
              </a:buClr>
              <a:buSzPct val="80000"/>
              <a:buFont typeface="Wingdings 2" pitchFamily="18" charset="2"/>
              <a:buChar char=""/>
            </a:pP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Quá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trình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phóng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điện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365125" indent="-282575">
              <a:spcBef>
                <a:spcPts val="600"/>
              </a:spcBef>
              <a:buClr>
                <a:schemeClr val="accent1"/>
              </a:buClr>
              <a:buSzPct val="80000"/>
              <a:buFont typeface="Wingdings 2" pitchFamily="18" charset="2"/>
              <a:buChar char=""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365125" indent="-282575">
              <a:spcBef>
                <a:spcPts val="600"/>
              </a:spcBef>
              <a:buClr>
                <a:schemeClr val="accent1"/>
              </a:buClr>
              <a:buSzPct val="80000"/>
              <a:buFont typeface="Wingdings 2" pitchFamily="18" charset="2"/>
              <a:buChar char=""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365125" indent="-282575">
              <a:spcBef>
                <a:spcPts val="600"/>
              </a:spcBef>
              <a:buClr>
                <a:schemeClr val="accent1"/>
              </a:buClr>
              <a:buSzPct val="80000"/>
              <a:buFont typeface="Wingdings 2" pitchFamily="18" charset="2"/>
              <a:buChar char=""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365125" indent="-282575">
              <a:spcBef>
                <a:spcPts val="600"/>
              </a:spcBef>
              <a:buClr>
                <a:schemeClr val="accent1"/>
              </a:buClr>
              <a:buSzPct val="80000"/>
              <a:buFont typeface="Wingdings 2" pitchFamily="18" charset="2"/>
              <a:buChar char=""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365125" indent="-282575">
              <a:spcBef>
                <a:spcPts val="600"/>
              </a:spcBef>
              <a:buClr>
                <a:schemeClr val="accent1"/>
              </a:buClr>
              <a:buSzPct val="80000"/>
              <a:buFont typeface="Wingdings 2" pitchFamily="18" charset="2"/>
              <a:buChar char=""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533400" y="457200"/>
            <a:ext cx="8077200" cy="8080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bIns="91440" anchor="b" anchorCtr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Quá</a:t>
            </a:r>
            <a:r>
              <a:rPr kumimoji="0" lang="en-US" sz="4000" b="0" i="0" u="none" strike="noStrike" kern="1200" cap="none" spc="0" normalizeH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kumimoji="0" lang="en-US" sz="4000" b="0" i="0" u="none" strike="noStrike" kern="1200" cap="none" spc="0" normalizeH="0" noProof="0" dirty="0" err="1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trình</a:t>
            </a:r>
            <a:r>
              <a:rPr kumimoji="0" lang="en-US" sz="4000" b="0" i="0" u="none" strike="noStrike" kern="1200" cap="none" spc="0" normalizeH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kumimoji="0" lang="en-US" sz="4000" b="0" i="0" u="none" strike="noStrike" kern="1200" cap="none" spc="0" normalizeH="0" noProof="0" dirty="0" err="1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phóng</a:t>
            </a:r>
            <a:r>
              <a:rPr kumimoji="0" lang="en-US" sz="4000" b="0" i="0" u="none" strike="noStrike" kern="1200" cap="none" spc="0" normalizeH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kumimoji="0" lang="en-US" sz="4000" b="0" i="0" u="none" strike="noStrike" kern="1200" cap="none" spc="0" normalizeH="0" noProof="0" dirty="0" err="1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và</a:t>
            </a:r>
            <a:r>
              <a:rPr kumimoji="0" lang="en-US" sz="4000" b="0" i="0" u="none" strike="noStrike" kern="1200" cap="none" spc="0" normalizeH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kumimoji="0" lang="en-US" sz="4000" b="0" i="0" u="none" strike="noStrike" kern="1200" cap="none" spc="0" normalizeH="0" noProof="0" dirty="0" err="1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nạp</a:t>
            </a:r>
            <a:r>
              <a:rPr kumimoji="0" lang="en-US" sz="4000" b="0" i="0" u="none" strike="noStrike" kern="1200" cap="none" spc="0" normalizeH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kumimoji="0" lang="en-US" sz="4000" b="0" i="0" u="none" strike="noStrike" kern="1200" cap="none" spc="0" normalizeH="0" noProof="0" dirty="0" err="1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của</a:t>
            </a:r>
            <a:r>
              <a:rPr kumimoji="0" lang="en-US" sz="4000" b="0" i="0" u="none" strike="noStrike" kern="1200" cap="none" spc="0" normalizeH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kumimoji="0" lang="en-US" sz="4000" b="0" i="0" u="none" strike="noStrike" kern="1200" cap="none" spc="0" normalizeH="0" noProof="0" dirty="0" err="1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tụ</a:t>
            </a:r>
            <a:r>
              <a:rPr kumimoji="0" lang="en-US" sz="4000" b="0" i="0" u="none" strike="noStrike" kern="1200" cap="none" spc="0" normalizeH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kumimoji="0" lang="en-US" sz="4000" b="0" i="0" u="none" strike="noStrike" kern="1200" cap="none" spc="0" normalizeH="0" noProof="0" dirty="0" err="1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điện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Constantia" pitchFamily="18" charset="0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524000"/>
            <a:ext cx="8077200" cy="4664075"/>
          </a:xfrm>
        </p:spPr>
        <p:txBody>
          <a:bodyPr/>
          <a:lstStyle/>
          <a:p>
            <a:pPr eaLnBrk="1" hangingPunct="1"/>
            <a:r>
              <a:rPr lang="en-US" sz="2000" dirty="0" err="1" smtClean="0">
                <a:latin typeface="Constantia" pitchFamily="18" charset="0"/>
                <a:cs typeface="Times New Roman" pitchFamily="18" charset="0"/>
              </a:rPr>
              <a:t>Khi</a:t>
            </a:r>
            <a:r>
              <a:rPr lang="en-US" sz="2000" dirty="0" smtClean="0">
                <a:latin typeface="Constantia" pitchFamily="18" charset="0"/>
                <a:cs typeface="Times New Roman" pitchFamily="18" charset="0"/>
              </a:rPr>
              <a:t> V</a:t>
            </a:r>
            <a:r>
              <a:rPr lang="en-US" sz="2000" i="1" baseline="-25000" dirty="0" smtClean="0">
                <a:latin typeface="Constantia" pitchFamily="18" charset="0"/>
                <a:cs typeface="Times New Roman" pitchFamily="18" charset="0"/>
              </a:rPr>
              <a:t>i</a:t>
            </a:r>
            <a:r>
              <a:rPr lang="en-US" sz="2000" i="1" dirty="0" smtClean="0">
                <a:latin typeface="Constantia" pitchFamily="18" charset="0"/>
                <a:cs typeface="Times New Roman" pitchFamily="18" charset="0"/>
              </a:rPr>
              <a:t>=0</a:t>
            </a:r>
            <a:r>
              <a:rPr lang="en-US" sz="2000" dirty="0" smtClean="0">
                <a:latin typeface="Constantia" pitchFamily="18" charset="0"/>
                <a:cs typeface="Times New Roman" pitchFamily="18" charset="0"/>
              </a:rPr>
              <a:t>, BJT </a:t>
            </a:r>
            <a:r>
              <a:rPr lang="en-US" sz="2000" dirty="0" err="1" smtClean="0">
                <a:latin typeface="Constantia" pitchFamily="18" charset="0"/>
                <a:cs typeface="Times New Roman" pitchFamily="18" charset="0"/>
              </a:rPr>
              <a:t>ngắt</a:t>
            </a:r>
            <a:r>
              <a:rPr lang="en-US" sz="2000" dirty="0" smtClean="0">
                <a:latin typeface="Constantia" pitchFamily="18" charset="0"/>
                <a:cs typeface="Times New Roman" pitchFamily="18" charset="0"/>
              </a:rPr>
              <a:t>, I</a:t>
            </a:r>
            <a:r>
              <a:rPr lang="en-US" sz="2000" baseline="-25000" dirty="0" smtClean="0">
                <a:latin typeface="Constantia" pitchFamily="18" charset="0"/>
                <a:cs typeface="Times New Roman" pitchFamily="18" charset="0"/>
              </a:rPr>
              <a:t>C</a:t>
            </a:r>
            <a:r>
              <a:rPr lang="en-US" sz="2000" dirty="0" smtClean="0">
                <a:latin typeface="Constantia" pitchFamily="18" charset="0"/>
                <a:cs typeface="Times New Roman" pitchFamily="18" charset="0"/>
                <a:sym typeface="Symbol" pitchFamily="18" charset="2"/>
              </a:rPr>
              <a:t>0, V</a:t>
            </a:r>
            <a:r>
              <a:rPr lang="en-US" sz="2000" baseline="-25000" dirty="0" smtClean="0">
                <a:latin typeface="Constantia" pitchFamily="18" charset="0"/>
                <a:cs typeface="Times New Roman" pitchFamily="18" charset="0"/>
                <a:sym typeface="Symbol" pitchFamily="18" charset="2"/>
              </a:rPr>
              <a:t>C</a:t>
            </a:r>
            <a:r>
              <a:rPr lang="en-US" sz="2000" dirty="0" smtClean="0">
                <a:latin typeface="Constantia" pitchFamily="18" charset="0"/>
                <a:cs typeface="Times New Roman" pitchFamily="18" charset="0"/>
                <a:sym typeface="Symbol" pitchFamily="18" charset="2"/>
              </a:rPr>
              <a:t>  V</a:t>
            </a:r>
            <a:r>
              <a:rPr lang="en-US" sz="2000" baseline="-25000" dirty="0" smtClean="0">
                <a:latin typeface="Constantia" pitchFamily="18" charset="0"/>
                <a:cs typeface="Times New Roman" pitchFamily="18" charset="0"/>
                <a:sym typeface="Symbol" pitchFamily="18" charset="2"/>
              </a:rPr>
              <a:t>CC</a:t>
            </a:r>
            <a:r>
              <a:rPr lang="en-US" sz="2000" dirty="0" smtClean="0">
                <a:latin typeface="Constantia" pitchFamily="18" charset="0"/>
                <a:cs typeface="Times New Roman" pitchFamily="18" charset="0"/>
                <a:sym typeface="Symbol" pitchFamily="18" charset="2"/>
              </a:rPr>
              <a:t>, BJT </a:t>
            </a:r>
            <a:r>
              <a:rPr lang="en-US" sz="2000" dirty="0" err="1" smtClean="0">
                <a:latin typeface="Constantia" pitchFamily="18" charset="0"/>
                <a:cs typeface="Times New Roman" pitchFamily="18" charset="0"/>
                <a:sym typeface="Symbol" pitchFamily="18" charset="2"/>
              </a:rPr>
              <a:t>như</a:t>
            </a:r>
            <a:r>
              <a:rPr lang="en-US" sz="2000" dirty="0" smtClean="0">
                <a:latin typeface="Constantia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000" dirty="0" err="1" smtClean="0">
                <a:latin typeface="Constantia" pitchFamily="18" charset="0"/>
                <a:cs typeface="Times New Roman" pitchFamily="18" charset="0"/>
                <a:sym typeface="Symbol" pitchFamily="18" charset="2"/>
              </a:rPr>
              <a:t>một</a:t>
            </a:r>
            <a:r>
              <a:rPr lang="en-US" sz="2000" dirty="0" smtClean="0">
                <a:latin typeface="Constantia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000" dirty="0" err="1" smtClean="0">
                <a:latin typeface="Constantia" pitchFamily="18" charset="0"/>
                <a:cs typeface="Times New Roman" pitchFamily="18" charset="0"/>
                <a:sym typeface="Symbol" pitchFamily="18" charset="2"/>
              </a:rPr>
              <a:t>khóa</a:t>
            </a:r>
            <a:r>
              <a:rPr lang="en-US" sz="2000" dirty="0" smtClean="0">
                <a:latin typeface="Constantia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000" dirty="0" err="1" smtClean="0">
                <a:latin typeface="Constantia" pitchFamily="18" charset="0"/>
                <a:cs typeface="Times New Roman" pitchFamily="18" charset="0"/>
                <a:sym typeface="Symbol" pitchFamily="18" charset="2"/>
              </a:rPr>
              <a:t>điện</a:t>
            </a:r>
            <a:r>
              <a:rPr lang="en-US" sz="2000" dirty="0" smtClean="0">
                <a:latin typeface="Constantia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000" dirty="0" err="1" smtClean="0">
                <a:latin typeface="Constantia" pitchFamily="18" charset="0"/>
                <a:cs typeface="Times New Roman" pitchFamily="18" charset="0"/>
                <a:sym typeface="Symbol" pitchFamily="18" charset="2"/>
              </a:rPr>
              <a:t>tử</a:t>
            </a:r>
            <a:r>
              <a:rPr lang="en-US" sz="2000" dirty="0" smtClean="0">
                <a:latin typeface="Constantia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000" dirty="0" err="1" smtClean="0">
                <a:latin typeface="Constantia" pitchFamily="18" charset="0"/>
                <a:cs typeface="Times New Roman" pitchFamily="18" charset="0"/>
                <a:sym typeface="Symbol" pitchFamily="18" charset="2"/>
              </a:rPr>
              <a:t>hở</a:t>
            </a:r>
            <a:r>
              <a:rPr lang="en-US" sz="2000" dirty="0" smtClean="0">
                <a:latin typeface="Constantia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000" dirty="0" err="1" smtClean="0">
                <a:latin typeface="Constantia" pitchFamily="18" charset="0"/>
                <a:cs typeface="Times New Roman" pitchFamily="18" charset="0"/>
                <a:sym typeface="Symbol" pitchFamily="18" charset="2"/>
              </a:rPr>
              <a:t>mạch</a:t>
            </a:r>
            <a:endParaRPr lang="en-US" sz="2000" dirty="0" smtClean="0">
              <a:latin typeface="Constantia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endParaRPr lang="en-US" sz="2000" dirty="0" smtClean="0">
              <a:latin typeface="Constantia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endParaRPr lang="en-US" sz="2000" dirty="0" smtClean="0">
              <a:latin typeface="Constantia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endParaRPr lang="en-US" sz="2000" dirty="0" smtClean="0">
              <a:latin typeface="Constantia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endParaRPr lang="en-US" sz="2000" dirty="0" smtClean="0">
              <a:latin typeface="Constantia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endParaRPr lang="en-US" sz="2000" dirty="0" smtClean="0">
              <a:latin typeface="Constantia" pitchFamily="18" charset="0"/>
              <a:cs typeface="Times New Roman" pitchFamily="18" charset="0"/>
            </a:endParaRPr>
          </a:p>
          <a:p>
            <a:pPr eaLnBrk="1" hangingPunct="1"/>
            <a:r>
              <a:rPr lang="en-US" sz="2000" dirty="0" err="1" smtClean="0">
                <a:latin typeface="Constantia" pitchFamily="18" charset="0"/>
                <a:cs typeface="Times New Roman" pitchFamily="18" charset="0"/>
              </a:rPr>
              <a:t>Khi</a:t>
            </a:r>
            <a:r>
              <a:rPr lang="en-US" sz="2000" dirty="0" smtClean="0">
                <a:latin typeface="Constantia" pitchFamily="18" charset="0"/>
                <a:cs typeface="Times New Roman" pitchFamily="18" charset="0"/>
              </a:rPr>
              <a:t> V</a:t>
            </a:r>
            <a:r>
              <a:rPr lang="en-US" sz="2000" baseline="-25000" dirty="0" smtClean="0">
                <a:latin typeface="Constantia" pitchFamily="18" charset="0"/>
                <a:cs typeface="Times New Roman" pitchFamily="18" charset="0"/>
              </a:rPr>
              <a:t>i</a:t>
            </a:r>
            <a:r>
              <a:rPr lang="en-US" sz="2000" dirty="0" smtClean="0">
                <a:latin typeface="Constantia" pitchFamily="18" charset="0"/>
                <a:cs typeface="Times New Roman" pitchFamily="18" charset="0"/>
              </a:rPr>
              <a:t>=5V, BJT </a:t>
            </a:r>
            <a:r>
              <a:rPr lang="en-US" sz="2000" dirty="0" err="1" smtClean="0">
                <a:latin typeface="Constantia" pitchFamily="18" charset="0"/>
                <a:cs typeface="Times New Roman" pitchFamily="18" charset="0"/>
              </a:rPr>
              <a:t>thông</a:t>
            </a:r>
            <a:r>
              <a:rPr lang="en-US" sz="20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  <a:cs typeface="Times New Roman" pitchFamily="18" charset="0"/>
              </a:rPr>
              <a:t>bão</a:t>
            </a:r>
            <a:r>
              <a:rPr lang="en-US" sz="2000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  <a:cs typeface="Times New Roman" pitchFamily="18" charset="0"/>
              </a:rPr>
              <a:t>hòa</a:t>
            </a:r>
            <a:r>
              <a:rPr lang="en-US" sz="2000" dirty="0" smtClean="0">
                <a:latin typeface="Constantia" pitchFamily="18" charset="0"/>
                <a:cs typeface="Times New Roman" pitchFamily="18" charset="0"/>
              </a:rPr>
              <a:t>, </a:t>
            </a:r>
            <a:r>
              <a:rPr lang="en-US" sz="2000" dirty="0" err="1" smtClean="0">
                <a:latin typeface="Constantia" pitchFamily="18" charset="0"/>
                <a:cs typeface="Times New Roman" pitchFamily="18" charset="0"/>
              </a:rPr>
              <a:t>I</a:t>
            </a:r>
            <a:r>
              <a:rPr lang="en-US" sz="2000" baseline="-25000" dirty="0" err="1" smtClean="0">
                <a:latin typeface="Constantia" pitchFamily="18" charset="0"/>
                <a:cs typeface="Times New Roman" pitchFamily="18" charset="0"/>
              </a:rPr>
              <a:t>C</a:t>
            </a:r>
            <a:r>
              <a:rPr lang="en-US" sz="2000" dirty="0" err="1" smtClean="0">
                <a:latin typeface="Constantia" pitchFamily="18" charset="0"/>
                <a:cs typeface="Times New Roman" pitchFamily="18" charset="0"/>
                <a:sym typeface="Symbol" pitchFamily="18" charset="2"/>
              </a:rPr>
              <a:t>I</a:t>
            </a:r>
            <a:r>
              <a:rPr lang="en-US" sz="2000" baseline="-25000" dirty="0" err="1" smtClean="0">
                <a:latin typeface="Constantia" pitchFamily="18" charset="0"/>
                <a:cs typeface="Times New Roman" pitchFamily="18" charset="0"/>
                <a:sym typeface="Symbol" pitchFamily="18" charset="2"/>
              </a:rPr>
              <a:t>Csat</a:t>
            </a:r>
            <a:r>
              <a:rPr lang="en-US" sz="2000" dirty="0" smtClean="0">
                <a:latin typeface="Constantia" pitchFamily="18" charset="0"/>
                <a:cs typeface="Times New Roman" pitchFamily="18" charset="0"/>
                <a:sym typeface="Symbol" pitchFamily="18" charset="2"/>
              </a:rPr>
              <a:t>, V</a:t>
            </a:r>
            <a:r>
              <a:rPr lang="en-US" sz="2000" baseline="-25000" dirty="0" smtClean="0">
                <a:latin typeface="Constantia" pitchFamily="18" charset="0"/>
                <a:cs typeface="Times New Roman" pitchFamily="18" charset="0"/>
                <a:sym typeface="Symbol" pitchFamily="18" charset="2"/>
              </a:rPr>
              <a:t>C</a:t>
            </a:r>
            <a:r>
              <a:rPr lang="en-US" sz="2000" dirty="0" smtClean="0">
                <a:latin typeface="Constantia" pitchFamily="18" charset="0"/>
                <a:cs typeface="Times New Roman" pitchFamily="18" charset="0"/>
                <a:sym typeface="Symbol" pitchFamily="18" charset="2"/>
              </a:rPr>
              <a:t>  0, BJT </a:t>
            </a:r>
            <a:r>
              <a:rPr lang="en-US" sz="2000" dirty="0" err="1" smtClean="0">
                <a:latin typeface="Constantia" pitchFamily="18" charset="0"/>
                <a:cs typeface="Times New Roman" pitchFamily="18" charset="0"/>
                <a:sym typeface="Symbol" pitchFamily="18" charset="2"/>
              </a:rPr>
              <a:t>như</a:t>
            </a:r>
            <a:r>
              <a:rPr lang="en-US" sz="2000" dirty="0" smtClean="0">
                <a:latin typeface="Constantia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000" dirty="0" err="1" smtClean="0">
                <a:latin typeface="Constantia" pitchFamily="18" charset="0"/>
                <a:cs typeface="Times New Roman" pitchFamily="18" charset="0"/>
                <a:sym typeface="Symbol" pitchFamily="18" charset="2"/>
              </a:rPr>
              <a:t>một</a:t>
            </a:r>
            <a:r>
              <a:rPr lang="en-US" sz="2000" dirty="0" smtClean="0">
                <a:latin typeface="Constantia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000" dirty="0" err="1" smtClean="0">
                <a:latin typeface="Constantia" pitchFamily="18" charset="0"/>
                <a:cs typeface="Times New Roman" pitchFamily="18" charset="0"/>
                <a:sym typeface="Symbol" pitchFamily="18" charset="2"/>
              </a:rPr>
              <a:t>khóa</a:t>
            </a:r>
            <a:r>
              <a:rPr lang="en-US" sz="2000" dirty="0" smtClean="0">
                <a:latin typeface="Constantia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000" dirty="0" err="1" smtClean="0">
                <a:latin typeface="Constantia" pitchFamily="18" charset="0"/>
                <a:cs typeface="Times New Roman" pitchFamily="18" charset="0"/>
                <a:sym typeface="Symbol" pitchFamily="18" charset="2"/>
              </a:rPr>
              <a:t>điện</a:t>
            </a:r>
            <a:r>
              <a:rPr lang="en-US" sz="2000" dirty="0" smtClean="0">
                <a:latin typeface="Constantia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000" dirty="0" err="1" smtClean="0">
                <a:latin typeface="Constantia" pitchFamily="18" charset="0"/>
                <a:cs typeface="Times New Roman" pitchFamily="18" charset="0"/>
                <a:sym typeface="Symbol" pitchFamily="18" charset="2"/>
              </a:rPr>
              <a:t>tử</a:t>
            </a:r>
            <a:r>
              <a:rPr lang="en-US" sz="2000" dirty="0" smtClean="0">
                <a:latin typeface="Constantia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000" dirty="0" err="1" smtClean="0">
                <a:latin typeface="Constantia" pitchFamily="18" charset="0"/>
                <a:cs typeface="Times New Roman" pitchFamily="18" charset="0"/>
                <a:sym typeface="Symbol" pitchFamily="18" charset="2"/>
              </a:rPr>
              <a:t>đóng</a:t>
            </a:r>
            <a:r>
              <a:rPr lang="en-US" sz="2000" dirty="0" smtClean="0">
                <a:latin typeface="Constantia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000" dirty="0" err="1" smtClean="0">
                <a:latin typeface="Constantia" pitchFamily="18" charset="0"/>
                <a:cs typeface="Times New Roman" pitchFamily="18" charset="0"/>
                <a:sym typeface="Symbol" pitchFamily="18" charset="2"/>
              </a:rPr>
              <a:t>mạch</a:t>
            </a:r>
            <a:endParaRPr lang="en-US" sz="2000" dirty="0" smtClean="0">
              <a:latin typeface="Constantia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endParaRPr lang="en-US" sz="2000" dirty="0" smtClean="0">
              <a:latin typeface="Constantia" pitchFamily="18" charset="0"/>
            </a:endParaRPr>
          </a:p>
        </p:txBody>
      </p:sp>
      <p:sp>
        <p:nvSpPr>
          <p:cNvPr id="11" name="Title 1"/>
          <p:cNvSpPr txBox="1">
            <a:spLocks/>
          </p:cNvSpPr>
          <p:nvPr/>
        </p:nvSpPr>
        <p:spPr>
          <a:xfrm>
            <a:off x="533400" y="457200"/>
            <a:ext cx="8077200" cy="8080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bIns="91440" anchor="b" anchorCtr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5.2.2.</a:t>
            </a:r>
            <a:r>
              <a:rPr kumimoji="0" lang="en-US" sz="4000" b="0" i="0" u="none" strike="noStrike" kern="1200" cap="none" spc="0" normalizeH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kumimoji="0" lang="en-US" sz="40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Chuyển</a:t>
            </a:r>
            <a:r>
              <a:rPr kumimoji="0" lang="en-US" sz="4000" b="0" i="0" u="none" strike="noStrike" kern="1200" cap="none" spc="0" normalizeH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kumimoji="0" lang="en-US" sz="4000" b="0" i="0" u="none" strike="noStrike" kern="1200" cap="none" spc="0" normalizeH="0" noProof="0" dirty="0" err="1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mạch</a:t>
            </a:r>
            <a:r>
              <a:rPr kumimoji="0" lang="en-US" sz="4000" b="0" i="0" u="none" strike="noStrike" kern="1200" cap="none" spc="0" normalizeH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kumimoji="0" lang="en-US" sz="4000" b="0" i="0" u="none" strike="noStrike" kern="1200" cap="none" spc="0" normalizeH="0" noProof="0" dirty="0" err="1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điện</a:t>
            </a:r>
            <a:r>
              <a:rPr kumimoji="0" lang="en-US" sz="4000" b="0" i="0" u="none" strike="noStrike" kern="1200" cap="none" spc="0" normalizeH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kumimoji="0" lang="en-US" sz="4000" b="0" i="0" u="none" strike="noStrike" kern="1200" cap="none" spc="0" normalizeH="0" noProof="0" dirty="0" err="1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tử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Constantia" pitchFamily="18" charset="0"/>
              <a:ea typeface="+mj-ea"/>
              <a:cs typeface="+mj-cs"/>
            </a:endParaRPr>
          </a:p>
        </p:txBody>
      </p:sp>
      <p:grpSp>
        <p:nvGrpSpPr>
          <p:cNvPr id="22" name="Group 21"/>
          <p:cNvGrpSpPr/>
          <p:nvPr/>
        </p:nvGrpSpPr>
        <p:grpSpPr>
          <a:xfrm>
            <a:off x="2743200" y="2286000"/>
            <a:ext cx="3810000" cy="1239416"/>
            <a:chOff x="762000" y="2362200"/>
            <a:chExt cx="3246120" cy="1239416"/>
          </a:xfrm>
        </p:grpSpPr>
        <p:pic>
          <p:nvPicPr>
            <p:cNvPr id="58370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762000" y="2590800"/>
              <a:ext cx="990600" cy="10108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cxnSp>
          <p:nvCxnSpPr>
            <p:cNvPr id="14" name="Straight Arrow Connector 13"/>
            <p:cNvCxnSpPr/>
            <p:nvPr/>
          </p:nvCxnSpPr>
          <p:spPr>
            <a:xfrm>
              <a:off x="1553184" y="2521080"/>
              <a:ext cx="0" cy="365760"/>
            </a:xfrm>
            <a:prstGeom prst="straightConnector1">
              <a:avLst/>
            </a:prstGeom>
            <a:ln w="19050">
              <a:headEnd type="none" w="med" len="med"/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1504950" y="2514600"/>
              <a:ext cx="5334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 smtClean="0">
                  <a:latin typeface="Constantia" pitchFamily="18" charset="0"/>
                </a:rPr>
                <a:t>I</a:t>
              </a:r>
              <a:r>
                <a:rPr lang="en-US" sz="2000" baseline="-25000" dirty="0" smtClean="0">
                  <a:latin typeface="Constantia" pitchFamily="18" charset="0"/>
                </a:rPr>
                <a:t>C0</a:t>
              </a:r>
              <a:endParaRPr lang="en-US" sz="2000" dirty="0">
                <a:latin typeface="Constantia" pitchFamily="18" charset="0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752600" y="3048000"/>
              <a:ext cx="1143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 smtClean="0">
                  <a:latin typeface="Constantia" pitchFamily="18" charset="0"/>
                </a:rPr>
                <a:t>U</a:t>
              </a:r>
              <a:r>
                <a:rPr lang="en-US" sz="2000" baseline="-25000" dirty="0" smtClean="0">
                  <a:latin typeface="Constantia" pitchFamily="18" charset="0"/>
                </a:rPr>
                <a:t>CE</a:t>
              </a:r>
              <a:r>
                <a:rPr lang="en-US" sz="2000" dirty="0" smtClean="0">
                  <a:latin typeface="Constantia" pitchFamily="18" charset="0"/>
                </a:rPr>
                <a:t>=V</a:t>
              </a:r>
              <a:r>
                <a:rPr lang="en-US" sz="2000" baseline="-25000" dirty="0" smtClean="0">
                  <a:latin typeface="Constantia" pitchFamily="18" charset="0"/>
                </a:rPr>
                <a:t>CC</a:t>
              </a:r>
              <a:endParaRPr lang="en-US" sz="2000" baseline="-25000" dirty="0">
                <a:latin typeface="Constantia" pitchFamily="18" charset="0"/>
              </a:endParaRPr>
            </a:p>
          </p:txBody>
        </p:sp>
        <p:pic>
          <p:nvPicPr>
            <p:cNvPr id="58372" name="Picture 4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733800" y="2362200"/>
              <a:ext cx="274320" cy="12344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19" name="Right Arrow 18"/>
            <p:cNvSpPr/>
            <p:nvPr/>
          </p:nvSpPr>
          <p:spPr>
            <a:xfrm>
              <a:off x="2895600" y="2819400"/>
              <a:ext cx="533400" cy="38100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2667000" y="4876800"/>
            <a:ext cx="4419600" cy="1406767"/>
            <a:chOff x="990600" y="4914900"/>
            <a:chExt cx="3310889" cy="1406767"/>
          </a:xfrm>
        </p:grpSpPr>
        <p:grpSp>
          <p:nvGrpSpPr>
            <p:cNvPr id="23" name="Group 22"/>
            <p:cNvGrpSpPr/>
            <p:nvPr/>
          </p:nvGrpSpPr>
          <p:grpSpPr>
            <a:xfrm>
              <a:off x="990600" y="5105400"/>
              <a:ext cx="2667000" cy="1087016"/>
              <a:chOff x="762000" y="2514600"/>
              <a:chExt cx="2667000" cy="1087016"/>
            </a:xfrm>
          </p:grpSpPr>
          <p:pic>
            <p:nvPicPr>
              <p:cNvPr id="24" name="Picture 2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auto">
              <a:xfrm>
                <a:off x="762000" y="2590800"/>
                <a:ext cx="990600" cy="101081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cxnSp>
            <p:nvCxnSpPr>
              <p:cNvPr id="25" name="Straight Arrow Connector 24"/>
              <p:cNvCxnSpPr/>
              <p:nvPr/>
            </p:nvCxnSpPr>
            <p:spPr>
              <a:xfrm>
                <a:off x="1553184" y="2521080"/>
                <a:ext cx="0" cy="365760"/>
              </a:xfrm>
              <a:prstGeom prst="straightConnector1">
                <a:avLst/>
              </a:prstGeom>
              <a:ln w="19050">
                <a:headEnd type="none" w="med" len="med"/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TextBox 25"/>
              <p:cNvSpPr txBox="1"/>
              <p:nvPr/>
            </p:nvSpPr>
            <p:spPr>
              <a:xfrm>
                <a:off x="1504950" y="2514600"/>
                <a:ext cx="62865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 err="1" smtClean="0">
                    <a:latin typeface="Constantia" pitchFamily="18" charset="0"/>
                  </a:rPr>
                  <a:t>I</a:t>
                </a:r>
                <a:r>
                  <a:rPr lang="en-US" sz="2000" baseline="-25000" dirty="0" err="1" smtClean="0">
                    <a:latin typeface="Constantia" pitchFamily="18" charset="0"/>
                  </a:rPr>
                  <a:t>Csat</a:t>
                </a:r>
                <a:endParaRPr lang="en-US" sz="2000" dirty="0">
                  <a:latin typeface="Constantia" pitchFamily="18" charset="0"/>
                </a:endParaRPr>
              </a:p>
            </p:txBody>
          </p:sp>
          <p:sp>
            <p:nvSpPr>
              <p:cNvPr id="27" name="TextBox 26"/>
              <p:cNvSpPr txBox="1"/>
              <p:nvPr/>
            </p:nvSpPr>
            <p:spPr>
              <a:xfrm>
                <a:off x="1752600" y="3048000"/>
                <a:ext cx="11430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 smtClean="0">
                    <a:latin typeface="Constantia" pitchFamily="18" charset="0"/>
                  </a:rPr>
                  <a:t>U</a:t>
                </a:r>
                <a:r>
                  <a:rPr lang="en-US" sz="2000" baseline="-25000" dirty="0" smtClean="0">
                    <a:latin typeface="Constantia" pitchFamily="18" charset="0"/>
                  </a:rPr>
                  <a:t>CE</a:t>
                </a:r>
                <a:r>
                  <a:rPr lang="en-US" sz="2000" dirty="0" smtClean="0">
                    <a:latin typeface="Constantia" pitchFamily="18" charset="0"/>
                  </a:rPr>
                  <a:t>=0</a:t>
                </a:r>
                <a:endParaRPr lang="en-US" sz="2000" baseline="-25000" dirty="0">
                  <a:latin typeface="Constantia" pitchFamily="18" charset="0"/>
                </a:endParaRPr>
              </a:p>
            </p:txBody>
          </p:sp>
          <p:sp>
            <p:nvSpPr>
              <p:cNvPr id="29" name="Right Arrow 28"/>
              <p:cNvSpPr/>
              <p:nvPr/>
            </p:nvSpPr>
            <p:spPr>
              <a:xfrm>
                <a:off x="2895600" y="2819400"/>
                <a:ext cx="533400" cy="381000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58375" name="Picture 7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3752849" y="4914900"/>
              <a:ext cx="548640" cy="14067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447800"/>
            <a:ext cx="4876800" cy="2667000"/>
          </a:xfrm>
        </p:spPr>
        <p:txBody>
          <a:bodyPr>
            <a:noAutofit/>
          </a:bodyPr>
          <a:lstStyle/>
          <a:p>
            <a:pPr>
              <a:buSzPct val="100000"/>
            </a:pPr>
            <a:r>
              <a:rPr lang="en-US" sz="2000" dirty="0" err="1" smtClean="0">
                <a:latin typeface="Constantia" pitchFamily="18" charset="0"/>
              </a:rPr>
              <a:t>Mạch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dao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động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đa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hài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lưỡng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ổn</a:t>
            </a:r>
            <a:r>
              <a:rPr lang="en-US" sz="2000" dirty="0" smtClean="0">
                <a:latin typeface="Constantia" pitchFamily="18" charset="0"/>
              </a:rPr>
              <a:t>: </a:t>
            </a:r>
            <a:r>
              <a:rPr lang="en-US" sz="2000" dirty="0" err="1" smtClean="0">
                <a:latin typeface="Constantia" pitchFamily="18" charset="0"/>
              </a:rPr>
              <a:t>là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mạch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có</a:t>
            </a:r>
            <a:r>
              <a:rPr lang="en-US" sz="2000" dirty="0" smtClean="0">
                <a:latin typeface="Constantia" pitchFamily="18" charset="0"/>
              </a:rPr>
              <a:t> 2 </a:t>
            </a:r>
            <a:r>
              <a:rPr lang="en-US" sz="2000" dirty="0" err="1" smtClean="0">
                <a:latin typeface="Constantia" pitchFamily="18" charset="0"/>
              </a:rPr>
              <a:t>trạng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thái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ổn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định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tại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đầu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ra</a:t>
            </a:r>
            <a:r>
              <a:rPr lang="en-US" sz="2000" dirty="0" smtClean="0">
                <a:latin typeface="Times New Roman"/>
                <a:cs typeface="Times New Roman"/>
              </a:rPr>
              <a:t>→ </a:t>
            </a:r>
            <a:r>
              <a:rPr lang="en-US" sz="2000" dirty="0" err="1" smtClean="0">
                <a:latin typeface="Times New Roman"/>
                <a:cs typeface="Times New Roman"/>
              </a:rPr>
              <a:t>Mạch</a:t>
            </a:r>
            <a:r>
              <a:rPr lang="en-US" sz="2000" dirty="0" smtClean="0">
                <a:latin typeface="Times New Roman"/>
                <a:cs typeface="Times New Roman"/>
              </a:rPr>
              <a:t> </a:t>
            </a:r>
            <a:r>
              <a:rPr lang="en-US" sz="2000" dirty="0" err="1" smtClean="0">
                <a:latin typeface="Times New Roman"/>
                <a:cs typeface="Times New Roman"/>
              </a:rPr>
              <a:t>Trigơ</a:t>
            </a:r>
            <a:endParaRPr lang="en-US" sz="2000" dirty="0" smtClean="0">
              <a:latin typeface="Times New Roman"/>
              <a:cs typeface="Times New Roman"/>
            </a:endParaRPr>
          </a:p>
          <a:p>
            <a:pPr>
              <a:buSzPct val="100000"/>
            </a:pPr>
            <a:r>
              <a:rPr lang="en-US" sz="2000" dirty="0" smtClean="0">
                <a:latin typeface="Times New Roman"/>
                <a:cs typeface="Times New Roman"/>
              </a:rPr>
              <a:t> </a:t>
            </a:r>
            <a:r>
              <a:rPr lang="en-US" sz="2000" dirty="0" err="1" smtClean="0">
                <a:latin typeface="Times New Roman"/>
                <a:cs typeface="Times New Roman"/>
              </a:rPr>
              <a:t>Sơ</a:t>
            </a:r>
            <a:r>
              <a:rPr lang="en-US" sz="2000" dirty="0" smtClean="0">
                <a:latin typeface="Times New Roman"/>
                <a:cs typeface="Times New Roman"/>
              </a:rPr>
              <a:t> </a:t>
            </a:r>
            <a:r>
              <a:rPr lang="en-US" sz="2000" dirty="0" err="1" smtClean="0">
                <a:latin typeface="Times New Roman"/>
                <a:cs typeface="Times New Roman"/>
              </a:rPr>
              <a:t>đồ</a:t>
            </a:r>
            <a:r>
              <a:rPr lang="en-US" sz="2000" dirty="0" smtClean="0">
                <a:latin typeface="Times New Roman"/>
                <a:cs typeface="Times New Roman"/>
              </a:rPr>
              <a:t> </a:t>
            </a:r>
            <a:r>
              <a:rPr lang="en-US" sz="2000" dirty="0" err="1" smtClean="0">
                <a:latin typeface="Times New Roman"/>
                <a:cs typeface="Times New Roman"/>
              </a:rPr>
              <a:t>mạch</a:t>
            </a:r>
            <a:r>
              <a:rPr lang="en-US" sz="2000" dirty="0" smtClean="0">
                <a:latin typeface="Times New Roman"/>
                <a:cs typeface="Times New Roman"/>
              </a:rPr>
              <a:t> </a:t>
            </a:r>
            <a:r>
              <a:rPr lang="en-US" sz="2000" dirty="0" err="1" smtClean="0">
                <a:latin typeface="Times New Roman"/>
                <a:cs typeface="Times New Roman"/>
              </a:rPr>
              <a:t>hoàn</a:t>
            </a:r>
            <a:r>
              <a:rPr lang="en-US" sz="2000" dirty="0" smtClean="0">
                <a:latin typeface="Times New Roman"/>
                <a:cs typeface="Times New Roman"/>
              </a:rPr>
              <a:t> </a:t>
            </a:r>
            <a:r>
              <a:rPr lang="en-US" sz="2000" dirty="0" err="1" smtClean="0">
                <a:latin typeface="Times New Roman"/>
                <a:cs typeface="Times New Roman"/>
              </a:rPr>
              <a:t>toàn</a:t>
            </a:r>
            <a:r>
              <a:rPr lang="en-US" sz="2000" dirty="0" smtClean="0">
                <a:latin typeface="Times New Roman"/>
                <a:cs typeface="Times New Roman"/>
              </a:rPr>
              <a:t> </a:t>
            </a:r>
            <a:r>
              <a:rPr lang="en-US" sz="2000" dirty="0" err="1" smtClean="0">
                <a:latin typeface="Times New Roman"/>
                <a:cs typeface="Times New Roman"/>
              </a:rPr>
              <a:t>đối</a:t>
            </a:r>
            <a:r>
              <a:rPr lang="en-US" sz="2000" dirty="0" smtClean="0">
                <a:latin typeface="Times New Roman"/>
                <a:cs typeface="Times New Roman"/>
              </a:rPr>
              <a:t> </a:t>
            </a:r>
            <a:r>
              <a:rPr lang="en-US" sz="2000" dirty="0" err="1" smtClean="0">
                <a:latin typeface="Times New Roman"/>
                <a:cs typeface="Times New Roman"/>
              </a:rPr>
              <a:t>xứng</a:t>
            </a:r>
            <a:r>
              <a:rPr lang="en-US" sz="2000" dirty="0" smtClean="0">
                <a:latin typeface="Times New Roman"/>
                <a:cs typeface="Times New Roman"/>
              </a:rPr>
              <a:t>:</a:t>
            </a:r>
          </a:p>
          <a:p>
            <a:pPr>
              <a:buSzPct val="100000"/>
            </a:pPr>
            <a:endParaRPr lang="en-US" sz="2000" dirty="0" smtClean="0">
              <a:latin typeface="Times New Roman"/>
              <a:cs typeface="Times New Roman"/>
            </a:endParaRPr>
          </a:p>
          <a:p>
            <a:pPr>
              <a:buSzPct val="100000"/>
            </a:pPr>
            <a:r>
              <a:rPr lang="en-US" sz="2000" dirty="0" smtClean="0">
                <a:latin typeface="Times New Roman"/>
                <a:cs typeface="Times New Roman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Cặp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điện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err="1" smtClean="0">
                <a:latin typeface="Constantia" pitchFamily="18" charset="0"/>
              </a:rPr>
              <a:t>trở</a:t>
            </a:r>
            <a:r>
              <a:rPr lang="en-US" sz="2000" smtClean="0">
                <a:latin typeface="Constantia" pitchFamily="18" charset="0"/>
              </a:rPr>
              <a:t> </a:t>
            </a:r>
            <a:r>
              <a:rPr lang="en-US" sz="2000" smtClean="0">
                <a:latin typeface="Constantia" pitchFamily="18" charset="0"/>
              </a:rPr>
              <a:t>R</a:t>
            </a:r>
            <a:r>
              <a:rPr lang="en-US" sz="2000" baseline="-25000" smtClean="0">
                <a:latin typeface="Constantia" pitchFamily="18" charset="0"/>
              </a:rPr>
              <a:t>B1</a:t>
            </a:r>
            <a:r>
              <a:rPr lang="en-US" sz="2000" smtClean="0">
                <a:latin typeface="Constantia" pitchFamily="18" charset="0"/>
              </a:rPr>
              <a:t> </a:t>
            </a:r>
            <a:r>
              <a:rPr lang="en-US" sz="2000" err="1" smtClean="0">
                <a:latin typeface="Constantia" pitchFamily="18" charset="0"/>
              </a:rPr>
              <a:t>và</a:t>
            </a:r>
            <a:r>
              <a:rPr lang="en-US" sz="2000" smtClean="0">
                <a:latin typeface="Constantia" pitchFamily="18" charset="0"/>
              </a:rPr>
              <a:t> </a:t>
            </a:r>
            <a:r>
              <a:rPr lang="en-US" sz="2000" smtClean="0">
                <a:latin typeface="Constantia" pitchFamily="18" charset="0"/>
              </a:rPr>
              <a:t>R</a:t>
            </a:r>
            <a:r>
              <a:rPr lang="en-US" sz="2000" baseline="-25000" smtClean="0">
                <a:latin typeface="Constantia" pitchFamily="18" charset="0"/>
              </a:rPr>
              <a:t>B2</a:t>
            </a:r>
            <a:r>
              <a:rPr lang="en-US" sz="2000" smtClean="0">
                <a:latin typeface="Constantia" pitchFamily="18" charset="0"/>
              </a:rPr>
              <a:t>  </a:t>
            </a:r>
            <a:r>
              <a:rPr lang="en-US" sz="2000" dirty="0" err="1" smtClean="0">
                <a:latin typeface="Constantia" pitchFamily="18" charset="0"/>
              </a:rPr>
              <a:t>tạo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nên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vòng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hồi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tiếp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dương</a:t>
            </a:r>
            <a:r>
              <a:rPr lang="en-US" sz="2000" dirty="0" smtClean="0">
                <a:latin typeface="Constantia" pitchFamily="18" charset="0"/>
              </a:rPr>
              <a:t>.</a:t>
            </a:r>
            <a:endParaRPr lang="en-US" sz="2000" dirty="0">
              <a:latin typeface="Constantia" pitchFamily="18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381000" y="457200"/>
            <a:ext cx="8534400" cy="8080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bIns="91440" anchor="b" anchorCtr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5.2.3.</a:t>
            </a:r>
            <a:r>
              <a:rPr kumimoji="0" lang="en-US" sz="4000" b="0" i="0" u="none" strike="noStrike" kern="1200" cap="none" spc="0" normalizeH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kumimoji="0" lang="en-US" sz="4000" b="0" i="0" u="none" strike="noStrike" kern="1200" cap="none" spc="0" normalizeH="0" noProof="0" dirty="0" err="1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Mạch</a:t>
            </a:r>
            <a:r>
              <a:rPr kumimoji="0" lang="en-US" sz="4000" b="0" i="0" u="none" strike="noStrike" kern="1200" cap="none" spc="0" normalizeH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kumimoji="0" lang="en-US" sz="4000" b="0" i="0" u="none" strike="noStrike" kern="1200" cap="none" spc="0" normalizeH="0" noProof="0" dirty="0" err="1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dao</a:t>
            </a:r>
            <a:r>
              <a:rPr kumimoji="0" lang="en-US" sz="4000" b="0" i="0" u="none" strike="noStrike" kern="1200" cap="none" spc="0" normalizeH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kumimoji="0" lang="en-US" sz="4000" b="0" i="0" u="none" strike="noStrike" kern="1200" cap="none" spc="0" normalizeH="0" noProof="0" dirty="0" err="1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động</a:t>
            </a:r>
            <a:r>
              <a:rPr kumimoji="0" lang="en-US" sz="4000" b="0" i="0" u="none" strike="noStrike" kern="1200" cap="none" spc="0" normalizeH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kumimoji="0" lang="en-US" sz="4000" b="0" i="0" u="none" strike="noStrike" kern="1200" cap="none" spc="0" normalizeH="0" noProof="0" dirty="0" err="1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đa</a:t>
            </a:r>
            <a:r>
              <a:rPr kumimoji="0" lang="en-US" sz="4000" b="0" i="0" u="none" strike="noStrike" kern="1200" cap="none" spc="0" normalizeH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kumimoji="0" lang="en-US" sz="4000" b="0" i="0" u="none" strike="noStrike" kern="1200" cap="none" spc="0" normalizeH="0" noProof="0" dirty="0" err="1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hài</a:t>
            </a:r>
            <a:r>
              <a:rPr kumimoji="0" lang="en-US" sz="4000" b="0" i="0" u="none" strike="noStrike" kern="1200" cap="none" spc="0" normalizeH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kumimoji="0" lang="en-US" sz="4000" b="0" i="0" u="none" strike="noStrike" kern="1200" cap="none" spc="0" normalizeH="0" noProof="0" dirty="0" err="1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lưỡng</a:t>
            </a:r>
            <a:r>
              <a:rPr kumimoji="0" lang="en-US" sz="4000" b="0" i="0" u="none" strike="noStrike" kern="1200" cap="none" spc="0" normalizeH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kumimoji="0" lang="en-US" sz="4000" b="0" i="0" u="none" strike="noStrike" kern="1200" cap="none" spc="0" normalizeH="0" noProof="0" dirty="0" err="1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ổn</a:t>
            </a:r>
            <a:r>
              <a:rPr kumimoji="0" lang="en-US" sz="4000" b="0" i="0" u="none" strike="noStrike" kern="1200" cap="none" spc="0" normalizeH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Constantia" pitchFamily="18" charset="0"/>
              <a:ea typeface="+mj-ea"/>
              <a:cs typeface="+mj-cs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5638800" y="1371600"/>
            <a:ext cx="3387247" cy="2538039"/>
            <a:chOff x="5562600" y="1828800"/>
            <a:chExt cx="3387247" cy="2538039"/>
          </a:xfrm>
        </p:grpSpPr>
        <p:sp>
          <p:nvSpPr>
            <p:cNvPr id="54275" name="Text Box 3"/>
            <p:cNvSpPr txBox="1">
              <a:spLocks noChangeArrowheads="1"/>
            </p:cNvSpPr>
            <p:nvPr/>
          </p:nvSpPr>
          <p:spPr bwMode="auto">
            <a:xfrm>
              <a:off x="5562600" y="1828800"/>
              <a:ext cx="3276600" cy="352183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b="0" i="0" u="none" strike="noStrike" cap="none" normalizeH="0" baseline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onstantia" pitchFamily="18" charset="0"/>
                  <a:cs typeface="Arial" pitchFamily="34" charset="0"/>
                </a:rPr>
                <a:t>Mạch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onstantia" pitchFamily="18" charset="0"/>
                  <a:cs typeface="Arial" pitchFamily="34" charset="0"/>
                </a:rPr>
                <a:t> </a:t>
              </a:r>
              <a:r>
                <a:rPr kumimoji="0" lang="en-US" b="0" i="0" u="none" strike="noStrike" cap="none" normalizeH="0" baseline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onstantia" pitchFamily="18" charset="0"/>
                  <a:cs typeface="Arial" pitchFamily="34" charset="0"/>
                </a:rPr>
                <a:t>dao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onstantia" pitchFamily="18" charset="0"/>
                  <a:cs typeface="Arial" pitchFamily="34" charset="0"/>
                </a:rPr>
                <a:t> </a:t>
              </a:r>
              <a:r>
                <a:rPr kumimoji="0" lang="en-US" b="0" i="0" u="none" strike="noStrike" cap="none" normalizeH="0" baseline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onstantia" pitchFamily="18" charset="0"/>
                  <a:cs typeface="Arial" pitchFamily="34" charset="0"/>
                </a:rPr>
                <a:t>động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onstantia" pitchFamily="18" charset="0"/>
                  <a:cs typeface="Arial" pitchFamily="34" charset="0"/>
                </a:rPr>
                <a:t> </a:t>
              </a:r>
              <a:r>
                <a:rPr kumimoji="0" lang="en-US" b="0" i="0" u="none" strike="noStrike" cap="none" normalizeH="0" baseline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onstantia" pitchFamily="18" charset="0"/>
                  <a:cs typeface="Arial" pitchFamily="34" charset="0"/>
                </a:rPr>
                <a:t>đa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onstantia" pitchFamily="18" charset="0"/>
                  <a:cs typeface="Arial" pitchFamily="34" charset="0"/>
                </a:rPr>
                <a:t> </a:t>
              </a:r>
              <a:r>
                <a:rPr kumimoji="0" lang="en-US" b="0" i="0" u="none" strike="noStrike" cap="none" normalizeH="0" baseline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onstantia" pitchFamily="18" charset="0"/>
                  <a:cs typeface="Arial" pitchFamily="34" charset="0"/>
                </a:rPr>
                <a:t>hài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onstantia" pitchFamily="18" charset="0"/>
                  <a:cs typeface="Arial" pitchFamily="34" charset="0"/>
                </a:rPr>
                <a:t> </a:t>
              </a:r>
              <a:r>
                <a:rPr kumimoji="0" lang="en-US" b="0" i="0" u="none" strike="noStrike" cap="none" normalizeH="0" baseline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onstantia" pitchFamily="18" charset="0"/>
                  <a:cs typeface="Arial" pitchFamily="34" charset="0"/>
                </a:rPr>
                <a:t>lưỡng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onstantia" pitchFamily="18" charset="0"/>
                  <a:cs typeface="Arial" pitchFamily="34" charset="0"/>
                </a:rPr>
                <a:t> </a:t>
              </a:r>
              <a:r>
                <a:rPr kumimoji="0" lang="en-US" b="0" i="0" u="none" strike="noStrike" cap="none" normalizeH="0" baseline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onstantia" pitchFamily="18" charset="0"/>
                  <a:cs typeface="Arial" pitchFamily="34" charset="0"/>
                </a:rPr>
                <a:t>ổn</a:t>
              </a:r>
              <a:endPara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tantia" pitchFamily="18" charset="0"/>
                <a:cs typeface="Arial" pitchFamily="34" charset="0"/>
              </a:endParaRPr>
            </a:p>
          </p:txBody>
        </p:sp>
        <p:pic>
          <p:nvPicPr>
            <p:cNvPr id="54276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5638800" y="2209800"/>
              <a:ext cx="3311047" cy="2157039"/>
            </a:xfrm>
            <a:prstGeom prst="rect">
              <a:avLst/>
            </a:prstGeom>
            <a:noFill/>
          </p:spPr>
        </p:pic>
      </p:grpSp>
      <p:sp>
        <p:nvSpPr>
          <p:cNvPr id="54278" name="Rectangle 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54277" name="Picture 5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38200" y="2819400"/>
            <a:ext cx="4156367" cy="365760"/>
          </a:xfrm>
          <a:prstGeom prst="rect">
            <a:avLst/>
          </a:prstGeom>
          <a:noFill/>
        </p:spPr>
      </p:pic>
      <p:sp>
        <p:nvSpPr>
          <p:cNvPr id="54279" name="Rectangle 7"/>
          <p:cNvSpPr>
            <a:spLocks noChangeArrowheads="1"/>
          </p:cNvSpPr>
          <p:nvPr/>
        </p:nvSpPr>
        <p:spPr bwMode="auto">
          <a:xfrm>
            <a:off x="0" y="7429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52400" y="4114800"/>
            <a:ext cx="8839200" cy="2326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10000"/>
              </a:lnSpc>
              <a:buSzPct val="100000"/>
              <a:buFont typeface="Wingdings" pitchFamily="2" charset="2"/>
              <a:buChar char="Ø"/>
            </a:pPr>
            <a:r>
              <a:rPr lang="en-US" sz="1900" dirty="0" err="1" smtClean="0">
                <a:solidFill>
                  <a:srgbClr val="FF0000"/>
                </a:solidFill>
                <a:latin typeface="Constantia" pitchFamily="18" charset="0"/>
              </a:rPr>
              <a:t>Nguyên</a:t>
            </a:r>
            <a:r>
              <a:rPr lang="en-US" sz="1900" dirty="0" smtClean="0">
                <a:solidFill>
                  <a:srgbClr val="FF0000"/>
                </a:solidFill>
                <a:latin typeface="Constantia" pitchFamily="18" charset="0"/>
              </a:rPr>
              <a:t> </a:t>
            </a:r>
            <a:r>
              <a:rPr lang="en-US" sz="1900" dirty="0" err="1" smtClean="0">
                <a:solidFill>
                  <a:srgbClr val="FF0000"/>
                </a:solidFill>
                <a:latin typeface="Constantia" pitchFamily="18" charset="0"/>
              </a:rPr>
              <a:t>lý</a:t>
            </a:r>
            <a:r>
              <a:rPr lang="en-US" sz="1900" dirty="0" smtClean="0">
                <a:solidFill>
                  <a:srgbClr val="FF0000"/>
                </a:solidFill>
                <a:latin typeface="Constantia" pitchFamily="18" charset="0"/>
              </a:rPr>
              <a:t> </a:t>
            </a:r>
            <a:r>
              <a:rPr lang="en-US" sz="1900" dirty="0" err="1" smtClean="0">
                <a:solidFill>
                  <a:srgbClr val="FF0000"/>
                </a:solidFill>
                <a:latin typeface="Constantia" pitchFamily="18" charset="0"/>
              </a:rPr>
              <a:t>hoạt</a:t>
            </a:r>
            <a:r>
              <a:rPr lang="en-US" sz="1900" dirty="0" smtClean="0">
                <a:solidFill>
                  <a:srgbClr val="FF0000"/>
                </a:solidFill>
                <a:latin typeface="Constantia" pitchFamily="18" charset="0"/>
              </a:rPr>
              <a:t> </a:t>
            </a:r>
            <a:r>
              <a:rPr lang="en-US" sz="1900" dirty="0" err="1" smtClean="0">
                <a:solidFill>
                  <a:srgbClr val="FF0000"/>
                </a:solidFill>
                <a:latin typeface="Constantia" pitchFamily="18" charset="0"/>
              </a:rPr>
              <a:t>động</a:t>
            </a:r>
            <a:r>
              <a:rPr lang="en-US" sz="1900" dirty="0" smtClean="0">
                <a:solidFill>
                  <a:srgbClr val="FF0000"/>
                </a:solidFill>
                <a:latin typeface="Constantia" pitchFamily="18" charset="0"/>
              </a:rPr>
              <a:t>: </a:t>
            </a:r>
          </a:p>
          <a:p>
            <a:pPr marL="457200" indent="-457200">
              <a:lnSpc>
                <a:spcPct val="110000"/>
              </a:lnSpc>
              <a:buSzPct val="150000"/>
              <a:buFont typeface="Arial" pitchFamily="34" charset="0"/>
              <a:buChar char="•"/>
            </a:pPr>
            <a:r>
              <a:rPr lang="en-US" sz="1900" dirty="0" smtClean="0">
                <a:solidFill>
                  <a:srgbClr val="FF0000"/>
                </a:solidFill>
                <a:latin typeface="Constantia" pitchFamily="18" charset="0"/>
              </a:rPr>
              <a:t> </a:t>
            </a:r>
            <a:r>
              <a:rPr lang="en-US" sz="1900" dirty="0" err="1" smtClean="0">
                <a:latin typeface="Constantia" pitchFamily="18" charset="0"/>
              </a:rPr>
              <a:t>Khi</a:t>
            </a:r>
            <a:r>
              <a:rPr lang="en-US" sz="1900" dirty="0" smtClean="0">
                <a:latin typeface="Constantia" pitchFamily="18" charset="0"/>
              </a:rPr>
              <a:t> </a:t>
            </a:r>
            <a:r>
              <a:rPr lang="en-US" sz="1900" dirty="0" err="1" smtClean="0">
                <a:latin typeface="Constantia" pitchFamily="18" charset="0"/>
              </a:rPr>
              <a:t>cấp</a:t>
            </a:r>
            <a:r>
              <a:rPr lang="en-US" sz="1900" dirty="0" smtClean="0">
                <a:latin typeface="Constantia" pitchFamily="18" charset="0"/>
              </a:rPr>
              <a:t> </a:t>
            </a:r>
            <a:r>
              <a:rPr lang="en-US" sz="1900" dirty="0" err="1" smtClean="0">
                <a:latin typeface="Constantia" pitchFamily="18" charset="0"/>
              </a:rPr>
              <a:t>nguồn</a:t>
            </a:r>
            <a:r>
              <a:rPr lang="en-US" sz="1900" dirty="0" smtClean="0">
                <a:latin typeface="Constantia" pitchFamily="18" charset="0"/>
              </a:rPr>
              <a:t>  </a:t>
            </a:r>
            <a:r>
              <a:rPr lang="en-US" sz="1900" dirty="0" err="1" smtClean="0">
                <a:latin typeface="Constantia" pitchFamily="18" charset="0"/>
              </a:rPr>
              <a:t>cho</a:t>
            </a:r>
            <a:r>
              <a:rPr lang="en-US" sz="1900" dirty="0" smtClean="0">
                <a:latin typeface="Constantia" pitchFamily="18" charset="0"/>
              </a:rPr>
              <a:t> </a:t>
            </a:r>
            <a:r>
              <a:rPr lang="en-US" sz="1900" dirty="0" err="1" smtClean="0">
                <a:latin typeface="Constantia" pitchFamily="18" charset="0"/>
              </a:rPr>
              <a:t>mạch</a:t>
            </a:r>
            <a:r>
              <a:rPr lang="en-US" sz="1900" dirty="0" smtClean="0">
                <a:latin typeface="Constantia" pitchFamily="18" charset="0"/>
              </a:rPr>
              <a:t> </a:t>
            </a:r>
            <a:r>
              <a:rPr lang="en-US" sz="1900" dirty="0" err="1" smtClean="0">
                <a:latin typeface="Constantia" pitchFamily="18" charset="0"/>
              </a:rPr>
              <a:t>mặc</a:t>
            </a:r>
            <a:r>
              <a:rPr lang="en-US" sz="1900" dirty="0" smtClean="0">
                <a:latin typeface="Constantia" pitchFamily="18" charset="0"/>
              </a:rPr>
              <a:t> </a:t>
            </a:r>
            <a:r>
              <a:rPr lang="en-US" sz="1900" dirty="0" err="1" smtClean="0">
                <a:latin typeface="Constantia" pitchFamily="18" charset="0"/>
              </a:rPr>
              <a:t>dù</a:t>
            </a:r>
            <a:r>
              <a:rPr lang="en-US" sz="1900" dirty="0" smtClean="0">
                <a:latin typeface="Constantia" pitchFamily="18" charset="0"/>
              </a:rPr>
              <a:t> </a:t>
            </a:r>
            <a:r>
              <a:rPr lang="en-US" sz="1900" dirty="0" err="1" smtClean="0">
                <a:latin typeface="Constantia" pitchFamily="18" charset="0"/>
              </a:rPr>
              <a:t>các</a:t>
            </a:r>
            <a:r>
              <a:rPr lang="en-US" sz="1900" dirty="0" smtClean="0">
                <a:latin typeface="Constantia" pitchFamily="18" charset="0"/>
              </a:rPr>
              <a:t> </a:t>
            </a:r>
            <a:r>
              <a:rPr lang="en-US" sz="1900" dirty="0" err="1" smtClean="0">
                <a:latin typeface="Constantia" pitchFamily="18" charset="0"/>
              </a:rPr>
              <a:t>linh</a:t>
            </a:r>
            <a:r>
              <a:rPr lang="en-US" sz="1900" dirty="0" smtClean="0">
                <a:latin typeface="Constantia" pitchFamily="18" charset="0"/>
              </a:rPr>
              <a:t> </a:t>
            </a:r>
            <a:r>
              <a:rPr lang="en-US" sz="1900" dirty="0" err="1" smtClean="0">
                <a:latin typeface="Constantia" pitchFamily="18" charset="0"/>
              </a:rPr>
              <a:t>kiện</a:t>
            </a:r>
            <a:r>
              <a:rPr lang="en-US" sz="1900" dirty="0" smtClean="0">
                <a:latin typeface="Constantia" pitchFamily="18" charset="0"/>
              </a:rPr>
              <a:t> </a:t>
            </a:r>
            <a:r>
              <a:rPr lang="en-US" sz="1900" dirty="0" err="1" smtClean="0">
                <a:latin typeface="Constantia" pitchFamily="18" charset="0"/>
              </a:rPr>
              <a:t>hoàn</a:t>
            </a:r>
            <a:r>
              <a:rPr lang="en-US" sz="1900" dirty="0" smtClean="0">
                <a:latin typeface="Constantia" pitchFamily="18" charset="0"/>
              </a:rPr>
              <a:t> </a:t>
            </a:r>
            <a:r>
              <a:rPr lang="en-US" sz="1900" dirty="0" err="1" smtClean="0">
                <a:latin typeface="Constantia" pitchFamily="18" charset="0"/>
              </a:rPr>
              <a:t>toàn</a:t>
            </a:r>
            <a:r>
              <a:rPr lang="en-US" sz="1900" dirty="0" smtClean="0">
                <a:latin typeface="Constantia" pitchFamily="18" charset="0"/>
              </a:rPr>
              <a:t> </a:t>
            </a:r>
            <a:r>
              <a:rPr lang="en-US" sz="1900" dirty="0" err="1" smtClean="0">
                <a:latin typeface="Constantia" pitchFamily="18" charset="0"/>
              </a:rPr>
              <a:t>đối</a:t>
            </a:r>
            <a:r>
              <a:rPr lang="en-US" sz="1900" dirty="0" smtClean="0">
                <a:latin typeface="Constantia" pitchFamily="18" charset="0"/>
              </a:rPr>
              <a:t> </a:t>
            </a:r>
            <a:r>
              <a:rPr lang="en-US" sz="1900" dirty="0" err="1" smtClean="0">
                <a:latin typeface="Constantia" pitchFamily="18" charset="0"/>
              </a:rPr>
              <a:t>xứng</a:t>
            </a:r>
            <a:r>
              <a:rPr lang="en-US" sz="1900" dirty="0" smtClean="0">
                <a:latin typeface="Constantia" pitchFamily="18" charset="0"/>
              </a:rPr>
              <a:t> </a:t>
            </a:r>
            <a:r>
              <a:rPr lang="en-US" sz="1900" dirty="0" err="1" smtClean="0">
                <a:latin typeface="Constantia" pitchFamily="18" charset="0"/>
              </a:rPr>
              <a:t>nhưng</a:t>
            </a:r>
            <a:r>
              <a:rPr lang="en-US" sz="1900" dirty="0" smtClean="0">
                <a:latin typeface="Constantia" pitchFamily="18" charset="0"/>
              </a:rPr>
              <a:t> </a:t>
            </a:r>
            <a:r>
              <a:rPr lang="en-US" sz="1900" i="1" dirty="0" err="1" smtClean="0">
                <a:solidFill>
                  <a:srgbClr val="FF0000"/>
                </a:solidFill>
                <a:latin typeface="Constantia" pitchFamily="18" charset="0"/>
              </a:rPr>
              <a:t>không</a:t>
            </a:r>
            <a:r>
              <a:rPr lang="en-US" sz="1900" i="1" dirty="0" smtClean="0">
                <a:solidFill>
                  <a:srgbClr val="FF0000"/>
                </a:solidFill>
                <a:latin typeface="Constantia" pitchFamily="18" charset="0"/>
              </a:rPr>
              <a:t> </a:t>
            </a:r>
            <a:r>
              <a:rPr lang="en-US" sz="1900" i="1" dirty="0" err="1" smtClean="0">
                <a:solidFill>
                  <a:srgbClr val="FF0000"/>
                </a:solidFill>
                <a:latin typeface="Constantia" pitchFamily="18" charset="0"/>
              </a:rPr>
              <a:t>thể</a:t>
            </a:r>
            <a:r>
              <a:rPr lang="en-US" sz="1900" i="1" dirty="0" smtClean="0">
                <a:solidFill>
                  <a:srgbClr val="FF0000"/>
                </a:solidFill>
                <a:latin typeface="Constantia" pitchFamily="18" charset="0"/>
              </a:rPr>
              <a:t> </a:t>
            </a:r>
            <a:r>
              <a:rPr lang="en-US" sz="1900" i="1" dirty="0" err="1" smtClean="0">
                <a:solidFill>
                  <a:srgbClr val="FF0000"/>
                </a:solidFill>
                <a:latin typeface="Constantia" pitchFamily="18" charset="0"/>
              </a:rPr>
              <a:t>xảy</a:t>
            </a:r>
            <a:r>
              <a:rPr lang="en-US" sz="1900" i="1" dirty="0" smtClean="0">
                <a:solidFill>
                  <a:srgbClr val="FF0000"/>
                </a:solidFill>
                <a:latin typeface="Constantia" pitchFamily="18" charset="0"/>
              </a:rPr>
              <a:t> </a:t>
            </a:r>
            <a:r>
              <a:rPr lang="en-US" sz="1900" i="1" dirty="0" err="1" smtClean="0">
                <a:solidFill>
                  <a:srgbClr val="FF0000"/>
                </a:solidFill>
                <a:latin typeface="Constantia" pitchFamily="18" charset="0"/>
              </a:rPr>
              <a:t>ra</a:t>
            </a:r>
            <a:r>
              <a:rPr lang="en-US" sz="1900" i="1" dirty="0" smtClean="0">
                <a:solidFill>
                  <a:srgbClr val="FF0000"/>
                </a:solidFill>
                <a:latin typeface="Constantia" pitchFamily="18" charset="0"/>
              </a:rPr>
              <a:t> </a:t>
            </a:r>
            <a:r>
              <a:rPr lang="en-US" sz="1900" dirty="0" err="1" smtClean="0">
                <a:latin typeface="Constantia" pitchFamily="18" charset="0"/>
              </a:rPr>
              <a:t>trường</a:t>
            </a:r>
            <a:r>
              <a:rPr lang="en-US" sz="1900" dirty="0" smtClean="0">
                <a:latin typeface="Constantia" pitchFamily="18" charset="0"/>
              </a:rPr>
              <a:t> </a:t>
            </a:r>
            <a:r>
              <a:rPr lang="en-US" sz="1900" dirty="0" err="1" smtClean="0">
                <a:latin typeface="Constantia" pitchFamily="18" charset="0"/>
              </a:rPr>
              <a:t>hợp</a:t>
            </a:r>
            <a:r>
              <a:rPr lang="en-US" sz="1900" dirty="0" smtClean="0">
                <a:latin typeface="Constantia" pitchFamily="18" charset="0"/>
              </a:rPr>
              <a:t> </a:t>
            </a:r>
            <a:r>
              <a:rPr lang="en-US" sz="1900" dirty="0" err="1" smtClean="0">
                <a:latin typeface="Constantia" pitchFamily="18" charset="0"/>
              </a:rPr>
              <a:t>đồng</a:t>
            </a:r>
            <a:r>
              <a:rPr lang="en-US" sz="1900" dirty="0" smtClean="0">
                <a:latin typeface="Constantia" pitchFamily="18" charset="0"/>
              </a:rPr>
              <a:t> </a:t>
            </a:r>
            <a:r>
              <a:rPr lang="en-US" sz="1900" dirty="0" err="1" smtClean="0">
                <a:latin typeface="Constantia" pitchFamily="18" charset="0"/>
              </a:rPr>
              <a:t>thời</a:t>
            </a:r>
            <a:r>
              <a:rPr lang="en-US" sz="1900" dirty="0" smtClean="0">
                <a:latin typeface="Constantia" pitchFamily="18" charset="0"/>
              </a:rPr>
              <a:t> </a:t>
            </a:r>
            <a:r>
              <a:rPr lang="en-US" sz="1900" dirty="0" err="1" smtClean="0">
                <a:latin typeface="Constantia" pitchFamily="18" charset="0"/>
              </a:rPr>
              <a:t>cả</a:t>
            </a:r>
            <a:r>
              <a:rPr lang="en-US" sz="1900" dirty="0" smtClean="0">
                <a:latin typeface="Constantia" pitchFamily="18" charset="0"/>
              </a:rPr>
              <a:t> T1 </a:t>
            </a:r>
            <a:r>
              <a:rPr lang="en-US" sz="1900" dirty="0" err="1" smtClean="0">
                <a:latin typeface="Constantia" pitchFamily="18" charset="0"/>
              </a:rPr>
              <a:t>và</a:t>
            </a:r>
            <a:r>
              <a:rPr lang="en-US" sz="1900" dirty="0" smtClean="0">
                <a:latin typeface="Constantia" pitchFamily="18" charset="0"/>
              </a:rPr>
              <a:t> T2  </a:t>
            </a:r>
            <a:r>
              <a:rPr lang="en-US" sz="1900" dirty="0" err="1" smtClean="0">
                <a:latin typeface="Constantia" pitchFamily="18" charset="0"/>
              </a:rPr>
              <a:t>cùng</a:t>
            </a:r>
            <a:r>
              <a:rPr lang="en-US" sz="1900" dirty="0" smtClean="0">
                <a:latin typeface="Constantia" pitchFamily="18" charset="0"/>
              </a:rPr>
              <a:t> </a:t>
            </a:r>
            <a:r>
              <a:rPr lang="en-US" sz="1900" dirty="0" err="1" smtClean="0">
                <a:latin typeface="Constantia" pitchFamily="18" charset="0"/>
              </a:rPr>
              <a:t>thông</a:t>
            </a:r>
            <a:r>
              <a:rPr lang="en-US" sz="1900" dirty="0" smtClean="0">
                <a:latin typeface="Constantia" pitchFamily="18" charset="0"/>
              </a:rPr>
              <a:t> </a:t>
            </a:r>
            <a:r>
              <a:rPr lang="en-US" sz="1900" dirty="0" err="1" smtClean="0">
                <a:latin typeface="Constantia" pitchFamily="18" charset="0"/>
              </a:rPr>
              <a:t>và</a:t>
            </a:r>
            <a:r>
              <a:rPr lang="en-US" sz="1900" dirty="0" smtClean="0">
                <a:latin typeface="Constantia" pitchFamily="18" charset="0"/>
              </a:rPr>
              <a:t> </a:t>
            </a:r>
            <a:r>
              <a:rPr lang="en-US" sz="1900" dirty="0" err="1" smtClean="0">
                <a:latin typeface="Constantia" pitchFamily="18" charset="0"/>
              </a:rPr>
              <a:t>cùng</a:t>
            </a:r>
            <a:r>
              <a:rPr lang="en-US" sz="1900" dirty="0" smtClean="0">
                <a:latin typeface="Constantia" pitchFamily="18" charset="0"/>
              </a:rPr>
              <a:t> </a:t>
            </a:r>
            <a:r>
              <a:rPr lang="en-US" sz="1900" dirty="0" err="1" smtClean="0">
                <a:latin typeface="Constantia" pitchFamily="18" charset="0"/>
              </a:rPr>
              <a:t>ngắt</a:t>
            </a:r>
            <a:r>
              <a:rPr lang="en-US" sz="1900" dirty="0" smtClean="0">
                <a:latin typeface="Constantia" pitchFamily="18" charset="0"/>
              </a:rPr>
              <a:t>.</a:t>
            </a:r>
          </a:p>
          <a:p>
            <a:pPr marL="457200" indent="-457200">
              <a:lnSpc>
                <a:spcPct val="110000"/>
              </a:lnSpc>
              <a:buClr>
                <a:srgbClr val="C00000"/>
              </a:buClr>
              <a:buSzPct val="150000"/>
              <a:buFont typeface="Arial" pitchFamily="34" charset="0"/>
              <a:buChar char="•"/>
            </a:pPr>
            <a:r>
              <a:rPr lang="en-US" sz="1900" dirty="0" err="1" smtClean="0">
                <a:latin typeface="Constantia" pitchFamily="18" charset="0"/>
              </a:rPr>
              <a:t>Giả</a:t>
            </a:r>
            <a:r>
              <a:rPr lang="en-US" sz="1900" dirty="0" smtClean="0">
                <a:latin typeface="Constantia" pitchFamily="18" charset="0"/>
              </a:rPr>
              <a:t> </a:t>
            </a:r>
            <a:r>
              <a:rPr lang="en-US" sz="1900" dirty="0" err="1" smtClean="0">
                <a:latin typeface="Constantia" pitchFamily="18" charset="0"/>
              </a:rPr>
              <a:t>thiết</a:t>
            </a:r>
            <a:r>
              <a:rPr lang="en-US" sz="1900" dirty="0" smtClean="0">
                <a:latin typeface="Constantia" pitchFamily="18" charset="0"/>
              </a:rPr>
              <a:t>, </a:t>
            </a:r>
            <a:r>
              <a:rPr lang="en-US" sz="1900" dirty="0" err="1" smtClean="0">
                <a:latin typeface="Constantia" pitchFamily="18" charset="0"/>
              </a:rPr>
              <a:t>khi</a:t>
            </a:r>
            <a:r>
              <a:rPr lang="en-US" sz="1900" dirty="0" smtClean="0">
                <a:latin typeface="Constantia" pitchFamily="18" charset="0"/>
              </a:rPr>
              <a:t> </a:t>
            </a:r>
            <a:r>
              <a:rPr lang="en-US" sz="1900" dirty="0" err="1" smtClean="0">
                <a:latin typeface="Constantia" pitchFamily="18" charset="0"/>
              </a:rPr>
              <a:t>bắt</a:t>
            </a:r>
            <a:r>
              <a:rPr lang="en-US" sz="1900" dirty="0" smtClean="0">
                <a:latin typeface="Constantia" pitchFamily="18" charset="0"/>
              </a:rPr>
              <a:t> </a:t>
            </a:r>
            <a:r>
              <a:rPr lang="en-US" sz="1900" dirty="0" err="1" smtClean="0">
                <a:latin typeface="Constantia" pitchFamily="18" charset="0"/>
              </a:rPr>
              <a:t>đầu</a:t>
            </a:r>
            <a:r>
              <a:rPr lang="en-US" sz="1900" dirty="0" smtClean="0">
                <a:latin typeface="Constantia" pitchFamily="18" charset="0"/>
              </a:rPr>
              <a:t> </a:t>
            </a:r>
            <a:r>
              <a:rPr lang="en-US" sz="1900" dirty="0" err="1" smtClean="0">
                <a:latin typeface="Constantia" pitchFamily="18" charset="0"/>
              </a:rPr>
              <a:t>cấp</a:t>
            </a:r>
            <a:r>
              <a:rPr lang="en-US" sz="1900" dirty="0" smtClean="0">
                <a:latin typeface="Constantia" pitchFamily="18" charset="0"/>
              </a:rPr>
              <a:t> </a:t>
            </a:r>
            <a:r>
              <a:rPr lang="en-US" sz="1900" dirty="0" err="1" smtClean="0">
                <a:latin typeface="Constantia" pitchFamily="18" charset="0"/>
              </a:rPr>
              <a:t>nguồn</a:t>
            </a:r>
            <a:r>
              <a:rPr lang="en-US" sz="1900" dirty="0" smtClean="0">
                <a:latin typeface="Constantia" pitchFamily="18" charset="0"/>
              </a:rPr>
              <a:t> </a:t>
            </a:r>
            <a:r>
              <a:rPr lang="en-US" sz="1900" dirty="0" err="1" smtClean="0">
                <a:latin typeface="Constantia" pitchFamily="18" charset="0"/>
              </a:rPr>
              <a:t>cả</a:t>
            </a:r>
            <a:r>
              <a:rPr lang="en-US" sz="1900" dirty="0" smtClean="0">
                <a:latin typeface="Constantia" pitchFamily="18" charset="0"/>
              </a:rPr>
              <a:t> 2 Transistor </a:t>
            </a:r>
            <a:r>
              <a:rPr lang="en-US" sz="1900" dirty="0" err="1" smtClean="0">
                <a:latin typeface="Constantia" pitchFamily="18" charset="0"/>
              </a:rPr>
              <a:t>cùng</a:t>
            </a:r>
            <a:r>
              <a:rPr lang="en-US" sz="1900" dirty="0" smtClean="0">
                <a:latin typeface="Constantia" pitchFamily="18" charset="0"/>
              </a:rPr>
              <a:t> </a:t>
            </a:r>
            <a:r>
              <a:rPr lang="en-US" sz="1900" dirty="0" err="1" smtClean="0">
                <a:latin typeface="Constantia" pitchFamily="18" charset="0"/>
              </a:rPr>
              <a:t>thông</a:t>
            </a:r>
            <a:r>
              <a:rPr lang="en-US" sz="1900" dirty="0" smtClean="0">
                <a:latin typeface="Constantia" pitchFamily="18" charset="0"/>
              </a:rPr>
              <a:t> </a:t>
            </a:r>
            <a:r>
              <a:rPr lang="en-US" sz="1900" dirty="0" err="1" smtClean="0">
                <a:latin typeface="Constantia" pitchFamily="18" charset="0"/>
              </a:rPr>
              <a:t>nhưng</a:t>
            </a:r>
            <a:r>
              <a:rPr lang="en-US" sz="1900" dirty="0" smtClean="0">
                <a:latin typeface="Constantia" pitchFamily="18" charset="0"/>
              </a:rPr>
              <a:t> do </a:t>
            </a:r>
            <a:r>
              <a:rPr lang="en-US" sz="1900" dirty="0" err="1" smtClean="0">
                <a:latin typeface="Constantia" pitchFamily="18" charset="0"/>
              </a:rPr>
              <a:t>tính</a:t>
            </a:r>
            <a:r>
              <a:rPr lang="en-US" sz="1900" dirty="0" smtClean="0">
                <a:latin typeface="Constantia" pitchFamily="18" charset="0"/>
              </a:rPr>
              <a:t> </a:t>
            </a:r>
            <a:r>
              <a:rPr lang="en-US" sz="1900" dirty="0" err="1" smtClean="0">
                <a:latin typeface="Constantia" pitchFamily="18" charset="0"/>
              </a:rPr>
              <a:t>chất</a:t>
            </a:r>
            <a:r>
              <a:rPr lang="en-US" sz="1900" dirty="0" smtClean="0">
                <a:latin typeface="Constantia" pitchFamily="18" charset="0"/>
              </a:rPr>
              <a:t> </a:t>
            </a:r>
            <a:r>
              <a:rPr lang="en-US" sz="1900" dirty="0" err="1" smtClean="0">
                <a:latin typeface="Constantia" pitchFamily="18" charset="0"/>
              </a:rPr>
              <a:t>đối</a:t>
            </a:r>
            <a:r>
              <a:rPr lang="en-US" sz="1900" dirty="0" smtClean="0">
                <a:latin typeface="Constantia" pitchFamily="18" charset="0"/>
              </a:rPr>
              <a:t> </a:t>
            </a:r>
            <a:r>
              <a:rPr lang="en-US" sz="1900" dirty="0" err="1" smtClean="0">
                <a:latin typeface="Constantia" pitchFamily="18" charset="0"/>
              </a:rPr>
              <a:t>xứng</a:t>
            </a:r>
            <a:r>
              <a:rPr lang="en-US" sz="1900" dirty="0" smtClean="0">
                <a:latin typeface="Constantia" pitchFamily="18" charset="0"/>
              </a:rPr>
              <a:t> </a:t>
            </a:r>
            <a:r>
              <a:rPr lang="en-US" sz="1900" dirty="0" err="1" smtClean="0">
                <a:latin typeface="Constantia" pitchFamily="18" charset="0"/>
              </a:rPr>
              <a:t>không</a:t>
            </a:r>
            <a:r>
              <a:rPr lang="en-US" sz="1900" dirty="0" smtClean="0">
                <a:latin typeface="Constantia" pitchFamily="18" charset="0"/>
              </a:rPr>
              <a:t> </a:t>
            </a:r>
            <a:r>
              <a:rPr lang="en-US" sz="1900" dirty="0" err="1" smtClean="0">
                <a:latin typeface="Constantia" pitchFamily="18" charset="0"/>
              </a:rPr>
              <a:t>lý</a:t>
            </a:r>
            <a:r>
              <a:rPr lang="en-US" sz="1900" dirty="0" smtClean="0">
                <a:latin typeface="Constantia" pitchFamily="18" charset="0"/>
              </a:rPr>
              <a:t> </a:t>
            </a:r>
            <a:r>
              <a:rPr lang="en-US" sz="1900" dirty="0" err="1" smtClean="0">
                <a:latin typeface="Constantia" pitchFamily="18" charset="0"/>
              </a:rPr>
              <a:t>tưởng</a:t>
            </a:r>
            <a:r>
              <a:rPr lang="en-US" sz="1900" dirty="0" smtClean="0">
                <a:latin typeface="Constantia" pitchFamily="18" charset="0"/>
              </a:rPr>
              <a:t> </a:t>
            </a:r>
            <a:r>
              <a:rPr lang="en-US" sz="1900" dirty="0" err="1" smtClean="0">
                <a:latin typeface="Constantia" pitchFamily="18" charset="0"/>
              </a:rPr>
              <a:t>của</a:t>
            </a:r>
            <a:r>
              <a:rPr lang="en-US" sz="1900" dirty="0" smtClean="0">
                <a:latin typeface="Constantia" pitchFamily="18" charset="0"/>
              </a:rPr>
              <a:t> </a:t>
            </a:r>
            <a:r>
              <a:rPr lang="en-US" sz="1900" dirty="0" err="1" smtClean="0">
                <a:latin typeface="Constantia" pitchFamily="18" charset="0"/>
              </a:rPr>
              <a:t>các</a:t>
            </a:r>
            <a:r>
              <a:rPr lang="en-US" sz="1900" dirty="0" smtClean="0">
                <a:latin typeface="Constantia" pitchFamily="18" charset="0"/>
              </a:rPr>
              <a:t> </a:t>
            </a:r>
            <a:r>
              <a:rPr lang="en-US" sz="1900" dirty="0" err="1" smtClean="0">
                <a:latin typeface="Constantia" pitchFamily="18" charset="0"/>
              </a:rPr>
              <a:t>linh</a:t>
            </a:r>
            <a:r>
              <a:rPr lang="en-US" sz="1900" dirty="0" smtClean="0">
                <a:latin typeface="Constantia" pitchFamily="18" charset="0"/>
              </a:rPr>
              <a:t> </a:t>
            </a:r>
            <a:r>
              <a:rPr lang="en-US" sz="1900" dirty="0" err="1" smtClean="0">
                <a:latin typeface="Constantia" pitchFamily="18" charset="0"/>
              </a:rPr>
              <a:t>kiện</a:t>
            </a:r>
            <a:r>
              <a:rPr lang="en-US" sz="1900" dirty="0" smtClean="0">
                <a:latin typeface="Constantia" pitchFamily="18" charset="0"/>
              </a:rPr>
              <a:t> </a:t>
            </a:r>
            <a:r>
              <a:rPr lang="en-US" sz="1900" dirty="0" err="1" smtClean="0">
                <a:latin typeface="Constantia" pitchFamily="18" charset="0"/>
              </a:rPr>
              <a:t>chỉ</a:t>
            </a:r>
            <a:r>
              <a:rPr lang="en-US" sz="1900" dirty="0" smtClean="0">
                <a:latin typeface="Constantia" pitchFamily="18" charset="0"/>
              </a:rPr>
              <a:t> </a:t>
            </a:r>
            <a:r>
              <a:rPr lang="en-US" sz="1900" dirty="0" err="1" smtClean="0">
                <a:latin typeface="Constantia" pitchFamily="18" charset="0"/>
              </a:rPr>
              <a:t>cần</a:t>
            </a:r>
            <a:r>
              <a:rPr lang="en-US" sz="1900" dirty="0" smtClean="0">
                <a:latin typeface="Constantia" pitchFamily="18" charset="0"/>
              </a:rPr>
              <a:t> </a:t>
            </a:r>
            <a:r>
              <a:rPr lang="en-US" sz="1900" dirty="0" err="1" smtClean="0">
                <a:latin typeface="Constantia" pitchFamily="18" charset="0"/>
              </a:rPr>
              <a:t>một</a:t>
            </a:r>
            <a:r>
              <a:rPr lang="en-US" sz="1900" dirty="0" smtClean="0">
                <a:latin typeface="Constantia" pitchFamily="18" charset="0"/>
              </a:rPr>
              <a:t> </a:t>
            </a:r>
            <a:r>
              <a:rPr lang="en-US" sz="1900" dirty="0" err="1" smtClean="0">
                <a:latin typeface="Constantia" pitchFamily="18" charset="0"/>
              </a:rPr>
              <a:t>sự</a:t>
            </a:r>
            <a:r>
              <a:rPr lang="en-US" sz="1900" dirty="0" smtClean="0">
                <a:latin typeface="Constantia" pitchFamily="18" charset="0"/>
              </a:rPr>
              <a:t> </a:t>
            </a:r>
            <a:r>
              <a:rPr lang="en-US" sz="1900" dirty="0" err="1" smtClean="0">
                <a:latin typeface="Constantia" pitchFamily="18" charset="0"/>
              </a:rPr>
              <a:t>chênh</a:t>
            </a:r>
            <a:r>
              <a:rPr lang="en-US" sz="1900" dirty="0" smtClean="0">
                <a:latin typeface="Constantia" pitchFamily="18" charset="0"/>
              </a:rPr>
              <a:t> </a:t>
            </a:r>
            <a:r>
              <a:rPr lang="en-US" sz="1900" dirty="0" err="1" smtClean="0">
                <a:latin typeface="Constantia" pitchFamily="18" charset="0"/>
              </a:rPr>
              <a:t>lệch</a:t>
            </a:r>
            <a:r>
              <a:rPr lang="en-US" sz="1900" dirty="0" smtClean="0">
                <a:latin typeface="Constantia" pitchFamily="18" charset="0"/>
              </a:rPr>
              <a:t> </a:t>
            </a:r>
            <a:r>
              <a:rPr lang="en-US" sz="1900" dirty="0" err="1" smtClean="0">
                <a:latin typeface="Constantia" pitchFamily="18" charset="0"/>
              </a:rPr>
              <a:t>vô</a:t>
            </a:r>
            <a:r>
              <a:rPr lang="en-US" sz="1900" dirty="0" smtClean="0">
                <a:latin typeface="Constantia" pitchFamily="18" charset="0"/>
              </a:rPr>
              <a:t> </a:t>
            </a:r>
            <a:r>
              <a:rPr lang="en-US" sz="1900" dirty="0" err="1" smtClean="0">
                <a:latin typeface="Constantia" pitchFamily="18" charset="0"/>
              </a:rPr>
              <a:t>cùng</a:t>
            </a:r>
            <a:r>
              <a:rPr lang="en-US" sz="1900" dirty="0" smtClean="0">
                <a:latin typeface="Constantia" pitchFamily="18" charset="0"/>
              </a:rPr>
              <a:t> </a:t>
            </a:r>
            <a:r>
              <a:rPr lang="en-US" sz="1900" dirty="0" err="1" smtClean="0">
                <a:latin typeface="Constantia" pitchFamily="18" charset="0"/>
              </a:rPr>
              <a:t>nhỏ</a:t>
            </a:r>
            <a:r>
              <a:rPr lang="en-US" sz="1900" dirty="0" smtClean="0">
                <a:latin typeface="Constantia" pitchFamily="18" charset="0"/>
              </a:rPr>
              <a:t> </a:t>
            </a:r>
            <a:r>
              <a:rPr lang="en-US" sz="1900" dirty="0" err="1" smtClean="0">
                <a:latin typeface="Constantia" pitchFamily="18" charset="0"/>
              </a:rPr>
              <a:t>giữa</a:t>
            </a:r>
            <a:r>
              <a:rPr lang="en-US" sz="1900" dirty="0" smtClean="0">
                <a:latin typeface="Constantia" pitchFamily="18" charset="0"/>
              </a:rPr>
              <a:t> </a:t>
            </a:r>
            <a:r>
              <a:rPr lang="en-US" sz="1900" dirty="0" err="1" smtClean="0">
                <a:latin typeface="Constantia" pitchFamily="18" charset="0"/>
              </a:rPr>
              <a:t>dòng</a:t>
            </a:r>
            <a:r>
              <a:rPr lang="en-US" sz="1900" dirty="0" smtClean="0">
                <a:latin typeface="Constantia" pitchFamily="18" charset="0"/>
              </a:rPr>
              <a:t> I</a:t>
            </a:r>
            <a:r>
              <a:rPr lang="en-US" sz="1900" baseline="-25000" dirty="0" smtClean="0">
                <a:latin typeface="Constantia" pitchFamily="18" charset="0"/>
              </a:rPr>
              <a:t>B1</a:t>
            </a:r>
            <a:r>
              <a:rPr lang="en-US" sz="1900" dirty="0" smtClean="0">
                <a:latin typeface="Constantia" pitchFamily="18" charset="0"/>
              </a:rPr>
              <a:t>  </a:t>
            </a:r>
            <a:r>
              <a:rPr lang="en-US" sz="1900" dirty="0" err="1" smtClean="0">
                <a:latin typeface="Constantia" pitchFamily="18" charset="0"/>
              </a:rPr>
              <a:t>và</a:t>
            </a:r>
            <a:r>
              <a:rPr lang="en-US" sz="1900" dirty="0" smtClean="0">
                <a:latin typeface="Constantia" pitchFamily="18" charset="0"/>
              </a:rPr>
              <a:t> I</a:t>
            </a:r>
            <a:r>
              <a:rPr lang="en-US" sz="1900" baseline="-25000" dirty="0" smtClean="0">
                <a:latin typeface="Constantia" pitchFamily="18" charset="0"/>
              </a:rPr>
              <a:t>B2</a:t>
            </a:r>
            <a:r>
              <a:rPr lang="en-US" sz="1900" dirty="0" smtClean="0">
                <a:latin typeface="Constantia" pitchFamily="18" charset="0"/>
              </a:rPr>
              <a:t> </a:t>
            </a:r>
            <a:r>
              <a:rPr lang="en-US" sz="1900" dirty="0" smtClean="0">
                <a:latin typeface="Times New Roman"/>
                <a:cs typeface="Times New Roman"/>
              </a:rPr>
              <a:t>→</a:t>
            </a:r>
            <a:r>
              <a:rPr lang="en-US" sz="1900" dirty="0" err="1" smtClean="0">
                <a:latin typeface="Constantia" pitchFamily="18" charset="0"/>
              </a:rPr>
              <a:t>khác</a:t>
            </a:r>
            <a:r>
              <a:rPr lang="en-US" sz="1900" dirty="0" smtClean="0">
                <a:latin typeface="Constantia" pitchFamily="18" charset="0"/>
              </a:rPr>
              <a:t> </a:t>
            </a:r>
            <a:r>
              <a:rPr lang="en-US" sz="1900" dirty="0" err="1" smtClean="0">
                <a:latin typeface="Constantia" pitchFamily="18" charset="0"/>
              </a:rPr>
              <a:t>biệt</a:t>
            </a:r>
            <a:r>
              <a:rPr lang="en-US" sz="1900" dirty="0" smtClean="0">
                <a:latin typeface="Constantia" pitchFamily="18" charset="0"/>
              </a:rPr>
              <a:t> </a:t>
            </a:r>
            <a:r>
              <a:rPr lang="en-US" sz="1900" dirty="0" err="1" smtClean="0">
                <a:latin typeface="Constantia" pitchFamily="18" charset="0"/>
              </a:rPr>
              <a:t>lớn</a:t>
            </a:r>
            <a:r>
              <a:rPr lang="en-US" sz="1900" dirty="0" smtClean="0">
                <a:latin typeface="Constantia" pitchFamily="18" charset="0"/>
              </a:rPr>
              <a:t> </a:t>
            </a:r>
            <a:r>
              <a:rPr lang="en-US" sz="1900" dirty="0" err="1" smtClean="0">
                <a:latin typeface="Constantia" pitchFamily="18" charset="0"/>
              </a:rPr>
              <a:t>giữa</a:t>
            </a:r>
            <a:r>
              <a:rPr lang="en-US" sz="1900" dirty="0" smtClean="0">
                <a:latin typeface="Constantia" pitchFamily="18" charset="0"/>
              </a:rPr>
              <a:t> </a:t>
            </a:r>
            <a:r>
              <a:rPr lang="en-US" sz="1900" dirty="0" err="1" smtClean="0">
                <a:latin typeface="Constantia" pitchFamily="18" charset="0"/>
              </a:rPr>
              <a:t>hai</a:t>
            </a:r>
            <a:r>
              <a:rPr lang="en-US" sz="1900" dirty="0" smtClean="0">
                <a:latin typeface="Constantia" pitchFamily="18" charset="0"/>
              </a:rPr>
              <a:t> </a:t>
            </a:r>
            <a:r>
              <a:rPr lang="en-US" sz="1900" dirty="0" err="1" smtClean="0">
                <a:latin typeface="Constantia" pitchFamily="18" charset="0"/>
              </a:rPr>
              <a:t>dòng</a:t>
            </a:r>
            <a:r>
              <a:rPr lang="en-US" sz="1900" dirty="0" smtClean="0">
                <a:latin typeface="Constantia" pitchFamily="18" charset="0"/>
              </a:rPr>
              <a:t> I</a:t>
            </a:r>
            <a:r>
              <a:rPr lang="en-US" sz="1900" baseline="-25000" dirty="0" smtClean="0">
                <a:latin typeface="Constantia" pitchFamily="18" charset="0"/>
              </a:rPr>
              <a:t>C1</a:t>
            </a:r>
            <a:r>
              <a:rPr lang="en-US" sz="1900" dirty="0" smtClean="0">
                <a:latin typeface="Constantia" pitchFamily="18" charset="0"/>
              </a:rPr>
              <a:t> </a:t>
            </a:r>
            <a:r>
              <a:rPr lang="en-US" sz="1900" dirty="0" err="1" smtClean="0">
                <a:latin typeface="Constantia" pitchFamily="18" charset="0"/>
              </a:rPr>
              <a:t>và</a:t>
            </a:r>
            <a:r>
              <a:rPr lang="en-US" sz="1900" dirty="0" smtClean="0">
                <a:latin typeface="Constantia" pitchFamily="18" charset="0"/>
              </a:rPr>
              <a:t> I</a:t>
            </a:r>
            <a:r>
              <a:rPr lang="en-US" sz="1900" baseline="-25000" dirty="0" smtClean="0">
                <a:latin typeface="Constantia" pitchFamily="18" charset="0"/>
              </a:rPr>
              <a:t>C2</a:t>
            </a:r>
            <a:r>
              <a:rPr lang="en-US" sz="1900" dirty="0" smtClean="0">
                <a:latin typeface="Constantia" pitchFamily="18" charset="0"/>
              </a:rPr>
              <a:t> .Do </a:t>
            </a:r>
            <a:r>
              <a:rPr lang="en-US" sz="1900" dirty="0" err="1" smtClean="0">
                <a:latin typeface="Constantia" pitchFamily="18" charset="0"/>
              </a:rPr>
              <a:t>sự</a:t>
            </a:r>
            <a:r>
              <a:rPr lang="en-US" sz="1900" dirty="0" smtClean="0">
                <a:latin typeface="Constantia" pitchFamily="18" charset="0"/>
              </a:rPr>
              <a:t> </a:t>
            </a:r>
            <a:r>
              <a:rPr lang="en-US" sz="1900" dirty="0" err="1" smtClean="0">
                <a:latin typeface="Constantia" pitchFamily="18" charset="0"/>
              </a:rPr>
              <a:t>tác</a:t>
            </a:r>
            <a:r>
              <a:rPr lang="en-US" sz="1900" dirty="0" smtClean="0">
                <a:latin typeface="Constantia" pitchFamily="18" charset="0"/>
              </a:rPr>
              <a:t> </a:t>
            </a:r>
            <a:r>
              <a:rPr lang="en-US" sz="1900" dirty="0" err="1" smtClean="0">
                <a:latin typeface="Constantia" pitchFamily="18" charset="0"/>
              </a:rPr>
              <a:t>động</a:t>
            </a:r>
            <a:r>
              <a:rPr lang="en-US" sz="1900" dirty="0" smtClean="0">
                <a:latin typeface="Constantia" pitchFamily="18" charset="0"/>
              </a:rPr>
              <a:t> </a:t>
            </a:r>
            <a:r>
              <a:rPr lang="en-US" sz="1900" dirty="0" err="1" smtClean="0">
                <a:latin typeface="Constantia" pitchFamily="18" charset="0"/>
              </a:rPr>
              <a:t>của</a:t>
            </a:r>
            <a:r>
              <a:rPr lang="en-US" sz="1900" dirty="0" smtClean="0">
                <a:latin typeface="Constantia" pitchFamily="18" charset="0"/>
              </a:rPr>
              <a:t> </a:t>
            </a:r>
            <a:r>
              <a:rPr lang="en-US" sz="1900" i="1" dirty="0" err="1" smtClean="0">
                <a:solidFill>
                  <a:srgbClr val="FF0000"/>
                </a:solidFill>
                <a:latin typeface="Constantia" pitchFamily="18" charset="0"/>
              </a:rPr>
              <a:t>vòng</a:t>
            </a:r>
            <a:r>
              <a:rPr lang="en-US" sz="1900" i="1" dirty="0" smtClean="0">
                <a:solidFill>
                  <a:srgbClr val="FF0000"/>
                </a:solidFill>
                <a:latin typeface="Constantia" pitchFamily="18" charset="0"/>
              </a:rPr>
              <a:t> </a:t>
            </a:r>
            <a:r>
              <a:rPr lang="en-US" sz="1900" i="1" dirty="0" err="1" smtClean="0">
                <a:solidFill>
                  <a:srgbClr val="FF0000"/>
                </a:solidFill>
                <a:latin typeface="Constantia" pitchFamily="18" charset="0"/>
              </a:rPr>
              <a:t>hồi</a:t>
            </a:r>
            <a:r>
              <a:rPr lang="en-US" sz="1900" i="1" dirty="0" smtClean="0">
                <a:solidFill>
                  <a:srgbClr val="FF0000"/>
                </a:solidFill>
                <a:latin typeface="Constantia" pitchFamily="18" charset="0"/>
              </a:rPr>
              <a:t> </a:t>
            </a:r>
            <a:r>
              <a:rPr lang="en-US" sz="1900" i="1" dirty="0" err="1" smtClean="0">
                <a:solidFill>
                  <a:srgbClr val="FF0000"/>
                </a:solidFill>
                <a:latin typeface="Constantia" pitchFamily="18" charset="0"/>
              </a:rPr>
              <a:t>tiếp</a:t>
            </a:r>
            <a:r>
              <a:rPr lang="en-US" sz="1900" i="1" dirty="0" smtClean="0">
                <a:solidFill>
                  <a:srgbClr val="FF0000"/>
                </a:solidFill>
                <a:latin typeface="Constantia" pitchFamily="18" charset="0"/>
              </a:rPr>
              <a:t> </a:t>
            </a:r>
            <a:r>
              <a:rPr lang="en-US" sz="1900" i="1" dirty="0" err="1" smtClean="0">
                <a:solidFill>
                  <a:srgbClr val="FF0000"/>
                </a:solidFill>
                <a:latin typeface="Constantia" pitchFamily="18" charset="0"/>
              </a:rPr>
              <a:t>dương</a:t>
            </a:r>
            <a:r>
              <a:rPr lang="en-US" sz="1900" i="1" dirty="0" smtClean="0">
                <a:solidFill>
                  <a:srgbClr val="FF0000"/>
                </a:solidFill>
                <a:latin typeface="Constantia" pitchFamily="18" charset="0"/>
              </a:rPr>
              <a:t> </a:t>
            </a:r>
            <a:r>
              <a:rPr lang="en-US" sz="1900" dirty="0" err="1" smtClean="0">
                <a:latin typeface="Constantia" pitchFamily="18" charset="0"/>
              </a:rPr>
              <a:t>nên</a:t>
            </a:r>
            <a:r>
              <a:rPr lang="en-US" sz="1900" dirty="0" smtClean="0">
                <a:latin typeface="Constantia" pitchFamily="18" charset="0"/>
              </a:rPr>
              <a:t> </a:t>
            </a:r>
            <a:r>
              <a:rPr lang="en-US" sz="1900" dirty="0" err="1" smtClean="0">
                <a:latin typeface="Constantia" pitchFamily="18" charset="0"/>
              </a:rPr>
              <a:t>độ</a:t>
            </a:r>
            <a:r>
              <a:rPr lang="en-US" sz="1900" dirty="0" smtClean="0">
                <a:latin typeface="Constantia" pitchFamily="18" charset="0"/>
              </a:rPr>
              <a:t> </a:t>
            </a:r>
            <a:r>
              <a:rPr lang="en-US" sz="1900" dirty="0" err="1" smtClean="0">
                <a:latin typeface="Constantia" pitchFamily="18" charset="0"/>
              </a:rPr>
              <a:t>chênh</a:t>
            </a:r>
            <a:r>
              <a:rPr lang="en-US" sz="1900" dirty="0" smtClean="0">
                <a:latin typeface="Constantia" pitchFamily="18" charset="0"/>
              </a:rPr>
              <a:t> </a:t>
            </a:r>
            <a:r>
              <a:rPr lang="en-US" sz="1900" dirty="0" err="1" smtClean="0">
                <a:latin typeface="Constantia" pitchFamily="18" charset="0"/>
              </a:rPr>
              <a:t>lệch</a:t>
            </a:r>
            <a:r>
              <a:rPr lang="en-US" sz="1900" dirty="0" smtClean="0">
                <a:latin typeface="Constantia" pitchFamily="18" charset="0"/>
              </a:rPr>
              <a:t> </a:t>
            </a:r>
            <a:r>
              <a:rPr lang="en-US" sz="1900" dirty="0" err="1" smtClean="0">
                <a:latin typeface="Constantia" pitchFamily="18" charset="0"/>
              </a:rPr>
              <a:t>này</a:t>
            </a:r>
            <a:r>
              <a:rPr lang="en-US" sz="1900" dirty="0" smtClean="0">
                <a:latin typeface="Constantia" pitchFamily="18" charset="0"/>
              </a:rPr>
              <a:t> </a:t>
            </a:r>
            <a:r>
              <a:rPr lang="en-US" sz="1900" dirty="0" err="1" smtClean="0">
                <a:latin typeface="Constantia" pitchFamily="18" charset="0"/>
              </a:rPr>
              <a:t>tăng</a:t>
            </a:r>
            <a:r>
              <a:rPr lang="en-US" sz="1900" dirty="0" smtClean="0">
                <a:latin typeface="Constantia" pitchFamily="18" charset="0"/>
              </a:rPr>
              <a:t> </a:t>
            </a:r>
            <a:r>
              <a:rPr lang="en-US" sz="1900" dirty="0" err="1" smtClean="0">
                <a:latin typeface="Constantia" pitchFamily="18" charset="0"/>
              </a:rPr>
              <a:t>lên</a:t>
            </a:r>
            <a:r>
              <a:rPr lang="en-US" sz="1900" dirty="0" smtClean="0">
                <a:latin typeface="Constantia" pitchFamily="18" charset="0"/>
              </a:rPr>
              <a:t> </a:t>
            </a:r>
            <a:r>
              <a:rPr lang="en-US" sz="1900" dirty="0" err="1" smtClean="0">
                <a:latin typeface="Constantia" pitchFamily="18" charset="0"/>
              </a:rPr>
              <a:t>một</a:t>
            </a:r>
            <a:r>
              <a:rPr lang="en-US" sz="1900" dirty="0" smtClean="0">
                <a:latin typeface="Constantia" pitchFamily="18" charset="0"/>
              </a:rPr>
              <a:t> </a:t>
            </a:r>
            <a:r>
              <a:rPr lang="en-US" sz="1900" dirty="0" err="1" smtClean="0">
                <a:latin typeface="Constantia" pitchFamily="18" charset="0"/>
              </a:rPr>
              <a:t>cách</a:t>
            </a:r>
            <a:r>
              <a:rPr lang="en-US" sz="1900" dirty="0" smtClean="0">
                <a:latin typeface="Constantia" pitchFamily="18" charset="0"/>
              </a:rPr>
              <a:t> </a:t>
            </a:r>
            <a:r>
              <a:rPr lang="en-US" sz="1900" dirty="0" err="1" smtClean="0">
                <a:latin typeface="Constantia" pitchFamily="18" charset="0"/>
              </a:rPr>
              <a:t>nhanh</a:t>
            </a:r>
            <a:r>
              <a:rPr lang="en-US" sz="1900" dirty="0" smtClean="0">
                <a:latin typeface="Constantia" pitchFamily="18" charset="0"/>
              </a:rPr>
              <a:t> </a:t>
            </a:r>
            <a:r>
              <a:rPr lang="en-US" sz="1900" dirty="0" err="1" smtClean="0">
                <a:latin typeface="Constantia" pitchFamily="18" charset="0"/>
              </a:rPr>
              <a:t>chóng</a:t>
            </a:r>
            <a:r>
              <a:rPr lang="en-US" sz="1900" dirty="0" smtClean="0">
                <a:latin typeface="Constant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752600"/>
            <a:ext cx="8686800" cy="4953000"/>
          </a:xfrm>
        </p:spPr>
        <p:txBody>
          <a:bodyPr>
            <a:normAutofit/>
          </a:bodyPr>
          <a:lstStyle/>
          <a:p>
            <a:pPr marL="457200" indent="-457200">
              <a:buSzPct val="120000"/>
              <a:buFont typeface="Arial" pitchFamily="34" charset="0"/>
              <a:buChar char="•"/>
            </a:pPr>
            <a:endParaRPr lang="en-US" sz="2000" dirty="0" smtClean="0">
              <a:solidFill>
                <a:srgbClr val="FF0000"/>
              </a:solidFill>
              <a:latin typeface="Constantia" pitchFamily="18" charset="0"/>
            </a:endParaRPr>
          </a:p>
          <a:p>
            <a:pPr>
              <a:buSzPct val="100000"/>
            </a:pPr>
            <a:endParaRPr lang="en-US" sz="2000" dirty="0" smtClean="0">
              <a:latin typeface="Times New Roman"/>
              <a:cs typeface="Times New Roman"/>
            </a:endParaRPr>
          </a:p>
          <a:p>
            <a:pPr>
              <a:buSzPct val="100000"/>
            </a:pPr>
            <a:endParaRPr lang="en-US" sz="2000" dirty="0" smtClean="0">
              <a:latin typeface="Constantia" pitchFamily="18" charset="0"/>
            </a:endParaRPr>
          </a:p>
          <a:p>
            <a:endParaRPr lang="en-US" sz="2000" dirty="0">
              <a:latin typeface="Constantia" pitchFamily="18" charset="0"/>
            </a:endParaRPr>
          </a:p>
        </p:txBody>
      </p:sp>
      <p:sp>
        <p:nvSpPr>
          <p:cNvPr id="54278" name="Rectangle 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4279" name="Rectangle 7"/>
          <p:cNvSpPr>
            <a:spLocks noChangeArrowheads="1"/>
          </p:cNvSpPr>
          <p:nvPr/>
        </p:nvSpPr>
        <p:spPr bwMode="auto">
          <a:xfrm>
            <a:off x="0" y="7429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Title 1"/>
          <p:cNvSpPr txBox="1">
            <a:spLocks/>
          </p:cNvSpPr>
          <p:nvPr/>
        </p:nvSpPr>
        <p:spPr>
          <a:xfrm>
            <a:off x="381000" y="457200"/>
            <a:ext cx="8534400" cy="8080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bIns="91440" anchor="b" anchorCtr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5.2.3.</a:t>
            </a:r>
            <a:r>
              <a:rPr kumimoji="0" lang="en-US" sz="4000" b="0" i="0" u="none" strike="noStrike" kern="1200" cap="none" spc="0" normalizeH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kumimoji="0" lang="en-US" sz="4000" b="0" i="0" u="none" strike="noStrike" kern="1200" cap="none" spc="0" normalizeH="0" noProof="0" dirty="0" err="1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Mạch</a:t>
            </a:r>
            <a:r>
              <a:rPr kumimoji="0" lang="en-US" sz="4000" b="0" i="0" u="none" strike="noStrike" kern="1200" cap="none" spc="0" normalizeH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kumimoji="0" lang="en-US" sz="4000" b="0" i="0" u="none" strike="noStrike" kern="1200" cap="none" spc="0" normalizeH="0" noProof="0" dirty="0" err="1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dao</a:t>
            </a:r>
            <a:r>
              <a:rPr kumimoji="0" lang="en-US" sz="4000" b="0" i="0" u="none" strike="noStrike" kern="1200" cap="none" spc="0" normalizeH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kumimoji="0" lang="en-US" sz="4000" b="0" i="0" u="none" strike="noStrike" kern="1200" cap="none" spc="0" normalizeH="0" noProof="0" dirty="0" err="1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động</a:t>
            </a:r>
            <a:r>
              <a:rPr kumimoji="0" lang="en-US" sz="4000" b="0" i="0" u="none" strike="noStrike" kern="1200" cap="none" spc="0" normalizeH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kumimoji="0" lang="en-US" sz="4000" b="0" i="0" u="none" strike="noStrike" kern="1200" cap="none" spc="0" normalizeH="0" noProof="0" dirty="0" err="1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đa</a:t>
            </a:r>
            <a:r>
              <a:rPr kumimoji="0" lang="en-US" sz="4000" b="0" i="0" u="none" strike="noStrike" kern="1200" cap="none" spc="0" normalizeH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kumimoji="0" lang="en-US" sz="4000" b="0" i="0" u="none" strike="noStrike" kern="1200" cap="none" spc="0" normalizeH="0" noProof="0" dirty="0" err="1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hài</a:t>
            </a:r>
            <a:r>
              <a:rPr kumimoji="0" lang="en-US" sz="4000" b="0" i="0" u="none" strike="noStrike" kern="1200" cap="none" spc="0" normalizeH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kumimoji="0" lang="en-US" sz="4000" b="0" i="0" u="none" strike="noStrike" kern="1200" cap="none" spc="0" normalizeH="0" noProof="0" dirty="0" err="1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lưỡng</a:t>
            </a:r>
            <a:r>
              <a:rPr kumimoji="0" lang="en-US" sz="4000" b="0" i="0" u="none" strike="noStrike" kern="1200" cap="none" spc="0" normalizeH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kumimoji="0" lang="en-US" sz="4000" b="0" i="0" u="none" strike="noStrike" kern="1200" cap="none" spc="0" normalizeH="0" noProof="0" dirty="0" err="1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ổn</a:t>
            </a:r>
            <a:r>
              <a:rPr kumimoji="0" lang="en-US" sz="4000" b="0" i="0" u="none" strike="noStrike" kern="1200" cap="none" spc="0" normalizeH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Constantia" pitchFamily="18" charset="0"/>
              <a:ea typeface="+mj-ea"/>
              <a:cs typeface="+mj-cs"/>
            </a:endParaRPr>
          </a:p>
        </p:txBody>
      </p:sp>
      <p:grpSp>
        <p:nvGrpSpPr>
          <p:cNvPr id="29" name="Group 28"/>
          <p:cNvGrpSpPr/>
          <p:nvPr/>
        </p:nvGrpSpPr>
        <p:grpSpPr>
          <a:xfrm>
            <a:off x="228600" y="1447800"/>
            <a:ext cx="5943600" cy="5257800"/>
            <a:chOff x="762000" y="1295400"/>
            <a:chExt cx="5943600" cy="5257800"/>
          </a:xfrm>
        </p:grpSpPr>
        <p:graphicFrame>
          <p:nvGraphicFramePr>
            <p:cNvPr id="30" name="Diagram 29"/>
            <p:cNvGraphicFramePr/>
            <p:nvPr/>
          </p:nvGraphicFramePr>
          <p:xfrm>
            <a:off x="762000" y="1295400"/>
            <a:ext cx="3886200" cy="320040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sp>
          <p:nvSpPr>
            <p:cNvPr id="31" name="Right Arrow 30"/>
            <p:cNvSpPr/>
            <p:nvPr/>
          </p:nvSpPr>
          <p:spPr>
            <a:xfrm rot="5400000">
              <a:off x="2305979" y="4628221"/>
              <a:ext cx="722042" cy="609600"/>
            </a:xfrm>
            <a:prstGeom prst="rightArrow">
              <a:avLst/>
            </a:prstGeom>
            <a:solidFill>
              <a:srgbClr val="00B0F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2" name="Group 15"/>
            <p:cNvGrpSpPr/>
            <p:nvPr/>
          </p:nvGrpSpPr>
          <p:grpSpPr>
            <a:xfrm>
              <a:off x="1524000" y="5334000"/>
              <a:ext cx="2209800" cy="1143000"/>
              <a:chOff x="4876800" y="4038600"/>
              <a:chExt cx="2209800" cy="1143000"/>
            </a:xfrm>
          </p:grpSpPr>
          <p:sp>
            <p:nvSpPr>
              <p:cNvPr id="35" name="Oval 34"/>
              <p:cNvSpPr/>
              <p:nvPr/>
            </p:nvSpPr>
            <p:spPr>
              <a:xfrm>
                <a:off x="4876800" y="4038600"/>
                <a:ext cx="2209800" cy="1143000"/>
              </a:xfrm>
              <a:prstGeom prst="ellipse">
                <a:avLst/>
              </a:prstGeom>
              <a:solidFill>
                <a:srgbClr val="FFCC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TextBox 35"/>
              <p:cNvSpPr txBox="1"/>
              <p:nvPr/>
            </p:nvSpPr>
            <p:spPr>
              <a:xfrm>
                <a:off x="4953000" y="4305300"/>
                <a:ext cx="2057400" cy="70788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 smtClean="0">
                    <a:latin typeface="Constantia" pitchFamily="18" charset="0"/>
                  </a:rPr>
                  <a:t>T1 </a:t>
                </a:r>
                <a:r>
                  <a:rPr lang="en-US" sz="2000" dirty="0" err="1" smtClean="0">
                    <a:latin typeface="Constantia" pitchFamily="18" charset="0"/>
                  </a:rPr>
                  <a:t>thông</a:t>
                </a:r>
                <a:r>
                  <a:rPr lang="en-US" sz="2000" dirty="0" smtClean="0">
                    <a:latin typeface="Constantia" pitchFamily="18" charset="0"/>
                  </a:rPr>
                  <a:t> </a:t>
                </a:r>
                <a:r>
                  <a:rPr lang="en-US" sz="2000" dirty="0" err="1" smtClean="0">
                    <a:latin typeface="Constantia" pitchFamily="18" charset="0"/>
                  </a:rPr>
                  <a:t>bão</a:t>
                </a:r>
                <a:r>
                  <a:rPr lang="en-US" sz="2000" dirty="0" smtClean="0">
                    <a:latin typeface="Constantia" pitchFamily="18" charset="0"/>
                  </a:rPr>
                  <a:t> </a:t>
                </a:r>
                <a:r>
                  <a:rPr lang="en-US" sz="2000" dirty="0" err="1" smtClean="0">
                    <a:latin typeface="Constantia" pitchFamily="18" charset="0"/>
                  </a:rPr>
                  <a:t>hòa</a:t>
                </a:r>
                <a:endParaRPr lang="en-US" sz="2000" dirty="0" smtClean="0">
                  <a:latin typeface="Constantia" pitchFamily="18" charset="0"/>
                </a:endParaRPr>
              </a:p>
              <a:p>
                <a:pPr algn="ctr"/>
                <a:r>
                  <a:rPr lang="en-US" sz="2000" dirty="0" smtClean="0">
                    <a:latin typeface="Constantia" pitchFamily="18" charset="0"/>
                  </a:rPr>
                  <a:t> T2 </a:t>
                </a:r>
                <a:r>
                  <a:rPr lang="en-US" sz="2000" dirty="0" err="1" smtClean="0">
                    <a:latin typeface="Constantia" pitchFamily="18" charset="0"/>
                  </a:rPr>
                  <a:t>ngắt</a:t>
                </a:r>
                <a:endParaRPr lang="en-US" sz="2000" dirty="0">
                  <a:latin typeface="Constantia" pitchFamily="18" charset="0"/>
                </a:endParaRPr>
              </a:p>
            </p:txBody>
          </p:sp>
        </p:grpSp>
        <p:sp>
          <p:nvSpPr>
            <p:cNvPr id="33" name="TextBox 32"/>
            <p:cNvSpPr txBox="1"/>
            <p:nvPr/>
          </p:nvSpPr>
          <p:spPr>
            <a:xfrm>
              <a:off x="4876800" y="6019800"/>
              <a:ext cx="1828800" cy="461665"/>
            </a:xfrm>
            <a:prstGeom prst="rect">
              <a:avLst/>
            </a:prstGeom>
            <a:solidFill>
              <a:srgbClr val="A2C1C4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 err="1" smtClean="0">
                  <a:latin typeface="Constantia" pitchFamily="18" charset="0"/>
                </a:rPr>
                <a:t>Trạng</a:t>
              </a:r>
              <a:r>
                <a:rPr lang="en-US" sz="2400" dirty="0" smtClean="0">
                  <a:latin typeface="Constantia" pitchFamily="18" charset="0"/>
                </a:rPr>
                <a:t> </a:t>
              </a:r>
              <a:r>
                <a:rPr lang="en-US" sz="2400" dirty="0" err="1" smtClean="0">
                  <a:latin typeface="Constantia" pitchFamily="18" charset="0"/>
                </a:rPr>
                <a:t>thái</a:t>
              </a:r>
              <a:r>
                <a:rPr lang="en-US" sz="2400" dirty="0" smtClean="0">
                  <a:latin typeface="Constantia" pitchFamily="18" charset="0"/>
                </a:rPr>
                <a:t> 1</a:t>
              </a:r>
              <a:endParaRPr lang="en-US" sz="2400" dirty="0">
                <a:latin typeface="Constantia" pitchFamily="18" charset="0"/>
              </a:endParaRPr>
            </a:p>
          </p:txBody>
        </p:sp>
        <p:sp>
          <p:nvSpPr>
            <p:cNvPr id="34" name="Right Arrow 33"/>
            <p:cNvSpPr/>
            <p:nvPr/>
          </p:nvSpPr>
          <p:spPr>
            <a:xfrm>
              <a:off x="3962400" y="6019800"/>
              <a:ext cx="762000" cy="53340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7" name="Group 46"/>
          <p:cNvGrpSpPr/>
          <p:nvPr/>
        </p:nvGrpSpPr>
        <p:grpSpPr>
          <a:xfrm>
            <a:off x="4114800" y="1828800"/>
            <a:ext cx="5029200" cy="2697388"/>
            <a:chOff x="4114800" y="1828800"/>
            <a:chExt cx="5029200" cy="2697388"/>
          </a:xfrm>
        </p:grpSpPr>
        <p:pic>
          <p:nvPicPr>
            <p:cNvPr id="48" name="Picture 4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5003519" y="1828800"/>
              <a:ext cx="4140481" cy="2697388"/>
            </a:xfrm>
            <a:prstGeom prst="rect">
              <a:avLst/>
            </a:prstGeom>
            <a:noFill/>
          </p:spPr>
        </p:pic>
        <p:sp>
          <p:nvSpPr>
            <p:cNvPr id="49" name="Left Arrow 48"/>
            <p:cNvSpPr/>
            <p:nvPr/>
          </p:nvSpPr>
          <p:spPr>
            <a:xfrm>
              <a:off x="4114800" y="2819400"/>
              <a:ext cx="609600" cy="609600"/>
            </a:xfrm>
            <a:prstGeom prst="left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4772025" y="2924175"/>
              <a:ext cx="6096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 smtClean="0">
                  <a:solidFill>
                    <a:srgbClr val="0033CC"/>
                  </a:solidFill>
                </a:rPr>
                <a:t>I</a:t>
              </a:r>
              <a:r>
                <a:rPr lang="en-US" b="1" baseline="-25000" dirty="0" smtClean="0">
                  <a:solidFill>
                    <a:srgbClr val="0033CC"/>
                  </a:solidFill>
                </a:rPr>
                <a:t>C1</a:t>
              </a:r>
              <a:r>
                <a:rPr lang="en-US" sz="2800" b="1" dirty="0" smtClean="0">
                  <a:solidFill>
                    <a:srgbClr val="0033CC"/>
                  </a:solidFill>
                  <a:latin typeface="Times New Roman"/>
                  <a:cs typeface="Times New Roman"/>
                </a:rPr>
                <a:t>↓</a:t>
              </a:r>
              <a:endParaRPr lang="en-US" sz="2800" b="1" baseline="-25000" dirty="0">
                <a:solidFill>
                  <a:srgbClr val="0033CC"/>
                </a:solidFill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7639050" y="2943225"/>
              <a:ext cx="6096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 smtClean="0">
                  <a:solidFill>
                    <a:srgbClr val="0033CC"/>
                  </a:solidFill>
                  <a:latin typeface="Times New Roman"/>
                  <a:cs typeface="Times New Roman"/>
                </a:rPr>
                <a:t>↓</a:t>
              </a:r>
              <a:r>
                <a:rPr lang="en-US" b="1" dirty="0" smtClean="0">
                  <a:solidFill>
                    <a:srgbClr val="0033CC"/>
                  </a:solidFill>
                </a:rPr>
                <a:t>I</a:t>
              </a:r>
              <a:r>
                <a:rPr lang="en-US" b="1" baseline="-25000" dirty="0" smtClean="0">
                  <a:solidFill>
                    <a:srgbClr val="0033CC"/>
                  </a:solidFill>
                </a:rPr>
                <a:t>C2</a:t>
              </a:r>
              <a:endParaRPr lang="en-US" b="1" baseline="-25000" dirty="0">
                <a:solidFill>
                  <a:srgbClr val="0033CC"/>
                </a:solidFill>
              </a:endParaRP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5543550" y="3067050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 smtClean="0">
                  <a:solidFill>
                    <a:srgbClr val="0033CC"/>
                  </a:solidFill>
                </a:rPr>
                <a:t>I</a:t>
              </a:r>
              <a:r>
                <a:rPr lang="en-US" b="1" baseline="-25000" dirty="0" smtClean="0">
                  <a:solidFill>
                    <a:srgbClr val="0033CC"/>
                  </a:solidFill>
                </a:rPr>
                <a:t>B1</a:t>
              </a:r>
              <a:endParaRPr lang="en-US" sz="2800" b="1" baseline="-25000" dirty="0">
                <a:solidFill>
                  <a:srgbClr val="0033CC"/>
                </a:solidFill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6972300" y="3048000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 smtClean="0">
                  <a:solidFill>
                    <a:srgbClr val="0033CC"/>
                  </a:solidFill>
                </a:rPr>
                <a:t>I</a:t>
              </a:r>
              <a:r>
                <a:rPr lang="en-US" b="1" baseline="-25000" dirty="0" smtClean="0">
                  <a:solidFill>
                    <a:srgbClr val="0033CC"/>
                  </a:solidFill>
                </a:rPr>
                <a:t>B2</a:t>
              </a:r>
              <a:endParaRPr lang="en-US" sz="2800" b="1" baseline="-25000" dirty="0">
                <a:solidFill>
                  <a:srgbClr val="0033CC"/>
                </a:solidFill>
              </a:endParaRP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6905625" y="3038475"/>
              <a:ext cx="609600" cy="5027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b="1" baseline="-25000" dirty="0" smtClean="0">
                  <a:solidFill>
                    <a:srgbClr val="0033CC"/>
                  </a:solidFill>
                  <a:latin typeface="Times New Roman"/>
                  <a:cs typeface="Times New Roman"/>
                </a:rPr>
                <a:t>→</a:t>
              </a:r>
              <a:endParaRPr lang="en-US" sz="4000" b="1" baseline="-25000" dirty="0">
                <a:solidFill>
                  <a:srgbClr val="0033CC"/>
                </a:solidFill>
              </a:endParaRPr>
            </a:p>
          </p:txBody>
        </p:sp>
        <p:sp>
          <p:nvSpPr>
            <p:cNvPr id="55" name="TextBox 54"/>
            <p:cNvSpPr txBox="1"/>
            <p:nvPr/>
          </p:nvSpPr>
          <p:spPr>
            <a:xfrm flipV="1">
              <a:off x="5429250" y="3419475"/>
              <a:ext cx="609600" cy="5027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b="1" baseline="-25000" dirty="0" smtClean="0">
                  <a:solidFill>
                    <a:srgbClr val="0033CC"/>
                  </a:solidFill>
                  <a:latin typeface="Times New Roman"/>
                  <a:cs typeface="Times New Roman"/>
                </a:rPr>
                <a:t>→</a:t>
              </a:r>
              <a:endParaRPr lang="en-US" sz="4000" b="1" baseline="-25000" dirty="0">
                <a:solidFill>
                  <a:srgbClr val="0033CC"/>
                </a:solidFill>
              </a:endParaRP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4781550" y="2667000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 smtClean="0">
                  <a:solidFill>
                    <a:srgbClr val="C00000"/>
                  </a:solidFill>
                </a:rPr>
                <a:t>V</a:t>
              </a:r>
              <a:r>
                <a:rPr lang="en-US" b="1" baseline="-25000" dirty="0" smtClean="0">
                  <a:solidFill>
                    <a:srgbClr val="C00000"/>
                  </a:solidFill>
                </a:rPr>
                <a:t>C1</a:t>
              </a:r>
              <a:endParaRPr lang="en-US" sz="2800" b="1" baseline="-25000" dirty="0">
                <a:solidFill>
                  <a:srgbClr val="C00000"/>
                </a:solidFill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7724775" y="2762250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 smtClean="0">
                  <a:solidFill>
                    <a:srgbClr val="C00000"/>
                  </a:solidFill>
                </a:rPr>
                <a:t>V</a:t>
              </a:r>
              <a:r>
                <a:rPr lang="en-US" b="1" baseline="-25000" dirty="0" smtClean="0">
                  <a:solidFill>
                    <a:srgbClr val="C00000"/>
                  </a:solidFill>
                </a:rPr>
                <a:t>C2</a:t>
              </a:r>
              <a:endParaRPr lang="en-US" sz="2800" b="1" baseline="-25000" dirty="0">
                <a:solidFill>
                  <a:srgbClr val="C00000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5334000" y="4051935"/>
            <a:ext cx="3581400" cy="2806065"/>
            <a:chOff x="5334000" y="4051935"/>
            <a:chExt cx="3581400" cy="2806065"/>
          </a:xfrm>
        </p:grpSpPr>
        <p:pic>
          <p:nvPicPr>
            <p:cNvPr id="65543" name="Picture 7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5987332" y="5735887"/>
              <a:ext cx="642068" cy="515932"/>
            </a:xfrm>
            <a:prstGeom prst="rect">
              <a:avLst/>
            </a:prstGeom>
            <a:noFill/>
          </p:spPr>
        </p:pic>
        <p:pic>
          <p:nvPicPr>
            <p:cNvPr id="65544" name="Picture 8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5334000" y="4051935"/>
              <a:ext cx="3581400" cy="2806065"/>
            </a:xfrm>
            <a:prstGeom prst="rect">
              <a:avLst/>
            </a:prstGeom>
            <a:noFill/>
          </p:spPr>
        </p:pic>
      </p:grp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1600200"/>
            <a:ext cx="4953000" cy="5105400"/>
          </a:xfrm>
        </p:spPr>
        <p:txBody>
          <a:bodyPr>
            <a:normAutofit/>
          </a:bodyPr>
          <a:lstStyle/>
          <a:p>
            <a:pPr>
              <a:buSzPct val="100000"/>
              <a:buFont typeface="Wingdings" pitchFamily="2" charset="2"/>
              <a:buChar char="Ø"/>
            </a:pPr>
            <a:r>
              <a:rPr lang="en-US" sz="2000" dirty="0" err="1" smtClean="0">
                <a:solidFill>
                  <a:srgbClr val="C00000"/>
                </a:solidFill>
                <a:latin typeface="Constantia" pitchFamily="18" charset="0"/>
              </a:rPr>
              <a:t>Phương</a:t>
            </a:r>
            <a:r>
              <a:rPr lang="en-US" sz="2000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2000" dirty="0" err="1" smtClean="0">
                <a:solidFill>
                  <a:srgbClr val="C00000"/>
                </a:solidFill>
                <a:latin typeface="Constantia" pitchFamily="18" charset="0"/>
              </a:rPr>
              <a:t>pháp</a:t>
            </a:r>
            <a:r>
              <a:rPr lang="en-US" sz="2000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2000" dirty="0" err="1" smtClean="0">
                <a:solidFill>
                  <a:srgbClr val="C00000"/>
                </a:solidFill>
                <a:latin typeface="Constantia" pitchFamily="18" charset="0"/>
              </a:rPr>
              <a:t>kích</a:t>
            </a:r>
            <a:r>
              <a:rPr lang="en-US" sz="2000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2000" dirty="0" err="1" smtClean="0">
                <a:solidFill>
                  <a:srgbClr val="C00000"/>
                </a:solidFill>
                <a:latin typeface="Constantia" pitchFamily="18" charset="0"/>
              </a:rPr>
              <a:t>đổi</a:t>
            </a:r>
            <a:r>
              <a:rPr lang="en-US" sz="2000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2000" dirty="0" err="1" smtClean="0">
                <a:solidFill>
                  <a:srgbClr val="C00000"/>
                </a:solidFill>
                <a:latin typeface="Constantia" pitchFamily="18" charset="0"/>
              </a:rPr>
              <a:t>trạng</a:t>
            </a:r>
            <a:r>
              <a:rPr lang="en-US" sz="2000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2000" dirty="0" err="1" smtClean="0">
                <a:solidFill>
                  <a:srgbClr val="C00000"/>
                </a:solidFill>
                <a:latin typeface="Constantia" pitchFamily="18" charset="0"/>
              </a:rPr>
              <a:t>thái</a:t>
            </a:r>
            <a:r>
              <a:rPr lang="en-US" sz="2000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2000" dirty="0" err="1" smtClean="0">
                <a:solidFill>
                  <a:srgbClr val="C00000"/>
                </a:solidFill>
                <a:latin typeface="Constantia" pitchFamily="18" charset="0"/>
              </a:rPr>
              <a:t>của</a:t>
            </a:r>
            <a:r>
              <a:rPr lang="en-US" sz="2000" dirty="0" smtClean="0">
                <a:solidFill>
                  <a:srgbClr val="C00000"/>
                </a:solidFill>
                <a:latin typeface="Constantia" pitchFamily="18" charset="0"/>
              </a:rPr>
              <a:t> FF</a:t>
            </a:r>
            <a:endParaRPr lang="en-US" sz="2000" dirty="0" smtClean="0">
              <a:solidFill>
                <a:srgbClr val="C00000"/>
              </a:solidFill>
              <a:latin typeface="Times New Roman"/>
              <a:cs typeface="Times New Roman"/>
            </a:endParaRPr>
          </a:p>
          <a:p>
            <a:r>
              <a:rPr lang="en-US" sz="2000" dirty="0" smtClean="0">
                <a:latin typeface="Constantia" pitchFamily="18" charset="0"/>
                <a:cs typeface="Times New Roman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Để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thay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đổi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trạng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thái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của</a:t>
            </a:r>
            <a:r>
              <a:rPr lang="en-US" sz="2000" dirty="0" smtClean="0">
                <a:latin typeface="Constantia" pitchFamily="18" charset="0"/>
              </a:rPr>
              <a:t> FF </a:t>
            </a:r>
            <a:r>
              <a:rPr lang="en-US" sz="2000" dirty="0" err="1" smtClean="0">
                <a:latin typeface="Constantia" pitchFamily="18" charset="0"/>
              </a:rPr>
              <a:t>người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ta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phải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tác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động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một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xung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có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biên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độ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và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cực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tính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thích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hợp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đặt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vào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cực</a:t>
            </a:r>
            <a:r>
              <a:rPr lang="en-US" sz="2000" dirty="0" smtClean="0">
                <a:latin typeface="Constantia" pitchFamily="18" charset="0"/>
              </a:rPr>
              <a:t> Base </a:t>
            </a:r>
            <a:r>
              <a:rPr lang="en-US" sz="2000" dirty="0" err="1" smtClean="0">
                <a:latin typeface="Constantia" pitchFamily="18" charset="0"/>
              </a:rPr>
              <a:t>của</a:t>
            </a:r>
            <a:r>
              <a:rPr lang="en-US" sz="2000" dirty="0" smtClean="0">
                <a:latin typeface="Constantia" pitchFamily="18" charset="0"/>
              </a:rPr>
              <a:t> T1  </a:t>
            </a:r>
            <a:r>
              <a:rPr lang="en-US" sz="2000" dirty="0" err="1" smtClean="0">
                <a:latin typeface="Constantia" pitchFamily="18" charset="0"/>
              </a:rPr>
              <a:t>hoặc</a:t>
            </a:r>
            <a:r>
              <a:rPr lang="en-US" sz="2000" dirty="0" smtClean="0">
                <a:latin typeface="Constantia" pitchFamily="18" charset="0"/>
              </a:rPr>
              <a:t>  T2.</a:t>
            </a:r>
          </a:p>
          <a:p>
            <a:pPr lvl="1">
              <a:buFont typeface="Constantia" pitchFamily="18" charset="0"/>
              <a:buChar char="+"/>
            </a:pPr>
            <a:r>
              <a:rPr lang="en-US" sz="2000" dirty="0" err="1" smtClean="0">
                <a:latin typeface="Constantia" pitchFamily="18" charset="0"/>
              </a:rPr>
              <a:t>Nếu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muốn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thay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đổi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trạng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thái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bão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hòa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của</a:t>
            </a:r>
            <a:r>
              <a:rPr lang="en-US" sz="2000" dirty="0" smtClean="0">
                <a:latin typeface="Constantia" pitchFamily="18" charset="0"/>
              </a:rPr>
              <a:t> T1 </a:t>
            </a:r>
            <a:r>
              <a:rPr lang="en-US" sz="2000" dirty="0" err="1" smtClean="0">
                <a:latin typeface="Constantia" pitchFamily="18" charset="0"/>
              </a:rPr>
              <a:t>thì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người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ta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phải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tác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động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một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xung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âm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vào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cực</a:t>
            </a:r>
            <a:r>
              <a:rPr lang="en-US" sz="2000" dirty="0" smtClean="0">
                <a:latin typeface="Constantia" pitchFamily="18" charset="0"/>
              </a:rPr>
              <a:t> B1 .</a:t>
            </a:r>
          </a:p>
          <a:p>
            <a:pPr lvl="1">
              <a:buFont typeface="Constantia" pitchFamily="18" charset="0"/>
              <a:buChar char="+"/>
            </a:pPr>
            <a:r>
              <a:rPr lang="en-US" sz="2000" dirty="0" err="1" smtClean="0">
                <a:latin typeface="Constantia" pitchFamily="18" charset="0"/>
              </a:rPr>
              <a:t>Nếu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muốn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thay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đổi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trạng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thái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ngắt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của</a:t>
            </a:r>
            <a:r>
              <a:rPr lang="en-US" sz="2000" dirty="0" smtClean="0">
                <a:latin typeface="Constantia" pitchFamily="18" charset="0"/>
              </a:rPr>
              <a:t> T2  </a:t>
            </a:r>
            <a:r>
              <a:rPr lang="en-US" sz="2000" dirty="0" err="1" smtClean="0">
                <a:latin typeface="Constantia" pitchFamily="18" charset="0"/>
              </a:rPr>
              <a:t>thì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người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ta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phải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tác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động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một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xung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dương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vào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cực</a:t>
            </a:r>
            <a:r>
              <a:rPr lang="en-US" sz="2000" dirty="0" smtClean="0">
                <a:latin typeface="Constantia" pitchFamily="18" charset="0"/>
              </a:rPr>
              <a:t> B2 .</a:t>
            </a:r>
          </a:p>
          <a:p>
            <a:pPr>
              <a:buSzPct val="100000"/>
              <a:buFont typeface="Wingdings" pitchFamily="2" charset="2"/>
              <a:buChar char="Ø"/>
            </a:pPr>
            <a:endParaRPr lang="en-US" sz="2000" dirty="0" smtClean="0">
              <a:solidFill>
                <a:srgbClr val="FF0000"/>
              </a:solidFill>
              <a:latin typeface="Constantia" pitchFamily="18" charset="0"/>
            </a:endParaRPr>
          </a:p>
          <a:p>
            <a:pPr>
              <a:buSzPct val="100000"/>
              <a:buFont typeface="Wingdings" pitchFamily="2" charset="2"/>
              <a:buChar char="Ø"/>
            </a:pPr>
            <a:endParaRPr lang="en-US" sz="2000" dirty="0" smtClean="0">
              <a:latin typeface="Times New Roman"/>
              <a:cs typeface="Times New Roman"/>
            </a:endParaRPr>
          </a:p>
          <a:p>
            <a:pPr>
              <a:buSzPct val="100000"/>
              <a:buFont typeface="Wingdings" pitchFamily="2" charset="2"/>
              <a:buChar char="Ø"/>
            </a:pPr>
            <a:endParaRPr lang="en-US" sz="2000" dirty="0" smtClean="0">
              <a:latin typeface="Constantia" pitchFamily="18" charset="0"/>
            </a:endParaRPr>
          </a:p>
          <a:p>
            <a:pPr>
              <a:buFont typeface="Wingdings" pitchFamily="2" charset="2"/>
              <a:buChar char="Ø"/>
            </a:pPr>
            <a:endParaRPr lang="en-US" sz="2000" dirty="0">
              <a:latin typeface="Constantia" pitchFamily="18" charset="0"/>
            </a:endParaRPr>
          </a:p>
        </p:txBody>
      </p:sp>
      <p:sp>
        <p:nvSpPr>
          <p:cNvPr id="54278" name="Rectangle 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4279" name="Rectangle 7"/>
          <p:cNvSpPr>
            <a:spLocks noChangeArrowheads="1"/>
          </p:cNvSpPr>
          <p:nvPr/>
        </p:nvSpPr>
        <p:spPr bwMode="auto">
          <a:xfrm>
            <a:off x="0" y="7429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26" name="Group 25"/>
          <p:cNvGrpSpPr/>
          <p:nvPr/>
        </p:nvGrpSpPr>
        <p:grpSpPr>
          <a:xfrm>
            <a:off x="5247990" y="1295400"/>
            <a:ext cx="3743610" cy="2895600"/>
            <a:chOff x="5247990" y="1295400"/>
            <a:chExt cx="3743610" cy="2895600"/>
          </a:xfrm>
        </p:grpSpPr>
        <p:grpSp>
          <p:nvGrpSpPr>
            <p:cNvPr id="21" name="Group 20"/>
            <p:cNvGrpSpPr/>
            <p:nvPr/>
          </p:nvGrpSpPr>
          <p:grpSpPr>
            <a:xfrm>
              <a:off x="5247990" y="1693183"/>
              <a:ext cx="3743610" cy="2497817"/>
              <a:chOff x="4800600" y="1524000"/>
              <a:chExt cx="3743610" cy="2497817"/>
            </a:xfrm>
          </p:grpSpPr>
          <p:pic>
            <p:nvPicPr>
              <p:cNvPr id="65540" name="Picture 4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auto">
              <a:xfrm>
                <a:off x="6591300" y="2990850"/>
                <a:ext cx="713216" cy="627952"/>
              </a:xfrm>
              <a:prstGeom prst="rect">
                <a:avLst/>
              </a:prstGeom>
              <a:noFill/>
            </p:spPr>
          </p:pic>
          <p:pic>
            <p:nvPicPr>
              <p:cNvPr id="65539" name="Picture 3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4800600" y="1524000"/>
                <a:ext cx="3743610" cy="2497817"/>
              </a:xfrm>
              <a:prstGeom prst="rect">
                <a:avLst/>
              </a:prstGeom>
              <a:noFill/>
            </p:spPr>
          </p:pic>
        </p:grpSp>
        <p:sp>
          <p:nvSpPr>
            <p:cNvPr id="65541" name="Text Box 5"/>
            <p:cNvSpPr txBox="1">
              <a:spLocks noChangeArrowheads="1"/>
            </p:cNvSpPr>
            <p:nvPr/>
          </p:nvSpPr>
          <p:spPr bwMode="auto">
            <a:xfrm>
              <a:off x="5410200" y="1295400"/>
              <a:ext cx="3429000" cy="33080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Pct val="150000"/>
                <a:buFont typeface="Arial" pitchFamily="34" charset="0"/>
                <a:buChar char="•"/>
                <a:tabLst/>
              </a:pP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 </a:t>
              </a:r>
              <a:r>
                <a:rPr kumimoji="0" lang="en-US" b="0" i="0" u="none" strike="noStrike" cap="none" normalizeH="0" baseline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Kích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 </a:t>
              </a:r>
              <a:r>
                <a:rPr kumimoji="0" lang="en-US" b="0" i="0" u="none" strike="noStrike" cap="none" normalizeH="0" baseline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đổi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 </a:t>
              </a:r>
              <a:r>
                <a:rPr kumimoji="0" lang="en-US" b="0" i="0" u="none" strike="noStrike" cap="none" normalizeH="0" baseline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trạng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 </a:t>
              </a:r>
              <a:r>
                <a:rPr kumimoji="0" lang="en-US" b="0" i="0" u="none" strike="noStrike" cap="none" normalizeH="0" baseline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thái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 </a:t>
              </a:r>
              <a:r>
                <a:rPr kumimoji="0" lang="en-US" b="0" i="0" u="none" strike="noStrike" cap="none" normalizeH="0" baseline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một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 </a:t>
              </a:r>
              <a:r>
                <a:rPr kumimoji="0" lang="en-US" b="0" i="0" u="none" strike="noStrike" cap="none" normalizeH="0" baseline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bên</a:t>
              </a:r>
              <a:endPara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65545" name="Text Box 9"/>
          <p:cNvSpPr txBox="1">
            <a:spLocks noChangeArrowheads="1"/>
          </p:cNvSpPr>
          <p:nvPr/>
        </p:nvSpPr>
        <p:spPr bwMode="auto">
          <a:xfrm>
            <a:off x="3886200" y="6324600"/>
            <a:ext cx="2895600" cy="33083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Pct val="150000"/>
              <a:buFont typeface="Arial" pitchFamily="34" charset="0"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Arial" pitchFamily="34" charset="0"/>
              </a:rPr>
              <a:t> 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Arial" pitchFamily="34" charset="0"/>
              </a:rPr>
              <a:t>Kích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Arial" pitchFamily="34" charset="0"/>
              </a:rPr>
              <a:t> 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Arial" pitchFamily="34" charset="0"/>
              </a:rPr>
              <a:t>đổi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Arial" pitchFamily="34" charset="0"/>
              </a:rPr>
              <a:t> 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Arial" pitchFamily="34" charset="0"/>
              </a:rPr>
              <a:t>trạng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Arial" pitchFamily="34" charset="0"/>
              </a:rPr>
              <a:t> 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Arial" pitchFamily="34" charset="0"/>
              </a:rPr>
              <a:t>thái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Arial" pitchFamily="34" charset="0"/>
              </a:rPr>
              <a:t> 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Arial" pitchFamily="34" charset="0"/>
              </a:rPr>
              <a:t>hai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Arial" pitchFamily="34" charset="0"/>
              </a:rPr>
              <a:t> 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Arial" pitchFamily="34" charset="0"/>
              </a:rPr>
              <a:t>bên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24" name="Group 23"/>
          <p:cNvGrpSpPr/>
          <p:nvPr/>
        </p:nvGrpSpPr>
        <p:grpSpPr>
          <a:xfrm>
            <a:off x="914400" y="5257800"/>
            <a:ext cx="4114800" cy="1009710"/>
            <a:chOff x="914400" y="5257800"/>
            <a:chExt cx="4114800" cy="1009710"/>
          </a:xfrm>
        </p:grpSpPr>
        <p:sp>
          <p:nvSpPr>
            <p:cNvPr id="22" name="Down Arrow 21"/>
            <p:cNvSpPr/>
            <p:nvPr/>
          </p:nvSpPr>
          <p:spPr>
            <a:xfrm>
              <a:off x="2667000" y="5257800"/>
              <a:ext cx="609600" cy="457200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914400" y="5867400"/>
              <a:ext cx="4114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 err="1" smtClean="0">
                  <a:solidFill>
                    <a:srgbClr val="C00000"/>
                  </a:solidFill>
                  <a:latin typeface="Constantia" pitchFamily="18" charset="0"/>
                </a:rPr>
                <a:t>Chỉ</a:t>
              </a:r>
              <a:r>
                <a:rPr lang="en-US" sz="2000" dirty="0" smtClean="0">
                  <a:solidFill>
                    <a:srgbClr val="C00000"/>
                  </a:solidFill>
                  <a:latin typeface="Constantia" pitchFamily="18" charset="0"/>
                </a:rPr>
                <a:t> </a:t>
              </a:r>
              <a:r>
                <a:rPr lang="en-US" sz="2000" dirty="0" err="1" smtClean="0">
                  <a:solidFill>
                    <a:srgbClr val="C00000"/>
                  </a:solidFill>
                  <a:latin typeface="Constantia" pitchFamily="18" charset="0"/>
                </a:rPr>
                <a:t>cần</a:t>
              </a:r>
              <a:r>
                <a:rPr lang="en-US" sz="2000" dirty="0" smtClean="0">
                  <a:solidFill>
                    <a:srgbClr val="C00000"/>
                  </a:solidFill>
                  <a:latin typeface="Constantia" pitchFamily="18" charset="0"/>
                </a:rPr>
                <a:t> </a:t>
              </a:r>
              <a:r>
                <a:rPr lang="en-US" sz="2000" dirty="0" err="1" smtClean="0">
                  <a:solidFill>
                    <a:srgbClr val="C00000"/>
                  </a:solidFill>
                  <a:latin typeface="Constantia" pitchFamily="18" charset="0"/>
                </a:rPr>
                <a:t>tác</a:t>
              </a:r>
              <a:r>
                <a:rPr lang="en-US" sz="2000" dirty="0" smtClean="0">
                  <a:solidFill>
                    <a:srgbClr val="C00000"/>
                  </a:solidFill>
                  <a:latin typeface="Constantia" pitchFamily="18" charset="0"/>
                </a:rPr>
                <a:t> </a:t>
              </a:r>
              <a:r>
                <a:rPr lang="en-US" sz="2000" dirty="0" err="1" smtClean="0">
                  <a:solidFill>
                    <a:srgbClr val="C00000"/>
                  </a:solidFill>
                  <a:latin typeface="Constantia" pitchFamily="18" charset="0"/>
                </a:rPr>
                <a:t>động</a:t>
              </a:r>
              <a:r>
                <a:rPr lang="en-US" sz="2000" dirty="0" smtClean="0">
                  <a:solidFill>
                    <a:srgbClr val="C00000"/>
                  </a:solidFill>
                  <a:latin typeface="Constantia" pitchFamily="18" charset="0"/>
                </a:rPr>
                <a:t> </a:t>
              </a:r>
              <a:r>
                <a:rPr lang="en-US" sz="2000" dirty="0" err="1" smtClean="0">
                  <a:solidFill>
                    <a:srgbClr val="C00000"/>
                  </a:solidFill>
                  <a:latin typeface="Constantia" pitchFamily="18" charset="0"/>
                </a:rPr>
                <a:t>một</a:t>
              </a:r>
              <a:r>
                <a:rPr lang="en-US" sz="2000" dirty="0" smtClean="0">
                  <a:solidFill>
                    <a:srgbClr val="C00000"/>
                  </a:solidFill>
                  <a:latin typeface="Constantia" pitchFamily="18" charset="0"/>
                </a:rPr>
                <a:t> </a:t>
              </a:r>
              <a:r>
                <a:rPr lang="en-US" sz="2000" dirty="0" err="1" smtClean="0">
                  <a:solidFill>
                    <a:srgbClr val="C00000"/>
                  </a:solidFill>
                  <a:latin typeface="Constantia" pitchFamily="18" charset="0"/>
                </a:rPr>
                <a:t>xung</a:t>
              </a:r>
              <a:r>
                <a:rPr lang="en-US" sz="2000" dirty="0" smtClean="0">
                  <a:solidFill>
                    <a:srgbClr val="C00000"/>
                  </a:solidFill>
                  <a:latin typeface="Constantia" pitchFamily="18" charset="0"/>
                </a:rPr>
                <a:t> </a:t>
              </a:r>
              <a:r>
                <a:rPr lang="en-US" sz="2000" dirty="0" err="1" smtClean="0">
                  <a:solidFill>
                    <a:srgbClr val="C00000"/>
                  </a:solidFill>
                  <a:latin typeface="Constantia" pitchFamily="18" charset="0"/>
                </a:rPr>
                <a:t>duy</a:t>
              </a:r>
              <a:r>
                <a:rPr lang="en-US" sz="2000" dirty="0" smtClean="0">
                  <a:solidFill>
                    <a:srgbClr val="C00000"/>
                  </a:solidFill>
                  <a:latin typeface="Constantia" pitchFamily="18" charset="0"/>
                </a:rPr>
                <a:t> </a:t>
              </a:r>
              <a:r>
                <a:rPr lang="en-US" sz="2000" dirty="0" err="1" smtClean="0">
                  <a:solidFill>
                    <a:srgbClr val="C00000"/>
                  </a:solidFill>
                  <a:latin typeface="Constantia" pitchFamily="18" charset="0"/>
                </a:rPr>
                <a:t>nhất</a:t>
              </a:r>
              <a:r>
                <a:rPr lang="en-US" sz="2000" dirty="0" smtClean="0">
                  <a:solidFill>
                    <a:srgbClr val="C00000"/>
                  </a:solidFill>
                  <a:latin typeface="Constantia" pitchFamily="18" charset="0"/>
                </a:rPr>
                <a:t> </a:t>
              </a:r>
              <a:endParaRPr lang="en-US" sz="2000" dirty="0">
                <a:solidFill>
                  <a:srgbClr val="C00000"/>
                </a:solidFill>
                <a:latin typeface="Constantia" pitchFamily="18" charset="0"/>
              </a:endParaRPr>
            </a:p>
          </p:txBody>
        </p:sp>
      </p:grpSp>
      <p:sp>
        <p:nvSpPr>
          <p:cNvPr id="25" name="Title 1"/>
          <p:cNvSpPr txBox="1">
            <a:spLocks/>
          </p:cNvSpPr>
          <p:nvPr/>
        </p:nvSpPr>
        <p:spPr>
          <a:xfrm>
            <a:off x="381000" y="457200"/>
            <a:ext cx="8534400" cy="8080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bIns="91440" anchor="b" anchorCtr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5.2.3.</a:t>
            </a:r>
            <a:r>
              <a:rPr kumimoji="0" lang="en-US" sz="4000" b="0" i="0" u="none" strike="noStrike" kern="1200" cap="none" spc="0" normalizeH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kumimoji="0" lang="en-US" sz="4000" b="0" i="0" u="none" strike="noStrike" kern="1200" cap="none" spc="0" normalizeH="0" noProof="0" dirty="0" err="1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Mạch</a:t>
            </a:r>
            <a:r>
              <a:rPr kumimoji="0" lang="en-US" sz="4000" b="0" i="0" u="none" strike="noStrike" kern="1200" cap="none" spc="0" normalizeH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kumimoji="0" lang="en-US" sz="4000" b="0" i="0" u="none" strike="noStrike" kern="1200" cap="none" spc="0" normalizeH="0" noProof="0" dirty="0" err="1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dao</a:t>
            </a:r>
            <a:r>
              <a:rPr kumimoji="0" lang="en-US" sz="4000" b="0" i="0" u="none" strike="noStrike" kern="1200" cap="none" spc="0" normalizeH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kumimoji="0" lang="en-US" sz="4000" b="0" i="0" u="none" strike="noStrike" kern="1200" cap="none" spc="0" normalizeH="0" noProof="0" dirty="0" err="1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động</a:t>
            </a:r>
            <a:r>
              <a:rPr kumimoji="0" lang="en-US" sz="4000" b="0" i="0" u="none" strike="noStrike" kern="1200" cap="none" spc="0" normalizeH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kumimoji="0" lang="en-US" sz="4000" b="0" i="0" u="none" strike="noStrike" kern="1200" cap="none" spc="0" normalizeH="0" noProof="0" dirty="0" err="1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đa</a:t>
            </a:r>
            <a:r>
              <a:rPr kumimoji="0" lang="en-US" sz="4000" b="0" i="0" u="none" strike="noStrike" kern="1200" cap="none" spc="0" normalizeH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kumimoji="0" lang="en-US" sz="4000" b="0" i="0" u="none" strike="noStrike" kern="1200" cap="none" spc="0" normalizeH="0" noProof="0" dirty="0" err="1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hài</a:t>
            </a:r>
            <a:r>
              <a:rPr kumimoji="0" lang="en-US" sz="4000" b="0" i="0" u="none" strike="noStrike" kern="1200" cap="none" spc="0" normalizeH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kumimoji="0" lang="en-US" sz="4000" b="0" i="0" u="none" strike="noStrike" kern="1200" cap="none" spc="0" normalizeH="0" noProof="0" dirty="0" err="1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lưỡng</a:t>
            </a:r>
            <a:r>
              <a:rPr kumimoji="0" lang="en-US" sz="4000" b="0" i="0" u="none" strike="noStrike" kern="1200" cap="none" spc="0" normalizeH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kumimoji="0" lang="en-US" sz="4000" b="0" i="0" u="none" strike="noStrike" kern="1200" cap="none" spc="0" normalizeH="0" noProof="0" dirty="0" err="1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ổn</a:t>
            </a:r>
            <a:r>
              <a:rPr kumimoji="0" lang="en-US" sz="4000" b="0" i="0" u="none" strike="noStrike" kern="1200" cap="none" spc="0" normalizeH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Constantia" pitchFamily="18" charset="0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752600"/>
            <a:ext cx="8382000" cy="4953000"/>
          </a:xfrm>
        </p:spPr>
        <p:txBody>
          <a:bodyPr>
            <a:normAutofit/>
          </a:bodyPr>
          <a:lstStyle/>
          <a:p>
            <a:pPr>
              <a:buSzPct val="100000"/>
              <a:buFont typeface="Wingdings" pitchFamily="2" charset="2"/>
              <a:buChar char="Ø"/>
            </a:pP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400" dirty="0" err="1" smtClean="0">
                <a:solidFill>
                  <a:srgbClr val="C00000"/>
                </a:solidFill>
                <a:latin typeface="Constantia" pitchFamily="18" charset="0"/>
              </a:rPr>
              <a:t>Giản</a:t>
            </a:r>
            <a:r>
              <a:rPr lang="en-US" sz="2400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2400" dirty="0" err="1" smtClean="0">
                <a:solidFill>
                  <a:srgbClr val="C00000"/>
                </a:solidFill>
                <a:latin typeface="Constantia" pitchFamily="18" charset="0"/>
              </a:rPr>
              <a:t>đồ</a:t>
            </a:r>
            <a:r>
              <a:rPr lang="en-US" sz="2400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2400" dirty="0" err="1" smtClean="0">
                <a:solidFill>
                  <a:srgbClr val="C00000"/>
                </a:solidFill>
                <a:latin typeface="Constantia" pitchFamily="18" charset="0"/>
              </a:rPr>
              <a:t>xung</a:t>
            </a:r>
            <a:endParaRPr lang="en-US" sz="2400" dirty="0" smtClean="0">
              <a:solidFill>
                <a:srgbClr val="C00000"/>
              </a:solidFill>
              <a:latin typeface="Constantia" pitchFamily="18" charset="0"/>
            </a:endParaRPr>
          </a:p>
          <a:p>
            <a:endParaRPr lang="en-US" sz="2000" dirty="0">
              <a:latin typeface="Constantia" pitchFamily="18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304800" y="457200"/>
            <a:ext cx="8305800" cy="8080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bIns="91440" anchor="b" anchorCtr="0">
            <a:normAutofit fontScale="925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5.2.3.</a:t>
            </a:r>
            <a:r>
              <a:rPr kumimoji="0" lang="en-US" sz="4000" b="0" i="0" u="none" strike="noStrike" kern="1200" cap="none" spc="0" normalizeH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kumimoji="0" lang="en-US" sz="4000" b="0" i="0" u="none" strike="noStrike" kern="1200" cap="none" spc="0" normalizeH="0" noProof="0" dirty="0" err="1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Mạch</a:t>
            </a:r>
            <a:r>
              <a:rPr kumimoji="0" lang="en-US" sz="4000" b="0" i="0" u="none" strike="noStrike" kern="1200" cap="none" spc="0" normalizeH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kumimoji="0" lang="en-US" sz="4000" b="0" i="0" u="none" strike="noStrike" kern="1200" cap="none" spc="0" normalizeH="0" noProof="0" dirty="0" err="1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dao</a:t>
            </a:r>
            <a:r>
              <a:rPr kumimoji="0" lang="en-US" sz="4000" b="0" i="0" u="none" strike="noStrike" kern="1200" cap="none" spc="0" normalizeH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kumimoji="0" lang="en-US" sz="4000" b="0" i="0" u="none" strike="noStrike" kern="1200" cap="none" spc="0" normalizeH="0" noProof="0" dirty="0" err="1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động</a:t>
            </a:r>
            <a:r>
              <a:rPr kumimoji="0" lang="en-US" sz="4000" b="0" i="0" u="none" strike="noStrike" kern="1200" cap="none" spc="0" normalizeH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kumimoji="0" lang="en-US" sz="4000" b="0" i="0" u="none" strike="noStrike" kern="1200" cap="none" spc="0" normalizeH="0" noProof="0" dirty="0" err="1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đa</a:t>
            </a:r>
            <a:r>
              <a:rPr kumimoji="0" lang="en-US" sz="4000" b="0" i="0" u="none" strike="noStrike" kern="1200" cap="none" spc="0" normalizeH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kumimoji="0" lang="en-US" sz="4000" b="0" i="0" u="none" strike="noStrike" kern="1200" cap="none" spc="0" normalizeH="0" noProof="0" dirty="0" err="1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hài</a:t>
            </a:r>
            <a:r>
              <a:rPr kumimoji="0" lang="en-US" sz="4000" b="0" i="0" u="none" strike="noStrike" kern="1200" cap="none" spc="0" normalizeH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kumimoji="0" lang="en-US" sz="4000" b="0" i="0" u="none" strike="noStrike" kern="1200" cap="none" spc="0" normalizeH="0" noProof="0" dirty="0" err="1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lưỡng</a:t>
            </a:r>
            <a:r>
              <a:rPr kumimoji="0" lang="en-US" sz="4000" b="0" i="0" u="none" strike="noStrike" kern="1200" cap="none" spc="0" normalizeH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kumimoji="0" lang="en-US" sz="4000" b="0" i="0" u="none" strike="noStrike" kern="1200" cap="none" spc="0" normalizeH="0" noProof="0" dirty="0" err="1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ổn</a:t>
            </a:r>
            <a:r>
              <a:rPr kumimoji="0" lang="en-US" sz="4000" b="0" i="0" u="none" strike="noStrike" kern="1200" cap="none" spc="0" normalizeH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  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Constantia" pitchFamily="18" charset="0"/>
              <a:ea typeface="+mj-ea"/>
              <a:cs typeface="+mj-cs"/>
            </a:endParaRPr>
          </a:p>
        </p:txBody>
      </p:sp>
      <p:sp>
        <p:nvSpPr>
          <p:cNvPr id="54278" name="Rectangle 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4279" name="Rectangle 7"/>
          <p:cNvSpPr>
            <a:spLocks noChangeArrowheads="1"/>
          </p:cNvSpPr>
          <p:nvPr/>
        </p:nvSpPr>
        <p:spPr bwMode="auto">
          <a:xfrm>
            <a:off x="0" y="7429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50" name="Group 49"/>
          <p:cNvGrpSpPr/>
          <p:nvPr/>
        </p:nvGrpSpPr>
        <p:grpSpPr>
          <a:xfrm>
            <a:off x="2362200" y="2038290"/>
            <a:ext cx="4953000" cy="4591110"/>
            <a:chOff x="2362200" y="2038290"/>
            <a:chExt cx="4953000" cy="4591110"/>
          </a:xfrm>
        </p:grpSpPr>
        <p:grpSp>
          <p:nvGrpSpPr>
            <p:cNvPr id="130" name="Group 129"/>
            <p:cNvGrpSpPr/>
            <p:nvPr/>
          </p:nvGrpSpPr>
          <p:grpSpPr>
            <a:xfrm>
              <a:off x="2362200" y="2038290"/>
              <a:ext cx="4953000" cy="4591110"/>
              <a:chOff x="2362200" y="2038290"/>
              <a:chExt cx="4953000" cy="4591110"/>
            </a:xfrm>
          </p:grpSpPr>
          <p:grpSp>
            <p:nvGrpSpPr>
              <p:cNvPr id="66601" name="Group 41"/>
              <p:cNvGrpSpPr>
                <a:grpSpLocks/>
              </p:cNvGrpSpPr>
              <p:nvPr/>
            </p:nvGrpSpPr>
            <p:grpSpPr bwMode="auto">
              <a:xfrm>
                <a:off x="2362200" y="2133600"/>
                <a:ext cx="4953000" cy="4495800"/>
                <a:chOff x="4174" y="1741"/>
                <a:chExt cx="4953" cy="6205"/>
              </a:xfrm>
            </p:grpSpPr>
            <p:grpSp>
              <p:nvGrpSpPr>
                <p:cNvPr id="66602" name="Group 42"/>
                <p:cNvGrpSpPr>
                  <a:grpSpLocks/>
                </p:cNvGrpSpPr>
                <p:nvPr/>
              </p:nvGrpSpPr>
              <p:grpSpPr bwMode="auto">
                <a:xfrm>
                  <a:off x="4174" y="1741"/>
                  <a:ext cx="4953" cy="6205"/>
                  <a:chOff x="4174" y="1741"/>
                  <a:chExt cx="4953" cy="6205"/>
                </a:xfrm>
              </p:grpSpPr>
              <p:pic>
                <p:nvPicPr>
                  <p:cNvPr id="66603" name="Picture 43"/>
                  <p:cNvPicPr>
                    <a:picLocks noChangeAspect="1" noChangeArrowheads="1"/>
                  </p:cNvPicPr>
                  <p:nvPr/>
                </p:nvPicPr>
                <p:blipFill>
                  <a:blip r:embed="rId2" cstate="print"/>
                  <a:srcRect/>
                  <a:stretch>
                    <a:fillRect/>
                  </a:stretch>
                </p:blipFill>
                <p:spPr bwMode="auto">
                  <a:xfrm>
                    <a:off x="4710" y="1866"/>
                    <a:ext cx="3483" cy="5780"/>
                  </a:xfrm>
                  <a:prstGeom prst="rect">
                    <a:avLst/>
                  </a:prstGeom>
                  <a:noFill/>
                </p:spPr>
              </p:pic>
              <p:grpSp>
                <p:nvGrpSpPr>
                  <p:cNvPr id="66604" name="Group 44"/>
                  <p:cNvGrpSpPr>
                    <a:grpSpLocks/>
                  </p:cNvGrpSpPr>
                  <p:nvPr/>
                </p:nvGrpSpPr>
                <p:grpSpPr bwMode="auto">
                  <a:xfrm>
                    <a:off x="5081" y="3506"/>
                    <a:ext cx="2919" cy="1134"/>
                    <a:chOff x="4893" y="3860"/>
                    <a:chExt cx="2919" cy="1134"/>
                  </a:xfrm>
                </p:grpSpPr>
                <p:grpSp>
                  <p:nvGrpSpPr>
                    <p:cNvPr id="66605" name="Group 45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893" y="3860"/>
                      <a:ext cx="1109" cy="1119"/>
                      <a:chOff x="4893" y="3949"/>
                      <a:chExt cx="1109" cy="1119"/>
                    </a:xfrm>
                  </p:grpSpPr>
                  <p:pic>
                    <p:nvPicPr>
                      <p:cNvPr id="66606" name="Picture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 cstate="print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93" y="3949"/>
                        <a:ext cx="778" cy="758"/>
                      </a:xfrm>
                      <a:prstGeom prst="rect">
                        <a:avLst/>
                      </a:prstGeom>
                      <a:noFill/>
                    </p:spPr>
                  </p:pic>
                  <p:pic>
                    <p:nvPicPr>
                      <p:cNvPr id="66607" name="Picture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 cstate="print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" y="4185"/>
                        <a:ext cx="710" cy="883"/>
                      </a:xfrm>
                      <a:prstGeom prst="rect">
                        <a:avLst/>
                      </a:prstGeom>
                      <a:noFill/>
                    </p:spPr>
                  </p:pic>
                </p:grpSp>
                <p:grpSp>
                  <p:nvGrpSpPr>
                    <p:cNvPr id="66608" name="Group 48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5811" y="3860"/>
                      <a:ext cx="1109" cy="1119"/>
                      <a:chOff x="4893" y="3949"/>
                      <a:chExt cx="1109" cy="1119"/>
                    </a:xfrm>
                  </p:grpSpPr>
                  <p:pic>
                    <p:nvPicPr>
                      <p:cNvPr id="66609" name="Picture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 cstate="print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93" y="3949"/>
                        <a:ext cx="778" cy="758"/>
                      </a:xfrm>
                      <a:prstGeom prst="rect">
                        <a:avLst/>
                      </a:prstGeom>
                      <a:noFill/>
                    </p:spPr>
                  </p:pic>
                  <p:pic>
                    <p:nvPicPr>
                      <p:cNvPr id="66610" name="Picture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 cstate="print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" y="4185"/>
                        <a:ext cx="710" cy="883"/>
                      </a:xfrm>
                      <a:prstGeom prst="rect">
                        <a:avLst/>
                      </a:prstGeom>
                      <a:noFill/>
                    </p:spPr>
                  </p:pic>
                </p:grpSp>
                <p:grpSp>
                  <p:nvGrpSpPr>
                    <p:cNvPr id="66611" name="Group 51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6703" y="3875"/>
                      <a:ext cx="1109" cy="1119"/>
                      <a:chOff x="4893" y="3949"/>
                      <a:chExt cx="1109" cy="1119"/>
                    </a:xfrm>
                  </p:grpSpPr>
                  <p:pic>
                    <p:nvPicPr>
                      <p:cNvPr id="66612" name="Picture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 cstate="print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93" y="3949"/>
                        <a:ext cx="778" cy="758"/>
                      </a:xfrm>
                      <a:prstGeom prst="rect">
                        <a:avLst/>
                      </a:prstGeom>
                      <a:noFill/>
                    </p:spPr>
                  </p:pic>
                  <p:pic>
                    <p:nvPicPr>
                      <p:cNvPr id="66613" name="Picture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 cstate="print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" y="4185"/>
                        <a:ext cx="710" cy="883"/>
                      </a:xfrm>
                      <a:prstGeom prst="rect">
                        <a:avLst/>
                      </a:prstGeom>
                      <a:noFill/>
                    </p:spPr>
                  </p:pic>
                </p:grpSp>
              </p:grpSp>
              <p:cxnSp>
                <p:nvCxnSpPr>
                  <p:cNvPr id="66615" name="AutoShape 55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4860" y="2976"/>
                    <a:ext cx="3983" cy="1"/>
                  </a:xfrm>
                  <a:prstGeom prst="straightConnector1">
                    <a:avLst/>
                  </a:prstGeom>
                  <a:noFill/>
                  <a:ln w="15875">
                    <a:solidFill>
                      <a:srgbClr val="000000"/>
                    </a:solidFill>
                    <a:round/>
                    <a:headEnd/>
                    <a:tailEnd type="triangle" w="sm" len="med"/>
                  </a:ln>
                </p:spPr>
              </p:cxnSp>
              <p:cxnSp>
                <p:nvCxnSpPr>
                  <p:cNvPr id="66616" name="AutoShape 56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4841" y="6065"/>
                    <a:ext cx="4001" cy="1"/>
                  </a:xfrm>
                  <a:prstGeom prst="straightConnector1">
                    <a:avLst/>
                  </a:prstGeom>
                  <a:noFill/>
                  <a:ln w="15875">
                    <a:solidFill>
                      <a:srgbClr val="000000"/>
                    </a:solidFill>
                    <a:round/>
                    <a:headEnd/>
                    <a:tailEnd type="triangle" w="sm" len="med"/>
                  </a:ln>
                </p:spPr>
              </p:cxnSp>
              <p:cxnSp>
                <p:nvCxnSpPr>
                  <p:cNvPr id="66617" name="AutoShape 57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4860" y="7536"/>
                    <a:ext cx="3983" cy="1"/>
                  </a:xfrm>
                  <a:prstGeom prst="straightConnector1">
                    <a:avLst/>
                  </a:prstGeom>
                  <a:noFill/>
                  <a:ln w="15875">
                    <a:solidFill>
                      <a:srgbClr val="000000"/>
                    </a:solidFill>
                    <a:round/>
                    <a:headEnd/>
                    <a:tailEnd type="triangle" w="sm" len="med"/>
                  </a:ln>
                </p:spPr>
              </p:cxnSp>
              <p:cxnSp>
                <p:nvCxnSpPr>
                  <p:cNvPr id="66618" name="AutoShape 58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4860" y="4086"/>
                    <a:ext cx="3983" cy="1"/>
                  </a:xfrm>
                  <a:prstGeom prst="straightConnector1">
                    <a:avLst/>
                  </a:prstGeom>
                  <a:noFill/>
                  <a:ln w="15875">
                    <a:solidFill>
                      <a:srgbClr val="000000"/>
                    </a:solidFill>
                    <a:round/>
                    <a:headEnd/>
                    <a:tailEnd type="triangle" w="sm" len="med"/>
                  </a:ln>
                </p:spPr>
              </p:cxnSp>
              <p:cxnSp>
                <p:nvCxnSpPr>
                  <p:cNvPr id="66619" name="AutoShape 59"/>
                  <p:cNvCxnSpPr>
                    <a:cxnSpLocks noChangeShapeType="1"/>
                  </p:cNvCxnSpPr>
                  <p:nvPr/>
                </p:nvCxnSpPr>
                <p:spPr bwMode="auto">
                  <a:xfrm flipV="1">
                    <a:off x="4853" y="1941"/>
                    <a:ext cx="1" cy="2568"/>
                  </a:xfrm>
                  <a:prstGeom prst="straightConnector1">
                    <a:avLst/>
                  </a:prstGeom>
                  <a:noFill/>
                  <a:ln w="15875">
                    <a:solidFill>
                      <a:srgbClr val="000000"/>
                    </a:solidFill>
                    <a:round/>
                    <a:headEnd/>
                    <a:tailEnd type="triangle" w="sm" len="med"/>
                  </a:ln>
                </p:spPr>
              </p:cxnSp>
              <p:cxnSp>
                <p:nvCxnSpPr>
                  <p:cNvPr id="66620" name="AutoShape 60"/>
                  <p:cNvCxnSpPr>
                    <a:cxnSpLocks noChangeShapeType="1"/>
                  </p:cNvCxnSpPr>
                  <p:nvPr/>
                </p:nvCxnSpPr>
                <p:spPr bwMode="auto">
                  <a:xfrm flipV="1">
                    <a:off x="5783" y="2901"/>
                    <a:ext cx="1" cy="3889"/>
                  </a:xfrm>
                  <a:prstGeom prst="straightConnector1">
                    <a:avLst/>
                  </a:prstGeom>
                  <a:noFill/>
                  <a:ln w="3175">
                    <a:solidFill>
                      <a:srgbClr val="000000"/>
                    </a:solidFill>
                    <a:prstDash val="lgDash"/>
                    <a:round/>
                    <a:headEnd/>
                    <a:tailEnd type="none" w="sm" len="med"/>
                  </a:ln>
                </p:spPr>
              </p:cxnSp>
              <p:cxnSp>
                <p:nvCxnSpPr>
                  <p:cNvPr id="66621" name="AutoShape 61"/>
                  <p:cNvCxnSpPr>
                    <a:cxnSpLocks noChangeShapeType="1"/>
                  </p:cNvCxnSpPr>
                  <p:nvPr/>
                </p:nvCxnSpPr>
                <p:spPr bwMode="auto">
                  <a:xfrm flipV="1">
                    <a:off x="6683" y="2916"/>
                    <a:ext cx="1" cy="3889"/>
                  </a:xfrm>
                  <a:prstGeom prst="straightConnector1">
                    <a:avLst/>
                  </a:prstGeom>
                  <a:noFill/>
                  <a:ln w="3175">
                    <a:solidFill>
                      <a:srgbClr val="000000"/>
                    </a:solidFill>
                    <a:prstDash val="lgDash"/>
                    <a:round/>
                    <a:headEnd/>
                    <a:tailEnd type="none" w="sm" len="med"/>
                  </a:ln>
                </p:spPr>
              </p:cxnSp>
              <p:cxnSp>
                <p:nvCxnSpPr>
                  <p:cNvPr id="66622" name="AutoShape 62"/>
                  <p:cNvCxnSpPr>
                    <a:cxnSpLocks noChangeShapeType="1"/>
                  </p:cNvCxnSpPr>
                  <p:nvPr/>
                </p:nvCxnSpPr>
                <p:spPr bwMode="auto">
                  <a:xfrm flipV="1">
                    <a:off x="7598" y="2916"/>
                    <a:ext cx="1" cy="3889"/>
                  </a:xfrm>
                  <a:prstGeom prst="straightConnector1">
                    <a:avLst/>
                  </a:prstGeom>
                  <a:noFill/>
                  <a:ln w="3175">
                    <a:solidFill>
                      <a:srgbClr val="000000"/>
                    </a:solidFill>
                    <a:prstDash val="lgDash"/>
                    <a:round/>
                    <a:headEnd/>
                    <a:tailEnd type="none" w="sm" len="med"/>
                  </a:ln>
                </p:spPr>
              </p:cxnSp>
              <p:sp>
                <p:nvSpPr>
                  <p:cNvPr id="66623" name="Text Box 6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677" y="2886"/>
                    <a:ext cx="405" cy="522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100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pitchFamily="34" charset="0"/>
                      </a:rPr>
                      <a:t>t</a:t>
                    </a:r>
                    <a:endParaRPr kumimoji="0" lang="en-US" sz="18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sp>
                <p:nvSpPr>
                  <p:cNvPr id="66624" name="Text Box 6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223" y="1741"/>
                    <a:ext cx="817" cy="522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18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sp>
                <p:nvSpPr>
                  <p:cNvPr id="66625" name="Text Box 6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722" y="3966"/>
                    <a:ext cx="405" cy="522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100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pitchFamily="34" charset="0"/>
                      </a:rPr>
                      <a:t>t</a:t>
                    </a:r>
                    <a:endParaRPr kumimoji="0" lang="en-US" sz="18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sp>
                <p:nvSpPr>
                  <p:cNvPr id="66626" name="Text Box 6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722" y="5796"/>
                    <a:ext cx="405" cy="522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100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pitchFamily="34" charset="0"/>
                      </a:rPr>
                      <a:t>t</a:t>
                    </a:r>
                    <a:endParaRPr kumimoji="0" lang="en-US" sz="18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sp>
                <p:nvSpPr>
                  <p:cNvPr id="66627" name="Text Box 6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722" y="7424"/>
                    <a:ext cx="405" cy="522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100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pitchFamily="34" charset="0"/>
                      </a:rPr>
                      <a:t>t</a:t>
                    </a:r>
                    <a:endParaRPr kumimoji="0" lang="en-US" sz="18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sp>
                <p:nvSpPr>
                  <p:cNvPr id="66628" name="Text Box 6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178" y="4449"/>
                    <a:ext cx="817" cy="522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18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sp>
                <p:nvSpPr>
                  <p:cNvPr id="66629" name="Text Box 6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174" y="5991"/>
                    <a:ext cx="817" cy="522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18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cxnSp>
                <p:nvCxnSpPr>
                  <p:cNvPr id="66630" name="AutoShape 70"/>
                  <p:cNvCxnSpPr>
                    <a:cxnSpLocks noChangeShapeType="1"/>
                  </p:cNvCxnSpPr>
                  <p:nvPr/>
                </p:nvCxnSpPr>
                <p:spPr bwMode="auto">
                  <a:xfrm flipV="1">
                    <a:off x="4853" y="4641"/>
                    <a:ext cx="1" cy="1542"/>
                  </a:xfrm>
                  <a:prstGeom prst="straightConnector1">
                    <a:avLst/>
                  </a:prstGeom>
                  <a:noFill/>
                  <a:ln w="15875">
                    <a:solidFill>
                      <a:srgbClr val="000000"/>
                    </a:solidFill>
                    <a:round/>
                    <a:headEnd/>
                    <a:tailEnd type="triangle" w="sm" len="med"/>
                  </a:ln>
                </p:spPr>
              </p:cxnSp>
              <p:cxnSp>
                <p:nvCxnSpPr>
                  <p:cNvPr id="66631" name="AutoShape 71"/>
                  <p:cNvCxnSpPr>
                    <a:cxnSpLocks noChangeShapeType="1"/>
                  </p:cNvCxnSpPr>
                  <p:nvPr/>
                </p:nvCxnSpPr>
                <p:spPr bwMode="auto">
                  <a:xfrm flipV="1">
                    <a:off x="4853" y="6231"/>
                    <a:ext cx="1" cy="1542"/>
                  </a:xfrm>
                  <a:prstGeom prst="straightConnector1">
                    <a:avLst/>
                  </a:prstGeom>
                  <a:noFill/>
                  <a:ln w="15875">
                    <a:solidFill>
                      <a:srgbClr val="000000"/>
                    </a:solidFill>
                    <a:round/>
                    <a:headEnd/>
                    <a:tailEnd type="triangle" w="sm" len="med"/>
                  </a:ln>
                </p:spPr>
              </p:cxnSp>
              <p:sp>
                <p:nvSpPr>
                  <p:cNvPr id="66632" name="Text Box 7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5066" y="5483"/>
                    <a:ext cx="817" cy="522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18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cxnSp>
                <p:nvCxnSpPr>
                  <p:cNvPr id="66633" name="AutoShape 73"/>
                  <p:cNvCxnSpPr>
                    <a:cxnSpLocks noChangeShapeType="1"/>
                  </p:cNvCxnSpPr>
                  <p:nvPr/>
                </p:nvCxnSpPr>
                <p:spPr bwMode="auto">
                  <a:xfrm flipV="1">
                    <a:off x="5145" y="6804"/>
                    <a:ext cx="1" cy="765"/>
                  </a:xfrm>
                  <a:prstGeom prst="straightConnector1">
                    <a:avLst/>
                  </a:prstGeom>
                  <a:noFill/>
                  <a:ln w="15875">
                    <a:solidFill>
                      <a:srgbClr val="FF0000"/>
                    </a:solidFill>
                    <a:round/>
                    <a:headEnd type="triangle" w="sm" len="med"/>
                    <a:tailEnd type="triangle" w="sm" len="med"/>
                  </a:ln>
                </p:spPr>
              </p:cxnSp>
              <p:cxnSp>
                <p:nvCxnSpPr>
                  <p:cNvPr id="66634" name="AutoShape 74"/>
                  <p:cNvCxnSpPr>
                    <a:cxnSpLocks noChangeShapeType="1"/>
                  </p:cNvCxnSpPr>
                  <p:nvPr/>
                </p:nvCxnSpPr>
                <p:spPr bwMode="auto">
                  <a:xfrm flipV="1">
                    <a:off x="5153" y="6066"/>
                    <a:ext cx="1" cy="278"/>
                  </a:xfrm>
                  <a:prstGeom prst="straightConnector1">
                    <a:avLst/>
                  </a:prstGeom>
                  <a:noFill/>
                  <a:ln w="15875">
                    <a:solidFill>
                      <a:srgbClr val="000000"/>
                    </a:solidFill>
                    <a:round/>
                    <a:headEnd/>
                    <a:tailEnd type="triangle" w="sm" len="med"/>
                  </a:ln>
                </p:spPr>
              </p:cxnSp>
              <p:cxnSp>
                <p:nvCxnSpPr>
                  <p:cNvPr id="66635" name="AutoShape 75"/>
                  <p:cNvCxnSpPr>
                    <a:cxnSpLocks noChangeShapeType="1"/>
                  </p:cNvCxnSpPr>
                  <p:nvPr/>
                </p:nvCxnSpPr>
                <p:spPr bwMode="auto">
                  <a:xfrm flipV="1">
                    <a:off x="5153" y="5601"/>
                    <a:ext cx="1" cy="278"/>
                  </a:xfrm>
                  <a:prstGeom prst="straightConnector1">
                    <a:avLst/>
                  </a:prstGeom>
                  <a:noFill/>
                  <a:ln w="15875">
                    <a:solidFill>
                      <a:srgbClr val="000000"/>
                    </a:solidFill>
                    <a:round/>
                    <a:headEnd type="triangle" w="sm" len="med"/>
                    <a:tailEnd type="none" w="sm" len="med"/>
                  </a:ln>
                </p:spPr>
              </p:cxnSp>
              <p:sp>
                <p:nvSpPr>
                  <p:cNvPr id="66636" name="Text Box 7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5017" y="6902"/>
                    <a:ext cx="817" cy="522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18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</p:grpSp>
            <p:sp>
              <p:nvSpPr>
                <p:cNvPr id="66637" name="Text Box 77"/>
                <p:cNvSpPr txBox="1">
                  <a:spLocks noChangeArrowheads="1"/>
                </p:cNvSpPr>
                <p:nvPr/>
              </p:nvSpPr>
              <p:spPr bwMode="auto">
                <a:xfrm>
                  <a:off x="5666" y="2970"/>
                  <a:ext cx="473" cy="5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2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18" charset="0"/>
                      <a:cs typeface="Arial" pitchFamily="34" charset="0"/>
                    </a:rPr>
                    <a:t>T</a:t>
                  </a:r>
                  <a:endParaRPr kumimoji="0" 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66638" name="Text Box 78"/>
                <p:cNvSpPr txBox="1">
                  <a:spLocks noChangeArrowheads="1"/>
                </p:cNvSpPr>
                <p:nvPr/>
              </p:nvSpPr>
              <p:spPr bwMode="auto">
                <a:xfrm>
                  <a:off x="6635" y="2985"/>
                  <a:ext cx="655" cy="5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2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18" charset="0"/>
                      <a:cs typeface="Arial" pitchFamily="34" charset="0"/>
                    </a:rPr>
                    <a:t>2T</a:t>
                  </a:r>
                  <a:endParaRPr kumimoji="0" 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66639" name="Text Box 79"/>
                <p:cNvSpPr txBox="1">
                  <a:spLocks noChangeArrowheads="1"/>
                </p:cNvSpPr>
                <p:nvPr/>
              </p:nvSpPr>
              <p:spPr bwMode="auto">
                <a:xfrm>
                  <a:off x="7669" y="2985"/>
                  <a:ext cx="655" cy="5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2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18" charset="0"/>
                      <a:cs typeface="Arial" pitchFamily="34" charset="0"/>
                    </a:rPr>
                    <a:t>3T</a:t>
                  </a:r>
                  <a:endParaRPr kumimoji="0" 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</p:grpSp>
          <p:sp>
            <p:nvSpPr>
              <p:cNvPr id="127" name="TextBox 126"/>
              <p:cNvSpPr txBox="1"/>
              <p:nvPr/>
            </p:nvSpPr>
            <p:spPr>
              <a:xfrm>
                <a:off x="2676525" y="2038290"/>
                <a:ext cx="4572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i="1" dirty="0" smtClean="0">
                    <a:latin typeface="Constantia" pitchFamily="18" charset="0"/>
                  </a:rPr>
                  <a:t>v</a:t>
                </a:r>
                <a:r>
                  <a:rPr lang="en-US" sz="2000" i="1" baseline="-25000" dirty="0" smtClean="0">
                    <a:latin typeface="Constantia" pitchFamily="18" charset="0"/>
                  </a:rPr>
                  <a:t>i</a:t>
                </a:r>
                <a:endParaRPr lang="en-US" sz="2000" i="1" baseline="-25000" dirty="0">
                  <a:latin typeface="Constantia" pitchFamily="18" charset="0"/>
                </a:endParaRPr>
              </a:p>
            </p:txBody>
          </p:sp>
          <p:sp>
            <p:nvSpPr>
              <p:cNvPr id="128" name="TextBox 127"/>
              <p:cNvSpPr txBox="1"/>
              <p:nvPr/>
            </p:nvSpPr>
            <p:spPr>
              <a:xfrm>
                <a:off x="2590800" y="4038600"/>
                <a:ext cx="6096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i="1" dirty="0" smtClean="0">
                    <a:latin typeface="Constantia" pitchFamily="18" charset="0"/>
                  </a:rPr>
                  <a:t>v</a:t>
                </a:r>
                <a:r>
                  <a:rPr lang="en-US" sz="2000" i="1" baseline="-25000" dirty="0" smtClean="0">
                    <a:latin typeface="Constantia" pitchFamily="18" charset="0"/>
                  </a:rPr>
                  <a:t>C1</a:t>
                </a:r>
                <a:endParaRPr lang="en-US" sz="2000" i="1" baseline="-25000" dirty="0">
                  <a:latin typeface="Constantia" pitchFamily="18" charset="0"/>
                </a:endParaRPr>
              </a:p>
            </p:txBody>
          </p:sp>
          <p:sp>
            <p:nvSpPr>
              <p:cNvPr id="129" name="TextBox 128"/>
              <p:cNvSpPr txBox="1"/>
              <p:nvPr/>
            </p:nvSpPr>
            <p:spPr>
              <a:xfrm>
                <a:off x="2590800" y="5181600"/>
                <a:ext cx="6096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i="1" dirty="0" smtClean="0">
                    <a:latin typeface="Constantia" pitchFamily="18" charset="0"/>
                  </a:rPr>
                  <a:t>v</a:t>
                </a:r>
                <a:r>
                  <a:rPr lang="en-US" sz="2000" i="1" baseline="-25000" dirty="0" smtClean="0">
                    <a:latin typeface="Constantia" pitchFamily="18" charset="0"/>
                  </a:rPr>
                  <a:t>C2</a:t>
                </a:r>
                <a:endParaRPr lang="en-US" sz="2000" i="1" baseline="-25000" dirty="0">
                  <a:latin typeface="Constantia" pitchFamily="18" charset="0"/>
                </a:endParaRPr>
              </a:p>
            </p:txBody>
          </p:sp>
        </p:grpSp>
        <p:sp>
          <p:nvSpPr>
            <p:cNvPr id="48" name="TextBox 47"/>
            <p:cNvSpPr txBox="1"/>
            <p:nvPr/>
          </p:nvSpPr>
          <p:spPr>
            <a:xfrm>
              <a:off x="3295650" y="4743450"/>
              <a:ext cx="762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i="1" dirty="0" smtClean="0">
                  <a:latin typeface="Constantia" pitchFamily="18" charset="0"/>
                </a:rPr>
                <a:t>0,2V</a:t>
              </a:r>
              <a:endParaRPr lang="en-US" sz="2000" i="1" baseline="-25000" dirty="0">
                <a:latin typeface="Constantia" pitchFamily="18" charset="0"/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3276600" y="5867400"/>
              <a:ext cx="762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i="1" dirty="0" smtClean="0">
                  <a:latin typeface="Constantia" pitchFamily="18" charset="0"/>
                </a:rPr>
                <a:t>V</a:t>
              </a:r>
              <a:r>
                <a:rPr lang="en-US" sz="2000" i="1" baseline="-25000" dirty="0" smtClean="0">
                  <a:latin typeface="Constantia" pitchFamily="18" charset="0"/>
                </a:rPr>
                <a:t>CC</a:t>
              </a:r>
              <a:endParaRPr lang="en-US" sz="2000" i="1" baseline="-25000" dirty="0">
                <a:latin typeface="Constantia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752600"/>
            <a:ext cx="4876800" cy="4953000"/>
          </a:xfrm>
        </p:spPr>
        <p:txBody>
          <a:bodyPr>
            <a:normAutofit lnSpcReduction="10000"/>
          </a:bodyPr>
          <a:lstStyle/>
          <a:p>
            <a:r>
              <a:rPr lang="en-US" sz="2000" dirty="0" err="1" smtClean="0">
                <a:solidFill>
                  <a:srgbClr val="C00000"/>
                </a:solidFill>
                <a:latin typeface="Constantia" pitchFamily="18" charset="0"/>
              </a:rPr>
              <a:t>Mạch</a:t>
            </a:r>
            <a:r>
              <a:rPr lang="en-US" sz="2000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2000" dirty="0" err="1" smtClean="0">
                <a:solidFill>
                  <a:srgbClr val="C00000"/>
                </a:solidFill>
                <a:latin typeface="Constantia" pitchFamily="18" charset="0"/>
              </a:rPr>
              <a:t>dao</a:t>
            </a:r>
            <a:r>
              <a:rPr lang="en-US" sz="2000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2000" dirty="0" err="1" smtClean="0">
                <a:solidFill>
                  <a:srgbClr val="C00000"/>
                </a:solidFill>
                <a:latin typeface="Constantia" pitchFamily="18" charset="0"/>
              </a:rPr>
              <a:t>động</a:t>
            </a:r>
            <a:r>
              <a:rPr lang="en-US" sz="2000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2000" dirty="0" err="1" smtClean="0">
                <a:solidFill>
                  <a:srgbClr val="C00000"/>
                </a:solidFill>
                <a:latin typeface="Constantia" pitchFamily="18" charset="0"/>
              </a:rPr>
              <a:t>đa</a:t>
            </a:r>
            <a:r>
              <a:rPr lang="en-US" sz="2000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2000" dirty="0" err="1" smtClean="0">
                <a:solidFill>
                  <a:srgbClr val="C00000"/>
                </a:solidFill>
                <a:latin typeface="Constantia" pitchFamily="18" charset="0"/>
              </a:rPr>
              <a:t>hài</a:t>
            </a:r>
            <a:r>
              <a:rPr lang="en-US" sz="2000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2000" dirty="0" err="1" smtClean="0">
                <a:solidFill>
                  <a:srgbClr val="C00000"/>
                </a:solidFill>
                <a:latin typeface="Constantia" pitchFamily="18" charset="0"/>
              </a:rPr>
              <a:t>đơn</a:t>
            </a:r>
            <a:r>
              <a:rPr lang="en-US" sz="2000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2000" dirty="0" err="1" smtClean="0">
                <a:solidFill>
                  <a:srgbClr val="C00000"/>
                </a:solidFill>
                <a:latin typeface="Constantia" pitchFamily="18" charset="0"/>
              </a:rPr>
              <a:t>ổn</a:t>
            </a:r>
            <a:r>
              <a:rPr lang="en-US" sz="2000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có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một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trạng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thái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ổn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định</a:t>
            </a:r>
            <a:r>
              <a:rPr lang="en-US" sz="2000" dirty="0" smtClean="0">
                <a:latin typeface="Constantia" pitchFamily="18" charset="0"/>
              </a:rPr>
              <a:t> (</a:t>
            </a:r>
            <a:r>
              <a:rPr lang="en-US" sz="2000" i="1" dirty="0" err="1" smtClean="0">
                <a:solidFill>
                  <a:srgbClr val="C00000"/>
                </a:solidFill>
                <a:latin typeface="Constantia" pitchFamily="18" charset="0"/>
              </a:rPr>
              <a:t>trạng</a:t>
            </a:r>
            <a:r>
              <a:rPr lang="en-US" sz="2000" i="1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Constantia" pitchFamily="18" charset="0"/>
              </a:rPr>
              <a:t>thái</a:t>
            </a:r>
            <a:r>
              <a:rPr lang="en-US" sz="2000" i="1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Constantia" pitchFamily="18" charset="0"/>
              </a:rPr>
              <a:t>bền</a:t>
            </a:r>
            <a:r>
              <a:rPr lang="en-US" sz="2000" i="1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Constantia" pitchFamily="18" charset="0"/>
              </a:rPr>
              <a:t>vững</a:t>
            </a:r>
            <a:r>
              <a:rPr lang="en-US" sz="2000" dirty="0" smtClean="0">
                <a:latin typeface="Constantia" pitchFamily="18" charset="0"/>
              </a:rPr>
              <a:t>) </a:t>
            </a:r>
            <a:r>
              <a:rPr lang="en-US" sz="2000" dirty="0" err="1" smtClean="0">
                <a:latin typeface="Constantia" pitchFamily="18" charset="0"/>
              </a:rPr>
              <a:t>và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một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trạng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thái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không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ổn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định</a:t>
            </a:r>
            <a:r>
              <a:rPr lang="en-US" sz="2000" dirty="0" smtClean="0">
                <a:latin typeface="Constantia" pitchFamily="18" charset="0"/>
              </a:rPr>
              <a:t> (</a:t>
            </a:r>
            <a:r>
              <a:rPr lang="en-US" sz="2000" i="1" dirty="0" err="1" smtClean="0">
                <a:solidFill>
                  <a:srgbClr val="C00000"/>
                </a:solidFill>
                <a:latin typeface="Constantia" pitchFamily="18" charset="0"/>
              </a:rPr>
              <a:t>trạng</a:t>
            </a:r>
            <a:r>
              <a:rPr lang="en-US" sz="2000" i="1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Constantia" pitchFamily="18" charset="0"/>
              </a:rPr>
              <a:t>thái</a:t>
            </a:r>
            <a:r>
              <a:rPr lang="en-US" sz="2000" i="1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Constantia" pitchFamily="18" charset="0"/>
              </a:rPr>
              <a:t>tạo</a:t>
            </a:r>
            <a:r>
              <a:rPr lang="en-US" sz="2000" i="1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Constantia" pitchFamily="18" charset="0"/>
              </a:rPr>
              <a:t>xung</a:t>
            </a:r>
            <a:r>
              <a:rPr lang="en-US" sz="2000" dirty="0" smtClean="0">
                <a:latin typeface="Constantia" pitchFamily="18" charset="0"/>
              </a:rPr>
              <a:t>). </a:t>
            </a:r>
          </a:p>
          <a:p>
            <a:r>
              <a:rPr lang="en-US" sz="2000" dirty="0" err="1" smtClean="0">
                <a:latin typeface="Constantia" pitchFamily="18" charset="0"/>
              </a:rPr>
              <a:t>Mạch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dao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động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đa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hài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đơn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ổn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cũng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giống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mạch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dao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động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đa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hài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lưỡng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ổn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đó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là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khi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bắt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đầu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được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cấp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nguồn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thì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mạch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sẽ</a:t>
            </a:r>
            <a:r>
              <a:rPr lang="en-US" sz="2000" dirty="0" smtClean="0">
                <a:latin typeface="Constantia" pitchFamily="18" charset="0"/>
              </a:rPr>
              <a:t> ở </a:t>
            </a:r>
            <a:r>
              <a:rPr lang="en-US" sz="2000" i="1" dirty="0" err="1" smtClean="0">
                <a:solidFill>
                  <a:srgbClr val="C00000"/>
                </a:solidFill>
                <a:latin typeface="Constantia" pitchFamily="18" charset="0"/>
              </a:rPr>
              <a:t>mãi</a:t>
            </a:r>
            <a:r>
              <a:rPr lang="en-US" sz="2000" i="1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Constantia" pitchFamily="18" charset="0"/>
              </a:rPr>
              <a:t>một</a:t>
            </a:r>
            <a:r>
              <a:rPr lang="en-US" sz="2000" i="1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Constantia" pitchFamily="18" charset="0"/>
              </a:rPr>
              <a:t>trạng</a:t>
            </a:r>
            <a:r>
              <a:rPr lang="en-US" sz="2000" i="1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Constantia" pitchFamily="18" charset="0"/>
              </a:rPr>
              <a:t>thái</a:t>
            </a:r>
            <a:r>
              <a:rPr lang="en-US" sz="2000" i="1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Constantia" pitchFamily="18" charset="0"/>
              </a:rPr>
              <a:t>ổn</a:t>
            </a:r>
            <a:r>
              <a:rPr lang="en-US" sz="2000" i="1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Constantia" pitchFamily="18" charset="0"/>
              </a:rPr>
              <a:t>định</a:t>
            </a:r>
            <a:r>
              <a:rPr lang="en-US" sz="2000" i="1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nếu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không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có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tác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động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tới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đầu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vào</a:t>
            </a:r>
            <a:r>
              <a:rPr lang="en-US" sz="2000" dirty="0" smtClean="0">
                <a:latin typeface="Constantia" pitchFamily="18" charset="0"/>
              </a:rPr>
              <a:t>. </a:t>
            </a:r>
          </a:p>
          <a:p>
            <a:r>
              <a:rPr lang="en-US" sz="2000" dirty="0" err="1" smtClean="0">
                <a:latin typeface="Constantia" pitchFamily="18" charset="0"/>
              </a:rPr>
              <a:t>Khi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đầu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vào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nhận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được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một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xung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kích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thì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mạch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sẽ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đổi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trạng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thái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và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tạo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xung</a:t>
            </a:r>
            <a:r>
              <a:rPr lang="en-US" sz="2000" dirty="0" smtClean="0">
                <a:latin typeface="Constantia" pitchFamily="18" charset="0"/>
              </a:rPr>
              <a:t> ở </a:t>
            </a:r>
            <a:r>
              <a:rPr lang="en-US" sz="2000" dirty="0" err="1" smtClean="0">
                <a:latin typeface="Constantia" pitchFamily="18" charset="0"/>
              </a:rPr>
              <a:t>đầu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ra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nhưng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chỉ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tồn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tại</a:t>
            </a:r>
            <a:r>
              <a:rPr lang="en-US" sz="2000" dirty="0" smtClean="0">
                <a:latin typeface="Constantia" pitchFamily="18" charset="0"/>
              </a:rPr>
              <a:t> ở </a:t>
            </a:r>
            <a:r>
              <a:rPr lang="en-US" sz="2000" dirty="0" err="1" smtClean="0">
                <a:latin typeface="Constantia" pitchFamily="18" charset="0"/>
              </a:rPr>
              <a:t>trạng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thái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này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một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thời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gian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sau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đó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lại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về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trạng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thái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ổn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định</a:t>
            </a:r>
            <a:r>
              <a:rPr lang="en-US" sz="2000" dirty="0" smtClean="0">
                <a:latin typeface="Constantia" pitchFamily="18" charset="0"/>
              </a:rPr>
              <a:t> ban </a:t>
            </a:r>
            <a:r>
              <a:rPr lang="en-US" sz="2000" dirty="0" err="1" smtClean="0">
                <a:latin typeface="Constantia" pitchFamily="18" charset="0"/>
              </a:rPr>
              <a:t>đầu</a:t>
            </a:r>
            <a:r>
              <a:rPr lang="en-US" sz="2000" dirty="0" smtClean="0">
                <a:latin typeface="Constantia" pitchFamily="18" charset="0"/>
              </a:rPr>
              <a:t>. </a:t>
            </a:r>
            <a:r>
              <a:rPr lang="en-US" sz="2000" i="1" dirty="0" err="1" smtClean="0">
                <a:solidFill>
                  <a:srgbClr val="C00000"/>
                </a:solidFill>
                <a:latin typeface="Constantia" pitchFamily="18" charset="0"/>
              </a:rPr>
              <a:t>Chính</a:t>
            </a:r>
            <a:r>
              <a:rPr lang="en-US" sz="2000" i="1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Constantia" pitchFamily="18" charset="0"/>
              </a:rPr>
              <a:t>vì</a:t>
            </a:r>
            <a:r>
              <a:rPr lang="en-US" sz="2000" i="1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Constantia" pitchFamily="18" charset="0"/>
              </a:rPr>
              <a:t>vậy</a:t>
            </a:r>
            <a:r>
              <a:rPr lang="en-US" sz="2000" i="1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Constantia" pitchFamily="18" charset="0"/>
              </a:rPr>
              <a:t>mà</a:t>
            </a:r>
            <a:r>
              <a:rPr lang="en-US" sz="2000" i="1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Constantia" pitchFamily="18" charset="0"/>
              </a:rPr>
              <a:t>được</a:t>
            </a:r>
            <a:r>
              <a:rPr lang="en-US" sz="2000" i="1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Constantia" pitchFamily="18" charset="0"/>
              </a:rPr>
              <a:t>gọi</a:t>
            </a:r>
            <a:r>
              <a:rPr lang="en-US" sz="2000" i="1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Constantia" pitchFamily="18" charset="0"/>
              </a:rPr>
              <a:t>là</a:t>
            </a:r>
            <a:r>
              <a:rPr lang="en-US" sz="2000" i="1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Constantia" pitchFamily="18" charset="0"/>
              </a:rPr>
              <a:t>mạch</a:t>
            </a:r>
            <a:r>
              <a:rPr lang="en-US" sz="2000" i="1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Constantia" pitchFamily="18" charset="0"/>
              </a:rPr>
              <a:t>dao</a:t>
            </a:r>
            <a:r>
              <a:rPr lang="en-US" sz="2000" i="1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Constantia" pitchFamily="18" charset="0"/>
              </a:rPr>
              <a:t>động</a:t>
            </a:r>
            <a:r>
              <a:rPr lang="en-US" sz="2000" i="1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Constantia" pitchFamily="18" charset="0"/>
              </a:rPr>
              <a:t>đa</a:t>
            </a:r>
            <a:r>
              <a:rPr lang="en-US" sz="2000" i="1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Constantia" pitchFamily="18" charset="0"/>
              </a:rPr>
              <a:t>hài</a:t>
            </a:r>
            <a:r>
              <a:rPr lang="en-US" sz="2000" i="1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Constantia" pitchFamily="18" charset="0"/>
              </a:rPr>
              <a:t>đơn</a:t>
            </a:r>
            <a:r>
              <a:rPr lang="en-US" sz="2000" i="1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Constantia" pitchFamily="18" charset="0"/>
              </a:rPr>
              <a:t>ổn</a:t>
            </a:r>
            <a:r>
              <a:rPr lang="en-US" sz="2000" i="1" dirty="0" smtClean="0">
                <a:solidFill>
                  <a:srgbClr val="C00000"/>
                </a:solidFill>
                <a:latin typeface="Constantia" pitchFamily="18" charset="0"/>
              </a:rPr>
              <a:t>. </a:t>
            </a:r>
          </a:p>
          <a:p>
            <a:pPr>
              <a:buSzPct val="100000"/>
            </a:pPr>
            <a:endParaRPr lang="en-US" sz="2000" dirty="0" smtClean="0">
              <a:latin typeface="Times New Roman"/>
              <a:cs typeface="Times New Roman"/>
            </a:endParaRPr>
          </a:p>
          <a:p>
            <a:pPr>
              <a:buSzPct val="100000"/>
            </a:pPr>
            <a:endParaRPr lang="en-US" sz="2000" dirty="0" smtClean="0">
              <a:latin typeface="Constantia" pitchFamily="18" charset="0"/>
            </a:endParaRPr>
          </a:p>
          <a:p>
            <a:endParaRPr lang="en-US" sz="2000" dirty="0">
              <a:latin typeface="Constantia" pitchFamily="18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381000" y="457200"/>
            <a:ext cx="8534400" cy="8080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bIns="91440" anchor="b" anchorCtr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5.2.4.</a:t>
            </a:r>
            <a:r>
              <a:rPr kumimoji="0" lang="en-US" sz="4000" b="0" i="0" u="none" strike="noStrike" kern="1200" cap="none" spc="0" normalizeH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kumimoji="0" lang="en-US" sz="4000" b="0" i="0" u="none" strike="noStrike" kern="1200" cap="none" spc="0" normalizeH="0" noProof="0" dirty="0" err="1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Mạch</a:t>
            </a:r>
            <a:r>
              <a:rPr kumimoji="0" lang="en-US" sz="4000" b="0" i="0" u="none" strike="noStrike" kern="1200" cap="none" spc="0" normalizeH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kumimoji="0" lang="en-US" sz="4000" b="0" i="0" u="none" strike="noStrike" kern="1200" cap="none" spc="0" normalizeH="0" noProof="0" dirty="0" err="1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dao</a:t>
            </a:r>
            <a:r>
              <a:rPr kumimoji="0" lang="en-US" sz="4000" b="0" i="0" u="none" strike="noStrike" kern="1200" cap="none" spc="0" normalizeH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kumimoji="0" lang="en-US" sz="4000" b="0" i="0" u="none" strike="noStrike" kern="1200" cap="none" spc="0" normalizeH="0" noProof="0" dirty="0" err="1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động</a:t>
            </a:r>
            <a:r>
              <a:rPr kumimoji="0" lang="en-US" sz="4000" b="0" i="0" u="none" strike="noStrike" kern="1200" cap="none" spc="0" normalizeH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kumimoji="0" lang="en-US" sz="4000" b="0" i="0" u="none" strike="noStrike" kern="1200" cap="none" spc="0" normalizeH="0" noProof="0" dirty="0" err="1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đa</a:t>
            </a:r>
            <a:r>
              <a:rPr kumimoji="0" lang="en-US" sz="4000" b="0" i="0" u="none" strike="noStrike" kern="1200" cap="none" spc="0" normalizeH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kumimoji="0" lang="en-US" sz="4000" b="0" i="0" u="none" strike="noStrike" kern="1200" cap="none" spc="0" normalizeH="0" noProof="0" dirty="0" err="1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hài</a:t>
            </a:r>
            <a:r>
              <a:rPr kumimoji="0" lang="en-US" sz="4000" b="0" i="0" u="none" strike="noStrike" kern="1200" cap="none" spc="0" normalizeH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kumimoji="0" lang="en-US" sz="4000" b="0" i="0" u="none" strike="noStrike" kern="1200" cap="none" spc="0" normalizeH="0" noProof="0" dirty="0" err="1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đơn</a:t>
            </a:r>
            <a:r>
              <a:rPr kumimoji="0" lang="en-US" sz="4000" b="0" i="0" u="none" strike="noStrike" kern="1200" cap="none" spc="0" normalizeH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kumimoji="0" lang="en-US" sz="4000" b="0" i="0" u="none" strike="noStrike" kern="1200" cap="none" spc="0" normalizeH="0" noProof="0" dirty="0" err="1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ổn</a:t>
            </a:r>
            <a:r>
              <a:rPr kumimoji="0" lang="en-US" sz="4000" b="0" i="0" u="none" strike="noStrike" kern="1200" cap="none" spc="0" normalizeH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Constantia" pitchFamily="18" charset="0"/>
              <a:ea typeface="+mj-ea"/>
              <a:cs typeface="+mj-cs"/>
            </a:endParaRPr>
          </a:p>
        </p:txBody>
      </p:sp>
      <p:sp>
        <p:nvSpPr>
          <p:cNvPr id="54278" name="Rectangle 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4279" name="Rectangle 7"/>
          <p:cNvSpPr>
            <a:spLocks noChangeArrowheads="1"/>
          </p:cNvSpPr>
          <p:nvPr/>
        </p:nvSpPr>
        <p:spPr bwMode="auto">
          <a:xfrm>
            <a:off x="0" y="7429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5486400" y="1447800"/>
            <a:ext cx="3541711" cy="2556510"/>
            <a:chOff x="5486401" y="2133600"/>
            <a:chExt cx="3541711" cy="2556510"/>
          </a:xfrm>
        </p:grpSpPr>
        <p:sp>
          <p:nvSpPr>
            <p:cNvPr id="67587" name="Text Box 3"/>
            <p:cNvSpPr txBox="1">
              <a:spLocks noChangeArrowheads="1"/>
            </p:cNvSpPr>
            <p:nvPr/>
          </p:nvSpPr>
          <p:spPr bwMode="auto">
            <a:xfrm>
              <a:off x="5486401" y="2133600"/>
              <a:ext cx="3505200" cy="46609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Pct val="150000"/>
                <a:buFont typeface="Arial" pitchFamily="34" charset="0"/>
                <a:buChar char="•"/>
                <a:tabLst/>
              </a:pPr>
              <a:r>
                <a:rPr kumimoji="0" lang="en-US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 </a:t>
              </a:r>
              <a:r>
                <a:rPr kumimoji="0" lang="en-US" sz="2000" b="0" i="0" u="none" strike="noStrike" cap="none" normalizeH="0" baseline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Mạch</a:t>
              </a:r>
              <a:r>
                <a:rPr kumimoji="0" lang="en-US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 </a:t>
              </a:r>
              <a:r>
                <a:rPr kumimoji="0" lang="en-US" sz="2000" b="0" i="0" u="none" strike="noStrike" cap="none" normalizeH="0" baseline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dao</a:t>
              </a:r>
              <a:r>
                <a:rPr kumimoji="0" lang="en-US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 </a:t>
              </a:r>
              <a:r>
                <a:rPr kumimoji="0" lang="en-US" sz="2000" b="0" i="0" u="none" strike="noStrike" cap="none" normalizeH="0" baseline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động</a:t>
              </a:r>
              <a:r>
                <a:rPr kumimoji="0" lang="en-US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 </a:t>
              </a:r>
              <a:r>
                <a:rPr kumimoji="0" lang="en-US" sz="2000" b="0" i="0" u="none" strike="noStrike" cap="none" normalizeH="0" baseline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đa</a:t>
              </a:r>
              <a:r>
                <a:rPr kumimoji="0" lang="en-US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 </a:t>
              </a:r>
              <a:r>
                <a:rPr kumimoji="0" lang="en-US" sz="2000" b="0" i="0" u="none" strike="noStrike" cap="none" normalizeH="0" baseline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hài</a:t>
              </a:r>
              <a:r>
                <a:rPr kumimoji="0" lang="en-US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 </a:t>
              </a:r>
              <a:r>
                <a:rPr kumimoji="0" lang="en-US" sz="2000" b="0" i="0" u="none" strike="noStrike" cap="none" normalizeH="0" baseline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đơn</a:t>
              </a:r>
              <a:r>
                <a:rPr kumimoji="0" lang="en-US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 </a:t>
              </a:r>
              <a:r>
                <a:rPr kumimoji="0" lang="en-US" sz="2000" b="0" i="0" u="none" strike="noStrike" cap="none" normalizeH="0" baseline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ổn</a:t>
              </a:r>
              <a:endPara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67588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5970958" y="2514600"/>
              <a:ext cx="3057154" cy="2175510"/>
            </a:xfrm>
            <a:prstGeom prst="rect">
              <a:avLst/>
            </a:prstGeom>
            <a:noFill/>
          </p:spPr>
        </p:pic>
      </p:grpSp>
      <p:sp>
        <p:nvSpPr>
          <p:cNvPr id="15" name="Content Placeholder 2"/>
          <p:cNvSpPr txBox="1">
            <a:spLocks/>
          </p:cNvSpPr>
          <p:nvPr/>
        </p:nvSpPr>
        <p:spPr>
          <a:xfrm>
            <a:off x="5257800" y="4114800"/>
            <a:ext cx="3505200" cy="2590800"/>
          </a:xfrm>
          <a:prstGeom prst="rect">
            <a:avLst/>
          </a:prstGeom>
        </p:spPr>
        <p:txBody>
          <a:bodyPr vert="horz">
            <a:normAutofit lnSpcReduction="10000"/>
          </a:bodyPr>
          <a:lstStyle/>
          <a:p>
            <a:pPr>
              <a:buClr>
                <a:schemeClr val="accent1"/>
              </a:buClr>
              <a:buSzPct val="150000"/>
              <a:buFont typeface="Arial" pitchFamily="34" charset="0"/>
              <a:buChar char="•"/>
            </a:pP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Constantia" pitchFamily="18" charset="0"/>
              </a:rPr>
              <a:t>Còn</a:t>
            </a:r>
            <a:r>
              <a:rPr lang="en-US" sz="2000" i="1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Constantia" pitchFamily="18" charset="0"/>
              </a:rPr>
              <a:t>được</a:t>
            </a:r>
            <a:r>
              <a:rPr lang="en-US" sz="2000" i="1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Constantia" pitchFamily="18" charset="0"/>
              </a:rPr>
              <a:t>gọi</a:t>
            </a:r>
            <a:r>
              <a:rPr lang="en-US" sz="2000" i="1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Constantia" pitchFamily="18" charset="0"/>
              </a:rPr>
              <a:t>là</a:t>
            </a:r>
            <a:r>
              <a:rPr lang="en-US" sz="2000" i="1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Constantia" pitchFamily="18" charset="0"/>
              </a:rPr>
              <a:t>mạch</a:t>
            </a:r>
            <a:r>
              <a:rPr lang="en-US" sz="2000" i="1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Constantia" pitchFamily="18" charset="0"/>
              </a:rPr>
              <a:t>định</a:t>
            </a:r>
            <a:r>
              <a:rPr lang="en-US" sz="2000" i="1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Constantia" pitchFamily="18" charset="0"/>
              </a:rPr>
              <a:t>thì</a:t>
            </a:r>
            <a:r>
              <a:rPr lang="en-US" sz="2000" i="1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vì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độ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rộng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xung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được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tạo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có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thể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điều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chỉnh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được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nhờ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các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thông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số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của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mạch</a:t>
            </a:r>
            <a:r>
              <a:rPr lang="en-US" sz="2000" dirty="0" smtClean="0">
                <a:latin typeface="Constantia" pitchFamily="18" charset="0"/>
              </a:rPr>
              <a:t>.</a:t>
            </a:r>
          </a:p>
          <a:p>
            <a:pPr>
              <a:buClr>
                <a:schemeClr val="accent1"/>
              </a:buClr>
              <a:buSzPct val="150000"/>
              <a:buFont typeface="Arial" pitchFamily="34" charset="0"/>
              <a:buChar char="•"/>
            </a:pP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Constantia" pitchFamily="18" charset="0"/>
              </a:rPr>
              <a:t>Được</a:t>
            </a:r>
            <a:r>
              <a:rPr lang="en-US" sz="2000" i="1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Constantia" pitchFamily="18" charset="0"/>
              </a:rPr>
              <a:t>sử</a:t>
            </a:r>
            <a:r>
              <a:rPr lang="en-US" sz="2000" i="1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Constantia" pitchFamily="18" charset="0"/>
              </a:rPr>
              <a:t>dụng</a:t>
            </a:r>
            <a:r>
              <a:rPr lang="en-US" sz="2000" i="1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Constantia" pitchFamily="18" charset="0"/>
              </a:rPr>
              <a:t>phổ</a:t>
            </a:r>
            <a:r>
              <a:rPr lang="en-US" sz="2000" i="1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Constantia" pitchFamily="18" charset="0"/>
              </a:rPr>
              <a:t>biến</a:t>
            </a:r>
            <a:r>
              <a:rPr lang="en-US" sz="2000" i="1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trong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các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lĩnh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vực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điều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khiển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tự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động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trong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các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thiết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bị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điện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tử</a:t>
            </a:r>
            <a:r>
              <a:rPr lang="en-US" sz="2000" dirty="0" smtClean="0">
                <a:latin typeface="Constantia" pitchFamily="18" charset="0"/>
              </a:rPr>
              <a:t>  </a:t>
            </a:r>
            <a:r>
              <a:rPr lang="en-US" sz="2000" dirty="0" err="1" smtClean="0">
                <a:latin typeface="Constantia" pitchFamily="18" charset="0"/>
              </a:rPr>
              <a:t>và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điện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tử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công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nghiệp</a:t>
            </a:r>
            <a:r>
              <a:rPr lang="en-US" sz="2000" dirty="0" smtClean="0">
                <a:latin typeface="Constantia" pitchFamily="18" charset="0"/>
              </a:rPr>
              <a:t>.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Char char=""/>
              <a:tabLst/>
              <a:defRPr/>
            </a:pPr>
            <a:endParaRPr kumimoji="0" lang="en-US" sz="2000" b="0" i="1" u="none" strike="noStrike" kern="1200" cap="none" spc="0" normalizeH="0" baseline="0" noProof="0" dirty="0" smtClean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nstantia" pitchFamily="18" charset="0"/>
              <a:ea typeface="+mn-ea"/>
              <a:cs typeface="+mn-cs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 2"/>
              <a:buChar char=""/>
              <a:tabLst/>
              <a:defRPr/>
            </a:pP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 2"/>
              <a:buChar char=""/>
              <a:tabLst/>
              <a:defRPr/>
            </a:pP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nstantia" pitchFamily="18" charset="0"/>
              <a:ea typeface="+mn-ea"/>
              <a:cs typeface="+mn-cs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Char char="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nstantia" pitchFamily="18" charset="0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52400" y="1066800"/>
            <a:ext cx="5334000" cy="2667000"/>
          </a:xfrm>
        </p:spPr>
        <p:txBody>
          <a:bodyPr>
            <a:noAutofit/>
          </a:bodyPr>
          <a:lstStyle/>
          <a:p>
            <a:pPr marL="457200" indent="-457200">
              <a:buSzPct val="120000"/>
              <a:buFont typeface="Wingdings" pitchFamily="2" charset="2"/>
              <a:buChar char="Ø"/>
            </a:pPr>
            <a:r>
              <a:rPr lang="en-US" sz="2000" dirty="0" err="1" smtClean="0">
                <a:solidFill>
                  <a:srgbClr val="C00000"/>
                </a:solidFill>
                <a:latin typeface="Constantia" pitchFamily="18" charset="0"/>
              </a:rPr>
              <a:t>Nguyên</a:t>
            </a:r>
            <a:r>
              <a:rPr lang="en-US" sz="2000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2000" dirty="0" err="1" smtClean="0">
                <a:solidFill>
                  <a:srgbClr val="C00000"/>
                </a:solidFill>
                <a:latin typeface="Constantia" pitchFamily="18" charset="0"/>
              </a:rPr>
              <a:t>lý</a:t>
            </a:r>
            <a:r>
              <a:rPr lang="en-US" sz="2000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2000" dirty="0" err="1" smtClean="0">
                <a:solidFill>
                  <a:srgbClr val="C00000"/>
                </a:solidFill>
                <a:latin typeface="Constantia" pitchFamily="18" charset="0"/>
              </a:rPr>
              <a:t>hoạt</a:t>
            </a:r>
            <a:r>
              <a:rPr lang="en-US" sz="2000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2000" dirty="0" err="1" smtClean="0">
                <a:solidFill>
                  <a:srgbClr val="C00000"/>
                </a:solidFill>
                <a:latin typeface="Constantia" pitchFamily="18" charset="0"/>
              </a:rPr>
              <a:t>động</a:t>
            </a:r>
            <a:endParaRPr lang="en-US" sz="2000" dirty="0" smtClean="0">
              <a:solidFill>
                <a:srgbClr val="C00000"/>
              </a:solidFill>
              <a:latin typeface="Constantia" pitchFamily="18" charset="0"/>
            </a:endParaRPr>
          </a:p>
          <a:p>
            <a:r>
              <a:rPr lang="en-US" sz="2000" dirty="0" err="1" smtClean="0">
                <a:latin typeface="Constantia" pitchFamily="18" charset="0"/>
              </a:rPr>
              <a:t>Khi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cấp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nguồn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cho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mạch</a:t>
            </a:r>
            <a:r>
              <a:rPr lang="en-US" sz="2000" dirty="0" smtClean="0">
                <a:latin typeface="Constantia" pitchFamily="18" charset="0"/>
              </a:rPr>
              <a:t>, </a:t>
            </a:r>
            <a:r>
              <a:rPr lang="en-US" sz="2000" dirty="0" err="1" smtClean="0">
                <a:latin typeface="Constantia" pitchFamily="18" charset="0"/>
              </a:rPr>
              <a:t>tụ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điện</a:t>
            </a:r>
            <a:r>
              <a:rPr lang="en-US" sz="2000" dirty="0" smtClean="0">
                <a:latin typeface="Constantia" pitchFamily="18" charset="0"/>
              </a:rPr>
              <a:t> C </a:t>
            </a:r>
            <a:r>
              <a:rPr lang="en-US" sz="2000" dirty="0" err="1" smtClean="0">
                <a:latin typeface="Constantia" pitchFamily="18" charset="0"/>
              </a:rPr>
              <a:t>được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nạp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điện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thông</a:t>
            </a:r>
            <a:r>
              <a:rPr lang="en-US" sz="2000" dirty="0" smtClean="0">
                <a:latin typeface="Constantia" pitchFamily="18" charset="0"/>
              </a:rPr>
              <a:t> qua </a:t>
            </a:r>
            <a:r>
              <a:rPr lang="en-US" sz="2000" dirty="0" err="1" smtClean="0">
                <a:latin typeface="Constantia" pitchFamily="18" charset="0"/>
              </a:rPr>
              <a:t>điện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trở</a:t>
            </a:r>
            <a:r>
              <a:rPr lang="en-US" sz="2000" dirty="0" smtClean="0">
                <a:latin typeface="Constantia" pitchFamily="18" charset="0"/>
              </a:rPr>
              <a:t> R</a:t>
            </a:r>
            <a:r>
              <a:rPr lang="en-US" sz="2000" baseline="-25000" dirty="0" smtClean="0">
                <a:latin typeface="Constantia" pitchFamily="18" charset="0"/>
              </a:rPr>
              <a:t>C2</a:t>
            </a:r>
            <a:r>
              <a:rPr lang="en-US" sz="2000" dirty="0" smtClean="0">
                <a:latin typeface="Constantia" pitchFamily="18" charset="0"/>
                <a:cs typeface="Times New Roman"/>
              </a:rPr>
              <a:t>→</a:t>
            </a:r>
            <a:r>
              <a:rPr lang="en-US" sz="2000" dirty="0" smtClean="0">
                <a:latin typeface="Constantia" pitchFamily="18" charset="0"/>
              </a:rPr>
              <a:t>phân </a:t>
            </a:r>
            <a:r>
              <a:rPr lang="en-US" sz="2000" dirty="0" err="1" smtClean="0">
                <a:latin typeface="Constantia" pitchFamily="18" charset="0"/>
              </a:rPr>
              <a:t>cực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cho</a:t>
            </a:r>
            <a:r>
              <a:rPr lang="en-US" sz="2000" dirty="0" smtClean="0">
                <a:latin typeface="Constantia" pitchFamily="18" charset="0"/>
              </a:rPr>
              <a:t> T1</a:t>
            </a:r>
            <a:r>
              <a:rPr lang="en-US" sz="2000" dirty="0" smtClean="0">
                <a:latin typeface="Times New Roman"/>
                <a:cs typeface="Times New Roman"/>
              </a:rPr>
              <a:t>→</a:t>
            </a:r>
            <a:r>
              <a:rPr lang="en-US" sz="2000" dirty="0" smtClean="0">
                <a:latin typeface="Constantia" pitchFamily="18" charset="0"/>
                <a:cs typeface="Times New Roman"/>
              </a:rPr>
              <a:t>T1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đạt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trạng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thái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thông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bão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hòa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smtClean="0">
                <a:latin typeface="Times New Roman"/>
                <a:cs typeface="Times New Roman"/>
              </a:rPr>
              <a:t>→</a:t>
            </a:r>
            <a:r>
              <a:rPr lang="en-US" sz="2000" dirty="0" smtClean="0">
                <a:latin typeface="Constantia" pitchFamily="18" charset="0"/>
                <a:cs typeface="Times New Roman"/>
              </a:rPr>
              <a:t>V</a:t>
            </a:r>
            <a:r>
              <a:rPr lang="en-US" sz="2000" baseline="-25000" dirty="0" smtClean="0">
                <a:latin typeface="Constantia" pitchFamily="18" charset="0"/>
                <a:cs typeface="Times New Roman"/>
              </a:rPr>
              <a:t>C1</a:t>
            </a:r>
            <a:r>
              <a:rPr lang="en-US" sz="2000" dirty="0" smtClean="0">
                <a:latin typeface="Times New Roman"/>
                <a:cs typeface="Times New Roman"/>
              </a:rPr>
              <a:t>≈0</a:t>
            </a:r>
            <a:r>
              <a:rPr lang="en-US" sz="2000" dirty="0" smtClean="0">
                <a:latin typeface="Constantia" pitchFamily="18" charset="0"/>
              </a:rPr>
              <a:t>(</a:t>
            </a:r>
            <a:r>
              <a:rPr lang="en-US" sz="2000" dirty="0" err="1" smtClean="0">
                <a:latin typeface="Constantia" pitchFamily="18" charset="0"/>
              </a:rPr>
              <a:t>mức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thấp</a:t>
            </a:r>
            <a:r>
              <a:rPr lang="en-US" sz="2000" dirty="0" smtClean="0">
                <a:latin typeface="Constantia" pitchFamily="18" charset="0"/>
              </a:rPr>
              <a:t>), qua </a:t>
            </a:r>
            <a:r>
              <a:rPr lang="en-US" sz="2000" dirty="0" err="1" smtClean="0">
                <a:latin typeface="Constantia" pitchFamily="18" charset="0"/>
              </a:rPr>
              <a:t>cầu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phân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áp</a:t>
            </a:r>
            <a:r>
              <a:rPr lang="en-US" sz="2000" dirty="0" smtClean="0">
                <a:latin typeface="Constantia" pitchFamily="18" charset="0"/>
              </a:rPr>
              <a:t> R</a:t>
            </a:r>
            <a:r>
              <a:rPr lang="en-US" sz="2000" baseline="-25000" dirty="0" smtClean="0">
                <a:latin typeface="Constantia" pitchFamily="18" charset="0"/>
              </a:rPr>
              <a:t>B2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và</a:t>
            </a:r>
            <a:r>
              <a:rPr lang="en-US" sz="2000" dirty="0" smtClean="0">
                <a:latin typeface="Constantia" pitchFamily="18" charset="0"/>
              </a:rPr>
              <a:t> R</a:t>
            </a:r>
            <a:r>
              <a:rPr lang="en-US" sz="2000" baseline="-25000" dirty="0" smtClean="0">
                <a:latin typeface="Constantia" pitchFamily="18" charset="0"/>
              </a:rPr>
              <a:t>B</a:t>
            </a:r>
            <a:r>
              <a:rPr lang="en-US" sz="2000" dirty="0" smtClean="0">
                <a:latin typeface="Constantia" pitchFamily="18" charset="0"/>
              </a:rPr>
              <a:t>  </a:t>
            </a:r>
            <a:r>
              <a:rPr lang="en-US" sz="2000" dirty="0" err="1" smtClean="0">
                <a:latin typeface="Constantia" pitchFamily="18" charset="0"/>
              </a:rPr>
              <a:t>tạo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nên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một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điện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áp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âm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đặt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tới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cực</a:t>
            </a:r>
            <a:r>
              <a:rPr lang="en-US" sz="2000" dirty="0" smtClean="0">
                <a:latin typeface="Constantia" pitchFamily="18" charset="0"/>
              </a:rPr>
              <a:t> B2 </a:t>
            </a:r>
            <a:r>
              <a:rPr lang="en-US" sz="2000" dirty="0" err="1" smtClean="0">
                <a:latin typeface="Constantia" pitchFamily="18" charset="0"/>
              </a:rPr>
              <a:t>làm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cho</a:t>
            </a:r>
            <a:r>
              <a:rPr lang="en-US" sz="2000" dirty="0" smtClean="0">
                <a:latin typeface="Constantia" pitchFamily="18" charset="0"/>
              </a:rPr>
              <a:t> T2 </a:t>
            </a:r>
            <a:r>
              <a:rPr lang="en-US" sz="2000" dirty="0" err="1" smtClean="0">
                <a:latin typeface="Constantia" pitchFamily="18" charset="0"/>
              </a:rPr>
              <a:t>ngắt</a:t>
            </a:r>
            <a:r>
              <a:rPr lang="en-US" sz="2000" dirty="0" smtClean="0">
                <a:latin typeface="Constantia" pitchFamily="18" charset="0"/>
              </a:rPr>
              <a:t>. </a:t>
            </a:r>
            <a:r>
              <a:rPr lang="en-US" sz="2000" dirty="0" err="1" smtClean="0">
                <a:latin typeface="Constantia" pitchFamily="18" charset="0"/>
              </a:rPr>
              <a:t>Điện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áp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đặt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vào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tụ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có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giả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trị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xấp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xỉ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điện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áp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nguồn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Vcc</a:t>
            </a:r>
            <a:r>
              <a:rPr lang="en-US" sz="2000" dirty="0" smtClean="0">
                <a:latin typeface="Constantia" pitchFamily="18" charset="0"/>
              </a:rPr>
              <a:t> .</a:t>
            </a:r>
            <a:endParaRPr lang="en-US" sz="2000" dirty="0">
              <a:latin typeface="Constantia" pitchFamily="18" charset="0"/>
            </a:endParaRPr>
          </a:p>
        </p:txBody>
      </p:sp>
      <p:sp>
        <p:nvSpPr>
          <p:cNvPr id="54278" name="Rectangle 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4279" name="Rectangle 7"/>
          <p:cNvSpPr>
            <a:spLocks noChangeArrowheads="1"/>
          </p:cNvSpPr>
          <p:nvPr/>
        </p:nvSpPr>
        <p:spPr bwMode="auto">
          <a:xfrm>
            <a:off x="0" y="7429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Title 1"/>
          <p:cNvSpPr txBox="1">
            <a:spLocks/>
          </p:cNvSpPr>
          <p:nvPr/>
        </p:nvSpPr>
        <p:spPr>
          <a:xfrm>
            <a:off x="381000" y="152400"/>
            <a:ext cx="8534400" cy="8080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bIns="91440" anchor="b" anchorCtr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5.2.4.</a:t>
            </a:r>
            <a:r>
              <a:rPr kumimoji="0" lang="en-US" sz="4000" b="0" i="0" u="none" strike="noStrike" kern="1200" cap="none" spc="0" normalizeH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kumimoji="0" lang="en-US" sz="4000" b="0" i="0" u="none" strike="noStrike" kern="1200" cap="none" spc="0" normalizeH="0" noProof="0" dirty="0" err="1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Mạch</a:t>
            </a:r>
            <a:r>
              <a:rPr kumimoji="0" lang="en-US" sz="4000" b="0" i="0" u="none" strike="noStrike" kern="1200" cap="none" spc="0" normalizeH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kumimoji="0" lang="en-US" sz="4000" b="0" i="0" u="none" strike="noStrike" kern="1200" cap="none" spc="0" normalizeH="0" noProof="0" dirty="0" err="1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dao</a:t>
            </a:r>
            <a:r>
              <a:rPr kumimoji="0" lang="en-US" sz="4000" b="0" i="0" u="none" strike="noStrike" kern="1200" cap="none" spc="0" normalizeH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kumimoji="0" lang="en-US" sz="4000" b="0" i="0" u="none" strike="noStrike" kern="1200" cap="none" spc="0" normalizeH="0" noProof="0" dirty="0" err="1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động</a:t>
            </a:r>
            <a:r>
              <a:rPr kumimoji="0" lang="en-US" sz="4000" b="0" i="0" u="none" strike="noStrike" kern="1200" cap="none" spc="0" normalizeH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kumimoji="0" lang="en-US" sz="4000" b="0" i="0" u="none" strike="noStrike" kern="1200" cap="none" spc="0" normalizeH="0" noProof="0" dirty="0" err="1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đa</a:t>
            </a:r>
            <a:r>
              <a:rPr kumimoji="0" lang="en-US" sz="4000" b="0" i="0" u="none" strike="noStrike" kern="1200" cap="none" spc="0" normalizeH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kumimoji="0" lang="en-US" sz="4000" b="0" i="0" u="none" strike="noStrike" kern="1200" cap="none" spc="0" normalizeH="0" noProof="0" dirty="0" err="1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hài</a:t>
            </a:r>
            <a:r>
              <a:rPr kumimoji="0" lang="en-US" sz="4000" b="0" i="0" u="none" strike="noStrike" kern="1200" cap="none" spc="0" normalizeH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kumimoji="0" lang="en-US" sz="4000" b="0" i="0" u="none" strike="noStrike" kern="1200" cap="none" spc="0" normalizeH="0" noProof="0" dirty="0" err="1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đơn</a:t>
            </a:r>
            <a:r>
              <a:rPr kumimoji="0" lang="en-US" sz="4000" b="0" i="0" u="none" strike="noStrike" kern="1200" cap="none" spc="0" normalizeH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kumimoji="0" lang="en-US" sz="4000" b="0" i="0" u="none" strike="noStrike" kern="1200" cap="none" spc="0" normalizeH="0" noProof="0" dirty="0" err="1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ổn</a:t>
            </a:r>
            <a:r>
              <a:rPr kumimoji="0" lang="en-US" sz="4000" b="0" i="0" u="none" strike="noStrike" kern="1200" cap="none" spc="0" normalizeH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Constantia" pitchFamily="18" charset="0"/>
              <a:ea typeface="+mj-ea"/>
              <a:cs typeface="+mj-c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52400" y="3733800"/>
            <a:ext cx="5638800" cy="3523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accent1"/>
              </a:buClr>
              <a:buSzPct val="150000"/>
              <a:buFont typeface="Arial" pitchFamily="34" charset="0"/>
              <a:buChar char="•"/>
            </a:pP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Khi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xuất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hiện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xung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âm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tác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động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tới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đầu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vào</a:t>
            </a:r>
            <a:r>
              <a:rPr lang="en-US" sz="2000" dirty="0" smtClean="0">
                <a:latin typeface="Constantia" pitchFamily="18" charset="0"/>
              </a:rPr>
              <a:t>, V</a:t>
            </a:r>
            <a:r>
              <a:rPr lang="en-US" sz="2000" baseline="-25000" dirty="0" smtClean="0">
                <a:latin typeface="Constantia" pitchFamily="18" charset="0"/>
              </a:rPr>
              <a:t>B1</a:t>
            </a:r>
            <a:r>
              <a:rPr lang="en-US" sz="2000" dirty="0" smtClean="0">
                <a:latin typeface="Times New Roman"/>
                <a:cs typeface="Times New Roman"/>
              </a:rPr>
              <a:t>↓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đột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ngột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smtClean="0">
                <a:latin typeface="Times New Roman"/>
                <a:cs typeface="Times New Roman"/>
              </a:rPr>
              <a:t>→ </a:t>
            </a:r>
            <a:r>
              <a:rPr lang="en-US" sz="2000" dirty="0" smtClean="0">
                <a:latin typeface="Constantia" pitchFamily="18" charset="0"/>
              </a:rPr>
              <a:t>T1 </a:t>
            </a:r>
            <a:r>
              <a:rPr lang="en-US" sz="2000" dirty="0" err="1" smtClean="0">
                <a:latin typeface="Constantia" pitchFamily="18" charset="0"/>
              </a:rPr>
              <a:t>đang</a:t>
            </a:r>
            <a:r>
              <a:rPr lang="en-US" sz="2000" dirty="0" smtClean="0">
                <a:latin typeface="Constantia" pitchFamily="18" charset="0"/>
              </a:rPr>
              <a:t> ở </a:t>
            </a:r>
            <a:r>
              <a:rPr lang="en-US" sz="2000" dirty="0" err="1" smtClean="0">
                <a:latin typeface="Constantia" pitchFamily="18" charset="0"/>
              </a:rPr>
              <a:t>trạng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thái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bão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hòa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chuyển</a:t>
            </a:r>
            <a:r>
              <a:rPr lang="en-US" sz="2000" dirty="0" smtClean="0">
                <a:latin typeface="Constantia" pitchFamily="18" charset="0"/>
              </a:rPr>
              <a:t> sang </a:t>
            </a:r>
            <a:r>
              <a:rPr lang="en-US" sz="2000" dirty="0" err="1" smtClean="0">
                <a:latin typeface="Constantia" pitchFamily="18" charset="0"/>
              </a:rPr>
              <a:t>trạng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thái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ngắt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smtClean="0">
                <a:latin typeface="Times New Roman"/>
                <a:cs typeface="Times New Roman"/>
              </a:rPr>
              <a:t>→</a:t>
            </a:r>
            <a:r>
              <a:rPr lang="en-US" sz="2000" dirty="0" smtClean="0">
                <a:latin typeface="Constantia" pitchFamily="18" charset="0"/>
                <a:cs typeface="Times New Roman"/>
              </a:rPr>
              <a:t>V</a:t>
            </a:r>
            <a:r>
              <a:rPr lang="en-US" sz="2000" baseline="-25000" dirty="0" smtClean="0">
                <a:latin typeface="Constantia" pitchFamily="18" charset="0"/>
                <a:cs typeface="Times New Roman"/>
              </a:rPr>
              <a:t>C1</a:t>
            </a:r>
            <a:r>
              <a:rPr lang="en-US" sz="2000" dirty="0" smtClean="0">
                <a:latin typeface="Times New Roman"/>
                <a:cs typeface="Times New Roman"/>
              </a:rPr>
              <a:t> ≈ V</a:t>
            </a:r>
            <a:r>
              <a:rPr lang="en-US" sz="2000" baseline="-25000" dirty="0" smtClean="0">
                <a:latin typeface="Times New Roman"/>
                <a:cs typeface="Times New Roman"/>
              </a:rPr>
              <a:t>CC</a:t>
            </a:r>
            <a:r>
              <a:rPr lang="en-US" sz="2000" dirty="0" smtClean="0">
                <a:latin typeface="Constantia" pitchFamily="18" charset="0"/>
              </a:rPr>
              <a:t>, qua </a:t>
            </a:r>
            <a:r>
              <a:rPr lang="en-US" sz="2000" dirty="0" err="1" smtClean="0">
                <a:latin typeface="Constantia" pitchFamily="18" charset="0"/>
              </a:rPr>
              <a:t>cầu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phân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áp</a:t>
            </a:r>
            <a:r>
              <a:rPr lang="en-US" sz="2000" dirty="0" smtClean="0">
                <a:latin typeface="Constantia" pitchFamily="18" charset="0"/>
              </a:rPr>
              <a:t> R</a:t>
            </a:r>
            <a:r>
              <a:rPr lang="en-US" sz="2000" baseline="-25000" dirty="0" smtClean="0">
                <a:latin typeface="Constantia" pitchFamily="18" charset="0"/>
              </a:rPr>
              <a:t>B2</a:t>
            </a:r>
            <a:r>
              <a:rPr lang="en-US" sz="2000" dirty="0" smtClean="0">
                <a:latin typeface="Constantia" pitchFamily="18" charset="0"/>
              </a:rPr>
              <a:t>  </a:t>
            </a:r>
            <a:r>
              <a:rPr lang="en-US" sz="2000" dirty="0" err="1" smtClean="0">
                <a:latin typeface="Constantia" pitchFamily="18" charset="0"/>
              </a:rPr>
              <a:t>và</a:t>
            </a:r>
            <a:r>
              <a:rPr lang="en-US" sz="2000" dirty="0" smtClean="0">
                <a:latin typeface="Constantia" pitchFamily="18" charset="0"/>
              </a:rPr>
              <a:t> R</a:t>
            </a:r>
            <a:r>
              <a:rPr lang="en-US" sz="2000" baseline="-25000" dirty="0" smtClean="0">
                <a:latin typeface="Constantia" pitchFamily="18" charset="0"/>
              </a:rPr>
              <a:t>B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phân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cực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cho</a:t>
            </a:r>
            <a:r>
              <a:rPr lang="en-US" sz="2000" dirty="0" smtClean="0">
                <a:latin typeface="Constantia" pitchFamily="18" charset="0"/>
              </a:rPr>
              <a:t> T2  </a:t>
            </a:r>
            <a:r>
              <a:rPr lang="en-US" sz="2000" dirty="0" err="1" smtClean="0">
                <a:latin typeface="Constantia" pitchFamily="18" charset="0"/>
              </a:rPr>
              <a:t>chuyển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từ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trạng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thái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ngắt</a:t>
            </a:r>
            <a:r>
              <a:rPr lang="en-US" sz="2000" dirty="0" smtClean="0">
                <a:latin typeface="Constantia" pitchFamily="18" charset="0"/>
              </a:rPr>
              <a:t> sang </a:t>
            </a:r>
            <a:r>
              <a:rPr lang="en-US" sz="2000" dirty="0" err="1" smtClean="0">
                <a:latin typeface="Constantia" pitchFamily="18" charset="0"/>
              </a:rPr>
              <a:t>trạng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thái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thông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bão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hòa</a:t>
            </a:r>
            <a:r>
              <a:rPr lang="en-US" sz="2000" dirty="0" smtClean="0">
                <a:latin typeface="Times New Roman"/>
                <a:cs typeface="Times New Roman"/>
              </a:rPr>
              <a:t> → </a:t>
            </a:r>
            <a:r>
              <a:rPr lang="en-US" sz="2000" dirty="0" err="1" smtClean="0">
                <a:latin typeface="Constantia" pitchFamily="18" charset="0"/>
              </a:rPr>
              <a:t>điện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áp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tại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bản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cực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dương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của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tụ</a:t>
            </a:r>
            <a:r>
              <a:rPr lang="en-US" sz="2000" dirty="0" smtClean="0">
                <a:latin typeface="Constantia" pitchFamily="18" charset="0"/>
              </a:rPr>
              <a:t> C </a:t>
            </a:r>
            <a:r>
              <a:rPr lang="en-US" sz="2000" dirty="0" err="1" smtClean="0">
                <a:latin typeface="Constantia" pitchFamily="18" charset="0"/>
              </a:rPr>
              <a:t>có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điện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áp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xấp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xỉ</a:t>
            </a:r>
            <a:r>
              <a:rPr lang="en-US" sz="2000" dirty="0" smtClean="0">
                <a:latin typeface="Constantia" pitchFamily="18" charset="0"/>
              </a:rPr>
              <a:t> 0,2V</a:t>
            </a:r>
            <a:r>
              <a:rPr lang="en-US" sz="2000" dirty="0" smtClean="0">
                <a:latin typeface="Times New Roman"/>
                <a:cs typeface="Times New Roman"/>
              </a:rPr>
              <a:t> →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bản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cực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âm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của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tụ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mang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điện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áp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âm</a:t>
            </a:r>
            <a:r>
              <a:rPr lang="en-US" sz="2000" dirty="0" smtClean="0">
                <a:latin typeface="Times New Roman"/>
                <a:cs typeface="Times New Roman"/>
              </a:rPr>
              <a:t> →</a:t>
            </a:r>
            <a:r>
              <a:rPr lang="en-US" sz="2000" dirty="0" smtClean="0">
                <a:latin typeface="Constantia" pitchFamily="18" charset="0"/>
              </a:rPr>
              <a:t> V</a:t>
            </a:r>
            <a:r>
              <a:rPr lang="en-US" sz="2000" baseline="-25000" dirty="0" smtClean="0">
                <a:latin typeface="Constantia" pitchFamily="18" charset="0"/>
              </a:rPr>
              <a:t>B1</a:t>
            </a:r>
            <a:r>
              <a:rPr lang="en-US" sz="2000" dirty="0" smtClean="0">
                <a:latin typeface="Constantia" pitchFamily="18" charset="0"/>
              </a:rPr>
              <a:t>&lt;0</a:t>
            </a:r>
            <a:r>
              <a:rPr lang="en-US" sz="2000" dirty="0" smtClean="0">
                <a:latin typeface="Times New Roman"/>
                <a:cs typeface="Times New Roman"/>
              </a:rPr>
              <a:t> →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làm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cho</a:t>
            </a:r>
            <a:r>
              <a:rPr lang="en-US" sz="2000" dirty="0" smtClean="0">
                <a:latin typeface="Constantia" pitchFamily="18" charset="0"/>
              </a:rPr>
              <a:t> T1 </a:t>
            </a:r>
            <a:r>
              <a:rPr lang="en-US" sz="2000" dirty="0" err="1" smtClean="0">
                <a:latin typeface="Constantia" pitchFamily="18" charset="0"/>
              </a:rPr>
              <a:t>tiếp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tục</a:t>
            </a:r>
            <a:r>
              <a:rPr lang="en-US" sz="2000" dirty="0" smtClean="0">
                <a:latin typeface="Constantia" pitchFamily="18" charset="0"/>
              </a:rPr>
              <a:t> ở </a:t>
            </a:r>
            <a:r>
              <a:rPr lang="en-US" sz="2000" dirty="0" err="1" smtClean="0">
                <a:latin typeface="Constantia" pitchFamily="18" charset="0"/>
              </a:rPr>
              <a:t>trạng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thái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ngắt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mặc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dù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không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còn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tác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động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của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xung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âm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nữa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smtClean="0">
                <a:latin typeface="Times New Roman"/>
                <a:cs typeface="Times New Roman"/>
              </a:rPr>
              <a:t>→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mạch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chuyển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trạng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thái</a:t>
            </a:r>
            <a:r>
              <a:rPr lang="en-US" sz="2000" dirty="0" smtClean="0">
                <a:latin typeface="Constantia" pitchFamily="18" charset="0"/>
              </a:rPr>
              <a:t> . </a:t>
            </a:r>
          </a:p>
          <a:p>
            <a:endParaRPr lang="en-US" dirty="0"/>
          </a:p>
        </p:txBody>
      </p:sp>
      <p:grpSp>
        <p:nvGrpSpPr>
          <p:cNvPr id="37" name="Group 36"/>
          <p:cNvGrpSpPr/>
          <p:nvPr/>
        </p:nvGrpSpPr>
        <p:grpSpPr>
          <a:xfrm>
            <a:off x="5705846" y="1219200"/>
            <a:ext cx="3438154" cy="2826782"/>
            <a:chOff x="5705846" y="1219200"/>
            <a:chExt cx="3438154" cy="2826782"/>
          </a:xfrm>
        </p:grpSpPr>
        <p:grpSp>
          <p:nvGrpSpPr>
            <p:cNvPr id="27" name="Group 26"/>
            <p:cNvGrpSpPr/>
            <p:nvPr/>
          </p:nvGrpSpPr>
          <p:grpSpPr>
            <a:xfrm>
              <a:off x="5705846" y="1219200"/>
              <a:ext cx="3438154" cy="2826782"/>
              <a:chOff x="5677271" y="971550"/>
              <a:chExt cx="3438154" cy="2826782"/>
            </a:xfrm>
          </p:grpSpPr>
          <p:pic>
            <p:nvPicPr>
              <p:cNvPr id="8" name="Picture 4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5677271" y="971550"/>
                <a:ext cx="3438154" cy="2446634"/>
              </a:xfrm>
              <a:prstGeom prst="rect">
                <a:avLst/>
              </a:prstGeom>
              <a:noFill/>
              <a:ln w="28575">
                <a:noFill/>
              </a:ln>
            </p:spPr>
          </p:pic>
          <p:sp>
            <p:nvSpPr>
              <p:cNvPr id="13" name="Freeform 12"/>
              <p:cNvSpPr/>
              <p:nvPr/>
            </p:nvSpPr>
            <p:spPr>
              <a:xfrm>
                <a:off x="5682034" y="1200150"/>
                <a:ext cx="2293937" cy="1752600"/>
              </a:xfrm>
              <a:custGeom>
                <a:avLst/>
                <a:gdLst>
                  <a:gd name="connsiteX0" fmla="*/ 2185987 w 2293937"/>
                  <a:gd name="connsiteY0" fmla="*/ 0 h 1752600"/>
                  <a:gd name="connsiteX1" fmla="*/ 2185987 w 2293937"/>
                  <a:gd name="connsiteY1" fmla="*/ 695325 h 1752600"/>
                  <a:gd name="connsiteX2" fmla="*/ 1538287 w 2293937"/>
                  <a:gd name="connsiteY2" fmla="*/ 695325 h 1752600"/>
                  <a:gd name="connsiteX3" fmla="*/ 957262 w 2293937"/>
                  <a:gd name="connsiteY3" fmla="*/ 1152525 h 1752600"/>
                  <a:gd name="connsiteX4" fmla="*/ 157162 w 2293937"/>
                  <a:gd name="connsiteY4" fmla="*/ 1104900 h 1752600"/>
                  <a:gd name="connsiteX5" fmla="*/ 14287 w 2293937"/>
                  <a:gd name="connsiteY5" fmla="*/ 1752600 h 1752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293937" h="1752600">
                    <a:moveTo>
                      <a:pt x="2185987" y="0"/>
                    </a:moveTo>
                    <a:cubicBezTo>
                      <a:pt x="2239962" y="289719"/>
                      <a:pt x="2293937" y="579438"/>
                      <a:pt x="2185987" y="695325"/>
                    </a:cubicBezTo>
                    <a:cubicBezTo>
                      <a:pt x="2078037" y="811213"/>
                      <a:pt x="1743075" y="619125"/>
                      <a:pt x="1538287" y="695325"/>
                    </a:cubicBezTo>
                    <a:cubicBezTo>
                      <a:pt x="1333500" y="771525"/>
                      <a:pt x="1187450" y="1084263"/>
                      <a:pt x="957262" y="1152525"/>
                    </a:cubicBezTo>
                    <a:cubicBezTo>
                      <a:pt x="727075" y="1220788"/>
                      <a:pt x="314324" y="1004888"/>
                      <a:pt x="157162" y="1104900"/>
                    </a:cubicBezTo>
                    <a:cubicBezTo>
                      <a:pt x="0" y="1204912"/>
                      <a:pt x="7143" y="1478756"/>
                      <a:pt x="14287" y="1752600"/>
                    </a:cubicBezTo>
                  </a:path>
                </a:pathLst>
              </a:custGeom>
              <a:ln w="28575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6467846" y="3429000"/>
                <a:ext cx="1676400" cy="369332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 err="1" smtClean="0">
                    <a:latin typeface="Constantia" pitchFamily="18" charset="0"/>
                  </a:rPr>
                  <a:t>Tụ</a:t>
                </a:r>
                <a:r>
                  <a:rPr lang="en-US" dirty="0" smtClean="0">
                    <a:latin typeface="Constantia" pitchFamily="18" charset="0"/>
                  </a:rPr>
                  <a:t> C </a:t>
                </a:r>
                <a:r>
                  <a:rPr lang="en-US" dirty="0" err="1" smtClean="0">
                    <a:latin typeface="Constantia" pitchFamily="18" charset="0"/>
                  </a:rPr>
                  <a:t>nạp</a:t>
                </a:r>
                <a:r>
                  <a:rPr lang="en-US" dirty="0" smtClean="0">
                    <a:latin typeface="Constantia" pitchFamily="18" charset="0"/>
                  </a:rPr>
                  <a:t> </a:t>
                </a:r>
                <a:r>
                  <a:rPr lang="en-US" dirty="0" err="1" smtClean="0">
                    <a:latin typeface="Constantia" pitchFamily="18" charset="0"/>
                  </a:rPr>
                  <a:t>điện</a:t>
                </a:r>
                <a:r>
                  <a:rPr lang="en-US" dirty="0" smtClean="0">
                    <a:latin typeface="Constantia" pitchFamily="18" charset="0"/>
                  </a:rPr>
                  <a:t>  </a:t>
                </a:r>
                <a:endParaRPr lang="en-US" dirty="0">
                  <a:latin typeface="Constantia" pitchFamily="18" charset="0"/>
                </a:endParaRPr>
              </a:p>
            </p:txBody>
          </p:sp>
        </p:grpSp>
        <p:sp>
          <p:nvSpPr>
            <p:cNvPr id="35" name="TextBox 34"/>
            <p:cNvSpPr txBox="1"/>
            <p:nvPr/>
          </p:nvSpPr>
          <p:spPr>
            <a:xfrm>
              <a:off x="7505700" y="2219325"/>
              <a:ext cx="4953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 smtClean="0"/>
                <a:t> +</a:t>
              </a:r>
              <a:endParaRPr lang="en-US" sz="2000" b="1" dirty="0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7305675" y="2181225"/>
              <a:ext cx="4953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 smtClean="0"/>
                <a:t> -</a:t>
              </a:r>
              <a:endParaRPr lang="en-US" sz="2000" b="1" dirty="0"/>
            </a:p>
          </p:txBody>
        </p:sp>
      </p:grpSp>
      <p:grpSp>
        <p:nvGrpSpPr>
          <p:cNvPr id="52" name="Group 51"/>
          <p:cNvGrpSpPr/>
          <p:nvPr/>
        </p:nvGrpSpPr>
        <p:grpSpPr>
          <a:xfrm>
            <a:off x="5715000" y="4106566"/>
            <a:ext cx="3438154" cy="2446634"/>
            <a:chOff x="5715000" y="4106566"/>
            <a:chExt cx="3438154" cy="2446634"/>
          </a:xfrm>
        </p:grpSpPr>
        <p:grpSp>
          <p:nvGrpSpPr>
            <p:cNvPr id="53" name="Group 42"/>
            <p:cNvGrpSpPr/>
            <p:nvPr/>
          </p:nvGrpSpPr>
          <p:grpSpPr>
            <a:xfrm>
              <a:off x="5715000" y="4106566"/>
              <a:ext cx="3438154" cy="2446634"/>
              <a:chOff x="5715000" y="4106566"/>
              <a:chExt cx="3438154" cy="2446634"/>
            </a:xfrm>
          </p:grpSpPr>
          <p:grpSp>
            <p:nvGrpSpPr>
              <p:cNvPr id="55" name="Group 33"/>
              <p:cNvGrpSpPr/>
              <p:nvPr/>
            </p:nvGrpSpPr>
            <p:grpSpPr>
              <a:xfrm>
                <a:off x="5715000" y="4106566"/>
                <a:ext cx="3438154" cy="2446634"/>
                <a:chOff x="5715000" y="4106566"/>
                <a:chExt cx="3438154" cy="2446634"/>
              </a:xfrm>
            </p:grpSpPr>
            <p:pic>
              <p:nvPicPr>
                <p:cNvPr id="58" name="Picture 7"/>
                <p:cNvPicPr>
                  <a:picLocks noChangeAspect="1" noChangeArrowheads="1"/>
                </p:cNvPicPr>
                <p:nvPr/>
              </p:nvPicPr>
              <p:blipFill>
                <a:blip r:embed="rId4" cstate="print"/>
                <a:srcRect/>
                <a:stretch>
                  <a:fillRect/>
                </a:stretch>
              </p:blipFill>
              <p:spPr bwMode="auto">
                <a:xfrm>
                  <a:off x="6333754" y="5456243"/>
                  <a:ext cx="642068" cy="515932"/>
                </a:xfrm>
                <a:prstGeom prst="rect">
                  <a:avLst/>
                </a:prstGeom>
                <a:noFill/>
              </p:spPr>
            </p:pic>
            <p:pic>
              <p:nvPicPr>
                <p:cNvPr id="57" name="Picture 4"/>
                <p:cNvPicPr>
                  <a:picLocks noChangeAspect="1" noChangeArrowheads="1"/>
                </p:cNvPicPr>
                <p:nvPr/>
              </p:nvPicPr>
              <p:blipFill>
                <a:blip r:embed="rId3" cstate="print"/>
                <a:srcRect/>
                <a:stretch>
                  <a:fillRect/>
                </a:stretch>
              </p:blipFill>
              <p:spPr bwMode="auto">
                <a:xfrm>
                  <a:off x="5715000" y="4106566"/>
                  <a:ext cx="3438154" cy="2446634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</p:pic>
          </p:grpSp>
          <p:sp>
            <p:nvSpPr>
              <p:cNvPr id="56" name="TextBox 55"/>
              <p:cNvSpPr txBox="1"/>
              <p:nvPr/>
            </p:nvSpPr>
            <p:spPr>
              <a:xfrm>
                <a:off x="7305675" y="5048190"/>
                <a:ext cx="4953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 smtClean="0"/>
                  <a:t> -</a:t>
                </a:r>
                <a:endParaRPr lang="en-US" sz="2000" b="1" dirty="0"/>
              </a:p>
            </p:txBody>
          </p:sp>
        </p:grpSp>
        <p:sp>
          <p:nvSpPr>
            <p:cNvPr id="54" name="TextBox 53"/>
            <p:cNvSpPr txBox="1"/>
            <p:nvPr/>
          </p:nvSpPr>
          <p:spPr>
            <a:xfrm>
              <a:off x="7505700" y="5086290"/>
              <a:ext cx="4953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 smtClean="0"/>
                <a:t> +</a:t>
              </a:r>
              <a:endParaRPr lang="en-US" sz="2000" b="1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066800"/>
            <a:ext cx="4495800" cy="5638800"/>
          </a:xfrm>
        </p:spPr>
        <p:txBody>
          <a:bodyPr>
            <a:normAutofit fontScale="77500" lnSpcReduction="20000"/>
          </a:bodyPr>
          <a:lstStyle/>
          <a:p>
            <a:pPr marL="457200" indent="-457200">
              <a:buSzPct val="120000"/>
              <a:buFont typeface="Wingdings" pitchFamily="2" charset="2"/>
              <a:buChar char="Ø"/>
            </a:pPr>
            <a:r>
              <a:rPr lang="en-US" dirty="0" err="1" smtClean="0">
                <a:solidFill>
                  <a:srgbClr val="C00000"/>
                </a:solidFill>
                <a:latin typeface="Constantia" pitchFamily="18" charset="0"/>
              </a:rPr>
              <a:t>Nguyên</a:t>
            </a:r>
            <a:r>
              <a:rPr lang="en-US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dirty="0" err="1" smtClean="0">
                <a:solidFill>
                  <a:srgbClr val="C00000"/>
                </a:solidFill>
                <a:latin typeface="Constantia" pitchFamily="18" charset="0"/>
              </a:rPr>
              <a:t>lý</a:t>
            </a:r>
            <a:r>
              <a:rPr lang="en-US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dirty="0" err="1" smtClean="0">
                <a:solidFill>
                  <a:srgbClr val="C00000"/>
                </a:solidFill>
                <a:latin typeface="Constantia" pitchFamily="18" charset="0"/>
              </a:rPr>
              <a:t>hoạt</a:t>
            </a:r>
            <a:r>
              <a:rPr lang="en-US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dirty="0" err="1" smtClean="0">
                <a:solidFill>
                  <a:srgbClr val="C00000"/>
                </a:solidFill>
                <a:latin typeface="Constantia" pitchFamily="18" charset="0"/>
              </a:rPr>
              <a:t>động</a:t>
            </a:r>
            <a:endParaRPr lang="en-US" dirty="0" smtClean="0">
              <a:solidFill>
                <a:srgbClr val="C00000"/>
              </a:solidFill>
              <a:latin typeface="Constantia" pitchFamily="18" charset="0"/>
            </a:endParaRPr>
          </a:p>
          <a:p>
            <a:pPr>
              <a:lnSpc>
                <a:spcPct val="140000"/>
              </a:lnSpc>
            </a:pPr>
            <a:r>
              <a:rPr lang="en-US" dirty="0" err="1" smtClean="0">
                <a:latin typeface="Constantia" pitchFamily="18" charset="0"/>
              </a:rPr>
              <a:t>Tụ</a:t>
            </a:r>
            <a:r>
              <a:rPr lang="en-US" dirty="0" smtClean="0">
                <a:latin typeface="Constantia" pitchFamily="18" charset="0"/>
              </a:rPr>
              <a:t> C </a:t>
            </a:r>
            <a:r>
              <a:rPr lang="en-US" dirty="0" err="1" smtClean="0">
                <a:latin typeface="Constantia" pitchFamily="18" charset="0"/>
              </a:rPr>
              <a:t>phóng</a:t>
            </a:r>
            <a:r>
              <a:rPr lang="en-US" dirty="0" smtClean="0">
                <a:latin typeface="Constantia" pitchFamily="18" charset="0"/>
              </a:rPr>
              <a:t> </a:t>
            </a:r>
            <a:r>
              <a:rPr lang="en-US" dirty="0" err="1" smtClean="0">
                <a:latin typeface="Constantia" pitchFamily="18" charset="0"/>
              </a:rPr>
              <a:t>điện</a:t>
            </a:r>
            <a:r>
              <a:rPr lang="en-US" dirty="0" smtClean="0">
                <a:latin typeface="Constantia" pitchFamily="18" charset="0"/>
              </a:rPr>
              <a:t> qua </a:t>
            </a:r>
            <a:r>
              <a:rPr lang="en-US" dirty="0" err="1" smtClean="0">
                <a:latin typeface="Constantia" pitchFamily="18" charset="0"/>
              </a:rPr>
              <a:t>điện</a:t>
            </a:r>
            <a:r>
              <a:rPr lang="en-US" dirty="0" smtClean="0">
                <a:latin typeface="Constantia" pitchFamily="18" charset="0"/>
              </a:rPr>
              <a:t> </a:t>
            </a:r>
            <a:r>
              <a:rPr lang="en-US" dirty="0" err="1" smtClean="0">
                <a:latin typeface="Constantia" pitchFamily="18" charset="0"/>
              </a:rPr>
              <a:t>trở</a:t>
            </a:r>
            <a:r>
              <a:rPr lang="en-US" dirty="0" smtClean="0">
                <a:latin typeface="Constantia" pitchFamily="18" charset="0"/>
              </a:rPr>
              <a:t> R</a:t>
            </a:r>
            <a:r>
              <a:rPr lang="en-US" baseline="-25000" dirty="0" smtClean="0">
                <a:latin typeface="Constantia" pitchFamily="18" charset="0"/>
              </a:rPr>
              <a:t>B1</a:t>
            </a:r>
            <a:r>
              <a:rPr lang="en-US" dirty="0" smtClean="0">
                <a:latin typeface="Constantia" pitchFamily="18" charset="0"/>
              </a:rPr>
              <a:t> </a:t>
            </a:r>
            <a:r>
              <a:rPr lang="en-US" dirty="0" smtClean="0">
                <a:latin typeface="Times New Roman"/>
                <a:cs typeface="Times New Roman"/>
              </a:rPr>
              <a:t>→</a:t>
            </a:r>
            <a:r>
              <a:rPr lang="en-US" dirty="0" smtClean="0">
                <a:latin typeface="Constantia" pitchFamily="18" charset="0"/>
              </a:rPr>
              <a:t> V</a:t>
            </a:r>
            <a:r>
              <a:rPr lang="en-US" baseline="-25000" dirty="0" smtClean="0">
                <a:latin typeface="Constantia" pitchFamily="18" charset="0"/>
              </a:rPr>
              <a:t>B1 </a:t>
            </a:r>
            <a:r>
              <a:rPr lang="en-US" dirty="0" err="1" smtClean="0">
                <a:latin typeface="Constantia" pitchFamily="18" charset="0"/>
              </a:rPr>
              <a:t>dương</a:t>
            </a:r>
            <a:r>
              <a:rPr lang="en-US" dirty="0" smtClean="0">
                <a:latin typeface="Constantia" pitchFamily="18" charset="0"/>
              </a:rPr>
              <a:t> </a:t>
            </a:r>
            <a:r>
              <a:rPr lang="en-US" dirty="0" err="1" smtClean="0">
                <a:latin typeface="Constantia" pitchFamily="18" charset="0"/>
              </a:rPr>
              <a:t>dần</a:t>
            </a:r>
            <a:r>
              <a:rPr lang="en-US" dirty="0" smtClean="0">
                <a:latin typeface="Constantia" pitchFamily="18" charset="0"/>
              </a:rPr>
              <a:t> </a:t>
            </a:r>
            <a:r>
              <a:rPr lang="en-US" dirty="0" err="1" smtClean="0">
                <a:latin typeface="Constantia" pitchFamily="18" charset="0"/>
              </a:rPr>
              <a:t>lên</a:t>
            </a:r>
            <a:r>
              <a:rPr lang="en-US" dirty="0" smtClean="0">
                <a:latin typeface="Constantia" pitchFamily="18" charset="0"/>
              </a:rPr>
              <a:t> </a:t>
            </a:r>
            <a:r>
              <a:rPr lang="en-US" dirty="0" err="1" smtClean="0">
                <a:latin typeface="Constantia" pitchFamily="18" charset="0"/>
              </a:rPr>
              <a:t>và</a:t>
            </a:r>
            <a:r>
              <a:rPr lang="en-US" dirty="0" smtClean="0">
                <a:latin typeface="Constantia" pitchFamily="18" charset="0"/>
              </a:rPr>
              <a:t>  T1 </a:t>
            </a:r>
            <a:r>
              <a:rPr lang="en-US" dirty="0" err="1" smtClean="0">
                <a:latin typeface="Constantia" pitchFamily="18" charset="0"/>
              </a:rPr>
              <a:t>lại</a:t>
            </a:r>
            <a:r>
              <a:rPr lang="en-US" dirty="0" smtClean="0">
                <a:latin typeface="Constantia" pitchFamily="18" charset="0"/>
              </a:rPr>
              <a:t> </a:t>
            </a:r>
            <a:r>
              <a:rPr lang="en-US" dirty="0" err="1" smtClean="0">
                <a:latin typeface="Constantia" pitchFamily="18" charset="0"/>
              </a:rPr>
              <a:t>chuyển</a:t>
            </a:r>
            <a:r>
              <a:rPr lang="en-US" dirty="0" smtClean="0">
                <a:latin typeface="Constantia" pitchFamily="18" charset="0"/>
              </a:rPr>
              <a:t> </a:t>
            </a:r>
            <a:r>
              <a:rPr lang="en-US" dirty="0" err="1" smtClean="0">
                <a:latin typeface="Constantia" pitchFamily="18" charset="0"/>
              </a:rPr>
              <a:t>từ</a:t>
            </a:r>
            <a:r>
              <a:rPr lang="en-US" dirty="0" smtClean="0">
                <a:latin typeface="Constantia" pitchFamily="18" charset="0"/>
              </a:rPr>
              <a:t> </a:t>
            </a:r>
            <a:r>
              <a:rPr lang="en-US" dirty="0" err="1" smtClean="0">
                <a:latin typeface="Constantia" pitchFamily="18" charset="0"/>
              </a:rPr>
              <a:t>trạng</a:t>
            </a:r>
            <a:r>
              <a:rPr lang="en-US" dirty="0" smtClean="0">
                <a:latin typeface="Constantia" pitchFamily="18" charset="0"/>
              </a:rPr>
              <a:t> </a:t>
            </a:r>
            <a:r>
              <a:rPr lang="en-US" dirty="0" err="1" smtClean="0">
                <a:latin typeface="Constantia" pitchFamily="18" charset="0"/>
              </a:rPr>
              <a:t>thái</a:t>
            </a:r>
            <a:r>
              <a:rPr lang="en-US" dirty="0" smtClean="0">
                <a:latin typeface="Constantia" pitchFamily="18" charset="0"/>
              </a:rPr>
              <a:t> </a:t>
            </a:r>
            <a:r>
              <a:rPr lang="en-US" dirty="0" err="1" smtClean="0">
                <a:latin typeface="Constantia" pitchFamily="18" charset="0"/>
              </a:rPr>
              <a:t>ngắt</a:t>
            </a:r>
            <a:r>
              <a:rPr lang="en-US" dirty="0" smtClean="0">
                <a:latin typeface="Constantia" pitchFamily="18" charset="0"/>
              </a:rPr>
              <a:t> sang </a:t>
            </a:r>
            <a:r>
              <a:rPr lang="en-US" dirty="0" err="1" smtClean="0">
                <a:latin typeface="Constantia" pitchFamily="18" charset="0"/>
              </a:rPr>
              <a:t>trạng</a:t>
            </a:r>
            <a:r>
              <a:rPr lang="en-US" dirty="0" smtClean="0">
                <a:latin typeface="Constantia" pitchFamily="18" charset="0"/>
              </a:rPr>
              <a:t> </a:t>
            </a:r>
            <a:r>
              <a:rPr lang="en-US" dirty="0" err="1" smtClean="0">
                <a:latin typeface="Constantia" pitchFamily="18" charset="0"/>
              </a:rPr>
              <a:t>thái</a:t>
            </a:r>
            <a:r>
              <a:rPr lang="en-US" dirty="0" smtClean="0">
                <a:latin typeface="Constantia" pitchFamily="18" charset="0"/>
              </a:rPr>
              <a:t> </a:t>
            </a:r>
            <a:r>
              <a:rPr lang="en-US" dirty="0" err="1" smtClean="0">
                <a:latin typeface="Constantia" pitchFamily="18" charset="0"/>
              </a:rPr>
              <a:t>thông</a:t>
            </a:r>
            <a:r>
              <a:rPr lang="en-US" dirty="0" smtClean="0">
                <a:latin typeface="Constantia" pitchFamily="18" charset="0"/>
              </a:rPr>
              <a:t> </a:t>
            </a:r>
            <a:r>
              <a:rPr lang="en-US" dirty="0" err="1" smtClean="0">
                <a:latin typeface="Constantia" pitchFamily="18" charset="0"/>
              </a:rPr>
              <a:t>bão</a:t>
            </a:r>
            <a:r>
              <a:rPr lang="en-US" dirty="0" smtClean="0">
                <a:latin typeface="Constantia" pitchFamily="18" charset="0"/>
              </a:rPr>
              <a:t> </a:t>
            </a:r>
            <a:r>
              <a:rPr lang="en-US" dirty="0" err="1" smtClean="0">
                <a:latin typeface="Constantia" pitchFamily="18" charset="0"/>
              </a:rPr>
              <a:t>hòa</a:t>
            </a:r>
            <a:r>
              <a:rPr lang="en-US" dirty="0" smtClean="0">
                <a:latin typeface="Constantia" pitchFamily="18" charset="0"/>
              </a:rPr>
              <a:t> </a:t>
            </a:r>
            <a:r>
              <a:rPr lang="en-US" dirty="0" err="1" smtClean="0">
                <a:latin typeface="Constantia" pitchFamily="18" charset="0"/>
              </a:rPr>
              <a:t>đồng</a:t>
            </a:r>
            <a:r>
              <a:rPr lang="en-US" dirty="0" smtClean="0">
                <a:latin typeface="Constantia" pitchFamily="18" charset="0"/>
              </a:rPr>
              <a:t> </a:t>
            </a:r>
            <a:r>
              <a:rPr lang="en-US" dirty="0" err="1" smtClean="0">
                <a:latin typeface="Constantia" pitchFamily="18" charset="0"/>
              </a:rPr>
              <a:t>thời</a:t>
            </a:r>
            <a:r>
              <a:rPr lang="en-US" dirty="0" smtClean="0">
                <a:latin typeface="Constantia" pitchFamily="18" charset="0"/>
              </a:rPr>
              <a:t>  T2 </a:t>
            </a:r>
            <a:r>
              <a:rPr lang="en-US" dirty="0" err="1" smtClean="0">
                <a:latin typeface="Constantia" pitchFamily="18" charset="0"/>
              </a:rPr>
              <a:t>chuyển</a:t>
            </a:r>
            <a:r>
              <a:rPr lang="en-US" dirty="0" smtClean="0">
                <a:latin typeface="Constantia" pitchFamily="18" charset="0"/>
              </a:rPr>
              <a:t> </a:t>
            </a:r>
            <a:r>
              <a:rPr lang="en-US" dirty="0" err="1" smtClean="0">
                <a:latin typeface="Constantia" pitchFamily="18" charset="0"/>
              </a:rPr>
              <a:t>về</a:t>
            </a:r>
            <a:r>
              <a:rPr lang="en-US" dirty="0" smtClean="0">
                <a:latin typeface="Constantia" pitchFamily="18" charset="0"/>
              </a:rPr>
              <a:t> </a:t>
            </a:r>
            <a:r>
              <a:rPr lang="en-US" dirty="0" err="1" smtClean="0">
                <a:latin typeface="Constantia" pitchFamily="18" charset="0"/>
              </a:rPr>
              <a:t>trạng</a:t>
            </a:r>
            <a:r>
              <a:rPr lang="en-US" dirty="0" smtClean="0">
                <a:latin typeface="Constantia" pitchFamily="18" charset="0"/>
              </a:rPr>
              <a:t> </a:t>
            </a:r>
            <a:r>
              <a:rPr lang="en-US" dirty="0" err="1" smtClean="0">
                <a:latin typeface="Constantia" pitchFamily="18" charset="0"/>
              </a:rPr>
              <a:t>thái</a:t>
            </a:r>
            <a:r>
              <a:rPr lang="en-US" dirty="0" smtClean="0">
                <a:latin typeface="Constantia" pitchFamily="18" charset="0"/>
              </a:rPr>
              <a:t> </a:t>
            </a:r>
            <a:r>
              <a:rPr lang="en-US" dirty="0" err="1" smtClean="0">
                <a:latin typeface="Constantia" pitchFamily="18" charset="0"/>
              </a:rPr>
              <a:t>ngắt</a:t>
            </a:r>
            <a:r>
              <a:rPr lang="en-US" dirty="0" smtClean="0">
                <a:latin typeface="Times New Roman"/>
                <a:cs typeface="Times New Roman"/>
              </a:rPr>
              <a:t> →</a:t>
            </a:r>
            <a:r>
              <a:rPr lang="en-US" dirty="0" smtClean="0">
                <a:latin typeface="Constantia" pitchFamily="18" charset="0"/>
              </a:rPr>
              <a:t> </a:t>
            </a:r>
            <a:r>
              <a:rPr lang="en-US" dirty="0" err="1" smtClean="0">
                <a:latin typeface="Constantia" pitchFamily="18" charset="0"/>
              </a:rPr>
              <a:t>mạch</a:t>
            </a:r>
            <a:r>
              <a:rPr lang="en-US" dirty="0" smtClean="0">
                <a:latin typeface="Constantia" pitchFamily="18" charset="0"/>
              </a:rPr>
              <a:t> </a:t>
            </a:r>
            <a:r>
              <a:rPr lang="en-US" dirty="0" err="1" smtClean="0">
                <a:latin typeface="Constantia" pitchFamily="18" charset="0"/>
              </a:rPr>
              <a:t>chuyển</a:t>
            </a:r>
            <a:r>
              <a:rPr lang="en-US" dirty="0" smtClean="0">
                <a:latin typeface="Constantia" pitchFamily="18" charset="0"/>
              </a:rPr>
              <a:t> </a:t>
            </a:r>
            <a:r>
              <a:rPr lang="en-US" dirty="0" err="1" smtClean="0">
                <a:latin typeface="Constantia" pitchFamily="18" charset="0"/>
              </a:rPr>
              <a:t>về</a:t>
            </a:r>
            <a:r>
              <a:rPr lang="en-US" dirty="0" smtClean="0">
                <a:latin typeface="Constantia" pitchFamily="18" charset="0"/>
              </a:rPr>
              <a:t> </a:t>
            </a:r>
            <a:r>
              <a:rPr lang="en-US" dirty="0" err="1" smtClean="0">
                <a:latin typeface="Constantia" pitchFamily="18" charset="0"/>
              </a:rPr>
              <a:t>trạng</a:t>
            </a:r>
            <a:r>
              <a:rPr lang="en-US" dirty="0" smtClean="0">
                <a:latin typeface="Constantia" pitchFamily="18" charset="0"/>
              </a:rPr>
              <a:t> </a:t>
            </a:r>
            <a:r>
              <a:rPr lang="en-US" dirty="0" err="1" smtClean="0">
                <a:latin typeface="Constantia" pitchFamily="18" charset="0"/>
              </a:rPr>
              <a:t>thái</a:t>
            </a:r>
            <a:r>
              <a:rPr lang="en-US" dirty="0" smtClean="0">
                <a:latin typeface="Constantia" pitchFamily="18" charset="0"/>
              </a:rPr>
              <a:t> </a:t>
            </a:r>
            <a:r>
              <a:rPr lang="en-US" dirty="0" err="1" smtClean="0">
                <a:latin typeface="Constantia" pitchFamily="18" charset="0"/>
              </a:rPr>
              <a:t>ổn</a:t>
            </a:r>
            <a:r>
              <a:rPr lang="en-US" dirty="0" smtClean="0">
                <a:latin typeface="Constantia" pitchFamily="18" charset="0"/>
              </a:rPr>
              <a:t> </a:t>
            </a:r>
            <a:r>
              <a:rPr lang="en-US" dirty="0" err="1" smtClean="0">
                <a:latin typeface="Constantia" pitchFamily="18" charset="0"/>
              </a:rPr>
              <a:t>định</a:t>
            </a:r>
            <a:r>
              <a:rPr lang="en-US" dirty="0" smtClean="0">
                <a:latin typeface="Constantia" pitchFamily="18" charset="0"/>
              </a:rPr>
              <a:t>. </a:t>
            </a:r>
          </a:p>
          <a:p>
            <a:pPr>
              <a:lnSpc>
                <a:spcPct val="140000"/>
              </a:lnSpc>
            </a:pPr>
            <a:r>
              <a:rPr lang="en-US" dirty="0" err="1" smtClean="0">
                <a:latin typeface="Constantia" pitchFamily="18" charset="0"/>
              </a:rPr>
              <a:t>Khoảng</a:t>
            </a:r>
            <a:r>
              <a:rPr lang="en-US" dirty="0" smtClean="0">
                <a:latin typeface="Constantia" pitchFamily="18" charset="0"/>
              </a:rPr>
              <a:t> </a:t>
            </a:r>
            <a:r>
              <a:rPr lang="en-US" dirty="0" err="1" smtClean="0">
                <a:latin typeface="Constantia" pitchFamily="18" charset="0"/>
              </a:rPr>
              <a:t>thời</a:t>
            </a:r>
            <a:r>
              <a:rPr lang="en-US" dirty="0" smtClean="0">
                <a:latin typeface="Constantia" pitchFamily="18" charset="0"/>
              </a:rPr>
              <a:t> </a:t>
            </a:r>
            <a:r>
              <a:rPr lang="en-US" dirty="0" err="1" smtClean="0">
                <a:latin typeface="Constantia" pitchFamily="18" charset="0"/>
              </a:rPr>
              <a:t>gian</a:t>
            </a:r>
            <a:r>
              <a:rPr lang="en-US" dirty="0" smtClean="0">
                <a:latin typeface="Constantia" pitchFamily="18" charset="0"/>
              </a:rPr>
              <a:t> </a:t>
            </a:r>
            <a:r>
              <a:rPr lang="en-US" dirty="0" err="1" smtClean="0">
                <a:latin typeface="Constantia" pitchFamily="18" charset="0"/>
              </a:rPr>
              <a:t>tạo</a:t>
            </a:r>
            <a:r>
              <a:rPr lang="en-US" dirty="0" smtClean="0">
                <a:latin typeface="Constantia" pitchFamily="18" charset="0"/>
              </a:rPr>
              <a:t> </a:t>
            </a:r>
            <a:r>
              <a:rPr lang="en-US" dirty="0" err="1" smtClean="0">
                <a:latin typeface="Constantia" pitchFamily="18" charset="0"/>
              </a:rPr>
              <a:t>xung</a:t>
            </a:r>
            <a:r>
              <a:rPr lang="en-US" dirty="0" smtClean="0">
                <a:latin typeface="Constantia" pitchFamily="18" charset="0"/>
              </a:rPr>
              <a:t> </a:t>
            </a:r>
            <a:r>
              <a:rPr lang="en-US" dirty="0" err="1" smtClean="0">
                <a:latin typeface="Constantia" pitchFamily="18" charset="0"/>
              </a:rPr>
              <a:t>tại</a:t>
            </a:r>
            <a:r>
              <a:rPr lang="en-US" dirty="0" smtClean="0">
                <a:latin typeface="Constantia" pitchFamily="18" charset="0"/>
              </a:rPr>
              <a:t> </a:t>
            </a:r>
            <a:r>
              <a:rPr lang="en-US" dirty="0" err="1" smtClean="0">
                <a:latin typeface="Constantia" pitchFamily="18" charset="0"/>
              </a:rPr>
              <a:t>đầu</a:t>
            </a:r>
            <a:r>
              <a:rPr lang="en-US" dirty="0" smtClean="0">
                <a:latin typeface="Constantia" pitchFamily="18" charset="0"/>
              </a:rPr>
              <a:t> </a:t>
            </a:r>
            <a:r>
              <a:rPr lang="en-US" dirty="0" err="1" smtClean="0">
                <a:latin typeface="Constantia" pitchFamily="18" charset="0"/>
              </a:rPr>
              <a:t>ra</a:t>
            </a:r>
            <a:r>
              <a:rPr lang="en-US" dirty="0" smtClean="0">
                <a:latin typeface="Constantia" pitchFamily="18" charset="0"/>
              </a:rPr>
              <a:t> </a:t>
            </a:r>
            <a:r>
              <a:rPr lang="en-US" dirty="0" err="1" smtClean="0">
                <a:latin typeface="Constantia" pitchFamily="18" charset="0"/>
              </a:rPr>
              <a:t>chính</a:t>
            </a:r>
            <a:r>
              <a:rPr lang="en-US" dirty="0" smtClean="0">
                <a:latin typeface="Constantia" pitchFamily="18" charset="0"/>
              </a:rPr>
              <a:t> </a:t>
            </a:r>
            <a:r>
              <a:rPr lang="en-US" dirty="0" err="1" smtClean="0">
                <a:latin typeface="Constantia" pitchFamily="18" charset="0"/>
              </a:rPr>
              <a:t>là</a:t>
            </a:r>
            <a:r>
              <a:rPr lang="en-US" dirty="0" smtClean="0">
                <a:latin typeface="Constantia" pitchFamily="18" charset="0"/>
              </a:rPr>
              <a:t> </a:t>
            </a:r>
            <a:r>
              <a:rPr lang="en-US" dirty="0" err="1" smtClean="0">
                <a:latin typeface="Constantia" pitchFamily="18" charset="0"/>
              </a:rPr>
              <a:t>khoảng</a:t>
            </a:r>
            <a:r>
              <a:rPr lang="en-US" dirty="0" smtClean="0">
                <a:latin typeface="Constantia" pitchFamily="18" charset="0"/>
              </a:rPr>
              <a:t> </a:t>
            </a:r>
            <a:r>
              <a:rPr lang="en-US" dirty="0" err="1" smtClean="0">
                <a:latin typeface="Constantia" pitchFamily="18" charset="0"/>
              </a:rPr>
              <a:t>thời</a:t>
            </a:r>
            <a:r>
              <a:rPr lang="en-US" dirty="0" smtClean="0">
                <a:latin typeface="Constantia" pitchFamily="18" charset="0"/>
              </a:rPr>
              <a:t> </a:t>
            </a:r>
            <a:r>
              <a:rPr lang="en-US" dirty="0" err="1" smtClean="0">
                <a:latin typeface="Constantia" pitchFamily="18" charset="0"/>
              </a:rPr>
              <a:t>gian</a:t>
            </a:r>
            <a:r>
              <a:rPr lang="en-US" dirty="0" smtClean="0">
                <a:latin typeface="Constantia" pitchFamily="18" charset="0"/>
              </a:rPr>
              <a:t> </a:t>
            </a:r>
            <a:r>
              <a:rPr lang="en-US" dirty="0" err="1" smtClean="0">
                <a:latin typeface="Constantia" pitchFamily="18" charset="0"/>
              </a:rPr>
              <a:t>tụ</a:t>
            </a:r>
            <a:r>
              <a:rPr lang="en-US" dirty="0" smtClean="0">
                <a:latin typeface="Constantia" pitchFamily="18" charset="0"/>
              </a:rPr>
              <a:t> C </a:t>
            </a:r>
            <a:r>
              <a:rPr lang="en-US" dirty="0" err="1" smtClean="0">
                <a:latin typeface="Constantia" pitchFamily="18" charset="0"/>
              </a:rPr>
              <a:t>phóng</a:t>
            </a:r>
            <a:r>
              <a:rPr lang="en-US" dirty="0" smtClean="0">
                <a:latin typeface="Constantia" pitchFamily="18" charset="0"/>
              </a:rPr>
              <a:t> </a:t>
            </a:r>
            <a:r>
              <a:rPr lang="en-US" dirty="0" err="1" smtClean="0">
                <a:latin typeface="Constantia" pitchFamily="18" charset="0"/>
              </a:rPr>
              <a:t>điện</a:t>
            </a:r>
            <a:r>
              <a:rPr lang="en-US" dirty="0" smtClean="0">
                <a:latin typeface="Constantia" pitchFamily="18" charset="0"/>
              </a:rPr>
              <a:t>. </a:t>
            </a:r>
            <a:r>
              <a:rPr lang="en-US" dirty="0" err="1" smtClean="0">
                <a:latin typeface="Constantia" pitchFamily="18" charset="0"/>
              </a:rPr>
              <a:t>Quá</a:t>
            </a:r>
            <a:r>
              <a:rPr lang="en-US" dirty="0" smtClean="0">
                <a:latin typeface="Constantia" pitchFamily="18" charset="0"/>
              </a:rPr>
              <a:t> </a:t>
            </a:r>
            <a:r>
              <a:rPr lang="en-US" dirty="0" err="1" smtClean="0">
                <a:latin typeface="Constantia" pitchFamily="18" charset="0"/>
              </a:rPr>
              <a:t>trình</a:t>
            </a:r>
            <a:r>
              <a:rPr lang="en-US" dirty="0" smtClean="0">
                <a:latin typeface="Constantia" pitchFamily="18" charset="0"/>
              </a:rPr>
              <a:t> </a:t>
            </a:r>
            <a:r>
              <a:rPr lang="en-US" dirty="0" err="1" smtClean="0">
                <a:latin typeface="Constantia" pitchFamily="18" charset="0"/>
              </a:rPr>
              <a:t>phóng</a:t>
            </a:r>
            <a:r>
              <a:rPr lang="en-US" dirty="0" smtClean="0">
                <a:latin typeface="Constantia" pitchFamily="18" charset="0"/>
              </a:rPr>
              <a:t> </a:t>
            </a:r>
            <a:r>
              <a:rPr lang="en-US" dirty="0" err="1" smtClean="0">
                <a:latin typeface="Constantia" pitchFamily="18" charset="0"/>
              </a:rPr>
              <a:t>và</a:t>
            </a:r>
            <a:r>
              <a:rPr lang="en-US" dirty="0" smtClean="0">
                <a:latin typeface="Constantia" pitchFamily="18" charset="0"/>
              </a:rPr>
              <a:t> </a:t>
            </a:r>
            <a:r>
              <a:rPr lang="en-US" dirty="0" err="1" smtClean="0">
                <a:latin typeface="Constantia" pitchFamily="18" charset="0"/>
              </a:rPr>
              <a:t>nạp</a:t>
            </a:r>
            <a:r>
              <a:rPr lang="en-US" dirty="0" smtClean="0">
                <a:latin typeface="Constantia" pitchFamily="18" charset="0"/>
              </a:rPr>
              <a:t> </a:t>
            </a:r>
            <a:r>
              <a:rPr lang="en-US" dirty="0" err="1" smtClean="0">
                <a:latin typeface="Constantia" pitchFamily="18" charset="0"/>
              </a:rPr>
              <a:t>của</a:t>
            </a:r>
            <a:r>
              <a:rPr lang="en-US" dirty="0" smtClean="0">
                <a:latin typeface="Constantia" pitchFamily="18" charset="0"/>
              </a:rPr>
              <a:t> </a:t>
            </a:r>
            <a:r>
              <a:rPr lang="en-US" dirty="0" err="1" smtClean="0">
                <a:latin typeface="Constantia" pitchFamily="18" charset="0"/>
              </a:rPr>
              <a:t>tụ</a:t>
            </a:r>
            <a:r>
              <a:rPr lang="en-US" dirty="0" smtClean="0">
                <a:latin typeface="Constantia" pitchFamily="18" charset="0"/>
              </a:rPr>
              <a:t> </a:t>
            </a:r>
            <a:r>
              <a:rPr lang="en-US" dirty="0" err="1" smtClean="0">
                <a:latin typeface="Constantia" pitchFamily="18" charset="0"/>
              </a:rPr>
              <a:t>điện</a:t>
            </a:r>
            <a:r>
              <a:rPr lang="en-US" dirty="0" smtClean="0">
                <a:latin typeface="Constantia" pitchFamily="18" charset="0"/>
              </a:rPr>
              <a:t> </a:t>
            </a:r>
            <a:r>
              <a:rPr lang="en-US" dirty="0" err="1" smtClean="0">
                <a:latin typeface="Constantia" pitchFamily="18" charset="0"/>
              </a:rPr>
              <a:t>cứ</a:t>
            </a:r>
            <a:r>
              <a:rPr lang="en-US" dirty="0" smtClean="0">
                <a:latin typeface="Constantia" pitchFamily="18" charset="0"/>
              </a:rPr>
              <a:t> </a:t>
            </a:r>
            <a:r>
              <a:rPr lang="en-US" dirty="0" err="1" smtClean="0">
                <a:latin typeface="Constantia" pitchFamily="18" charset="0"/>
              </a:rPr>
              <a:t>thế</a:t>
            </a:r>
            <a:r>
              <a:rPr lang="en-US" dirty="0" smtClean="0">
                <a:latin typeface="Constantia" pitchFamily="18" charset="0"/>
              </a:rPr>
              <a:t> </a:t>
            </a:r>
            <a:r>
              <a:rPr lang="en-US" dirty="0" err="1" smtClean="0">
                <a:latin typeface="Constantia" pitchFamily="18" charset="0"/>
              </a:rPr>
              <a:t>xảy</a:t>
            </a:r>
            <a:r>
              <a:rPr lang="en-US" dirty="0" smtClean="0">
                <a:latin typeface="Constantia" pitchFamily="18" charset="0"/>
              </a:rPr>
              <a:t> </a:t>
            </a:r>
            <a:r>
              <a:rPr lang="en-US" dirty="0" err="1" smtClean="0">
                <a:latin typeface="Constantia" pitchFamily="18" charset="0"/>
              </a:rPr>
              <a:t>ra</a:t>
            </a:r>
            <a:r>
              <a:rPr lang="en-US" dirty="0" smtClean="0">
                <a:latin typeface="Constantia" pitchFamily="18" charset="0"/>
              </a:rPr>
              <a:t>  </a:t>
            </a:r>
            <a:r>
              <a:rPr lang="en-US" dirty="0" err="1" smtClean="0">
                <a:latin typeface="Constantia" pitchFamily="18" charset="0"/>
              </a:rPr>
              <a:t>tạo</a:t>
            </a:r>
            <a:r>
              <a:rPr lang="en-US" dirty="0" smtClean="0">
                <a:latin typeface="Constantia" pitchFamily="18" charset="0"/>
              </a:rPr>
              <a:t> </a:t>
            </a:r>
            <a:r>
              <a:rPr lang="en-US" dirty="0" err="1" smtClean="0">
                <a:latin typeface="Constantia" pitchFamily="18" charset="0"/>
              </a:rPr>
              <a:t>nên</a:t>
            </a:r>
            <a:r>
              <a:rPr lang="en-US" dirty="0" smtClean="0">
                <a:latin typeface="Constantia" pitchFamily="18" charset="0"/>
              </a:rPr>
              <a:t> </a:t>
            </a:r>
            <a:r>
              <a:rPr lang="en-US" dirty="0" err="1" smtClean="0">
                <a:latin typeface="Constantia" pitchFamily="18" charset="0"/>
              </a:rPr>
              <a:t>tín</a:t>
            </a:r>
            <a:r>
              <a:rPr lang="en-US" dirty="0" smtClean="0">
                <a:latin typeface="Constantia" pitchFamily="18" charset="0"/>
              </a:rPr>
              <a:t> </a:t>
            </a:r>
            <a:r>
              <a:rPr lang="en-US" dirty="0" err="1" smtClean="0">
                <a:latin typeface="Constantia" pitchFamily="18" charset="0"/>
              </a:rPr>
              <a:t>hiệu</a:t>
            </a:r>
            <a:r>
              <a:rPr lang="en-US" dirty="0" smtClean="0">
                <a:latin typeface="Constantia" pitchFamily="18" charset="0"/>
              </a:rPr>
              <a:t> </a:t>
            </a:r>
            <a:r>
              <a:rPr lang="en-US" dirty="0" err="1" smtClean="0">
                <a:latin typeface="Constantia" pitchFamily="18" charset="0"/>
              </a:rPr>
              <a:t>xung</a:t>
            </a:r>
            <a:r>
              <a:rPr lang="en-US" dirty="0" smtClean="0">
                <a:latin typeface="Constantia" pitchFamily="18" charset="0"/>
              </a:rPr>
              <a:t> </a:t>
            </a:r>
            <a:r>
              <a:rPr lang="en-US" dirty="0" err="1" smtClean="0">
                <a:latin typeface="Constantia" pitchFamily="18" charset="0"/>
              </a:rPr>
              <a:t>vuông</a:t>
            </a:r>
            <a:r>
              <a:rPr lang="en-US" dirty="0" smtClean="0">
                <a:latin typeface="Constantia" pitchFamily="18" charset="0"/>
              </a:rPr>
              <a:t> </a:t>
            </a:r>
            <a:r>
              <a:rPr lang="en-US" dirty="0" err="1" smtClean="0">
                <a:latin typeface="Constantia" pitchFamily="18" charset="0"/>
              </a:rPr>
              <a:t>tại</a:t>
            </a:r>
            <a:r>
              <a:rPr lang="en-US" dirty="0" smtClean="0">
                <a:latin typeface="Constantia" pitchFamily="18" charset="0"/>
              </a:rPr>
              <a:t> </a:t>
            </a:r>
            <a:r>
              <a:rPr lang="en-US" dirty="0" err="1" smtClean="0">
                <a:latin typeface="Constantia" pitchFamily="18" charset="0"/>
              </a:rPr>
              <a:t>đầu</a:t>
            </a:r>
            <a:r>
              <a:rPr lang="en-US" dirty="0" smtClean="0">
                <a:latin typeface="Constantia" pitchFamily="18" charset="0"/>
              </a:rPr>
              <a:t> </a:t>
            </a:r>
            <a:r>
              <a:rPr lang="en-US" dirty="0" err="1" smtClean="0">
                <a:latin typeface="Constantia" pitchFamily="18" charset="0"/>
              </a:rPr>
              <a:t>ra</a:t>
            </a:r>
            <a:r>
              <a:rPr lang="en-US" dirty="0" smtClean="0">
                <a:latin typeface="Constantia" pitchFamily="18" charset="0"/>
              </a:rPr>
              <a:t> .</a:t>
            </a:r>
          </a:p>
          <a:p>
            <a:pPr marL="457200" indent="-457200">
              <a:buSzPct val="120000"/>
              <a:buFont typeface="Arial" pitchFamily="34" charset="0"/>
              <a:buChar char="•"/>
            </a:pPr>
            <a:endParaRPr lang="en-US" sz="3200" dirty="0" smtClean="0">
              <a:solidFill>
                <a:srgbClr val="FF0000"/>
              </a:solidFill>
              <a:latin typeface="Constantia" pitchFamily="18" charset="0"/>
            </a:endParaRPr>
          </a:p>
          <a:p>
            <a:pPr>
              <a:buSzPct val="100000"/>
            </a:pPr>
            <a:endParaRPr lang="en-US" sz="2000" dirty="0" smtClean="0">
              <a:latin typeface="Times New Roman"/>
              <a:cs typeface="Times New Roman"/>
            </a:endParaRPr>
          </a:p>
          <a:p>
            <a:pPr>
              <a:buSzPct val="100000"/>
            </a:pPr>
            <a:endParaRPr lang="en-US" sz="2000" dirty="0" smtClean="0">
              <a:latin typeface="Constantia" pitchFamily="18" charset="0"/>
            </a:endParaRPr>
          </a:p>
          <a:p>
            <a:endParaRPr lang="en-US" sz="2000" dirty="0">
              <a:latin typeface="Constantia" pitchFamily="18" charset="0"/>
            </a:endParaRPr>
          </a:p>
        </p:txBody>
      </p:sp>
      <p:sp>
        <p:nvSpPr>
          <p:cNvPr id="54278" name="Rectangle 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4279" name="Rectangle 7"/>
          <p:cNvSpPr>
            <a:spLocks noChangeArrowheads="1"/>
          </p:cNvSpPr>
          <p:nvPr/>
        </p:nvSpPr>
        <p:spPr bwMode="auto">
          <a:xfrm>
            <a:off x="0" y="7429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Title 1"/>
          <p:cNvSpPr txBox="1">
            <a:spLocks/>
          </p:cNvSpPr>
          <p:nvPr/>
        </p:nvSpPr>
        <p:spPr>
          <a:xfrm>
            <a:off x="381000" y="152400"/>
            <a:ext cx="8534400" cy="8080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bIns="91440" anchor="b" anchorCtr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5.2.4.</a:t>
            </a:r>
            <a:r>
              <a:rPr kumimoji="0" lang="en-US" sz="4000" b="0" i="0" u="none" strike="noStrike" kern="1200" cap="none" spc="0" normalizeH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kumimoji="0" lang="en-US" sz="4000" b="0" i="0" u="none" strike="noStrike" kern="1200" cap="none" spc="0" normalizeH="0" noProof="0" dirty="0" err="1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Mạch</a:t>
            </a:r>
            <a:r>
              <a:rPr kumimoji="0" lang="en-US" sz="4000" b="0" i="0" u="none" strike="noStrike" kern="1200" cap="none" spc="0" normalizeH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kumimoji="0" lang="en-US" sz="4000" b="0" i="0" u="none" strike="noStrike" kern="1200" cap="none" spc="0" normalizeH="0" noProof="0" dirty="0" err="1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dao</a:t>
            </a:r>
            <a:r>
              <a:rPr kumimoji="0" lang="en-US" sz="4000" b="0" i="0" u="none" strike="noStrike" kern="1200" cap="none" spc="0" normalizeH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kumimoji="0" lang="en-US" sz="4000" b="0" i="0" u="none" strike="noStrike" kern="1200" cap="none" spc="0" normalizeH="0" noProof="0" dirty="0" err="1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động</a:t>
            </a:r>
            <a:r>
              <a:rPr kumimoji="0" lang="en-US" sz="4000" b="0" i="0" u="none" strike="noStrike" kern="1200" cap="none" spc="0" normalizeH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kumimoji="0" lang="en-US" sz="4000" b="0" i="0" u="none" strike="noStrike" kern="1200" cap="none" spc="0" normalizeH="0" noProof="0" dirty="0" err="1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đa</a:t>
            </a:r>
            <a:r>
              <a:rPr kumimoji="0" lang="en-US" sz="4000" b="0" i="0" u="none" strike="noStrike" kern="1200" cap="none" spc="0" normalizeH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kumimoji="0" lang="en-US" sz="4000" b="0" i="0" u="none" strike="noStrike" kern="1200" cap="none" spc="0" normalizeH="0" noProof="0" dirty="0" err="1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hài</a:t>
            </a:r>
            <a:r>
              <a:rPr kumimoji="0" lang="en-US" sz="4000" b="0" i="0" u="none" strike="noStrike" kern="1200" cap="none" spc="0" normalizeH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kumimoji="0" lang="en-US" sz="4000" b="0" i="0" u="none" strike="noStrike" kern="1200" cap="none" spc="0" normalizeH="0" noProof="0" dirty="0" err="1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đơn</a:t>
            </a:r>
            <a:r>
              <a:rPr kumimoji="0" lang="en-US" sz="4000" b="0" i="0" u="none" strike="noStrike" kern="1200" cap="none" spc="0" normalizeH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kumimoji="0" lang="en-US" sz="4000" b="0" i="0" u="none" strike="noStrike" kern="1200" cap="none" spc="0" normalizeH="0" noProof="0" dirty="0" err="1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ổn</a:t>
            </a:r>
            <a:r>
              <a:rPr kumimoji="0" lang="en-US" sz="4000" b="0" i="0" u="none" strike="noStrike" kern="1200" cap="none" spc="0" normalizeH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Constantia" pitchFamily="18" charset="0"/>
              <a:ea typeface="+mj-ea"/>
              <a:cs typeface="+mj-cs"/>
            </a:endParaRPr>
          </a:p>
        </p:txBody>
      </p:sp>
      <p:grpSp>
        <p:nvGrpSpPr>
          <p:cNvPr id="31" name="Group 30"/>
          <p:cNvGrpSpPr/>
          <p:nvPr/>
        </p:nvGrpSpPr>
        <p:grpSpPr>
          <a:xfrm>
            <a:off x="5172446" y="1828800"/>
            <a:ext cx="3971554" cy="3188732"/>
            <a:chOff x="5096246" y="1600200"/>
            <a:chExt cx="3971554" cy="3188732"/>
          </a:xfrm>
        </p:grpSpPr>
        <p:grpSp>
          <p:nvGrpSpPr>
            <p:cNvPr id="16" name="Group 15"/>
            <p:cNvGrpSpPr/>
            <p:nvPr/>
          </p:nvGrpSpPr>
          <p:grpSpPr>
            <a:xfrm>
              <a:off x="5096246" y="1600200"/>
              <a:ext cx="3971554" cy="2826208"/>
              <a:chOff x="5553446" y="3725566"/>
              <a:chExt cx="3971554" cy="2826208"/>
            </a:xfrm>
          </p:grpSpPr>
          <p:grpSp>
            <p:nvGrpSpPr>
              <p:cNvPr id="17" name="Group 42"/>
              <p:cNvGrpSpPr/>
              <p:nvPr/>
            </p:nvGrpSpPr>
            <p:grpSpPr>
              <a:xfrm>
                <a:off x="5553446" y="3725566"/>
                <a:ext cx="3971554" cy="2826208"/>
                <a:chOff x="5553446" y="3725566"/>
                <a:chExt cx="3971554" cy="2826208"/>
              </a:xfrm>
            </p:grpSpPr>
            <p:pic>
              <p:nvPicPr>
                <p:cNvPr id="21" name="Picture 4"/>
                <p:cNvPicPr>
                  <a:picLocks noChangeAspect="1" noChangeArrowheads="1"/>
                </p:cNvPicPr>
                <p:nvPr/>
              </p:nvPicPr>
              <p:blipFill>
                <a:blip r:embed="rId2" cstate="print"/>
                <a:srcRect/>
                <a:stretch>
                  <a:fillRect/>
                </a:stretch>
              </p:blipFill>
              <p:spPr bwMode="auto">
                <a:xfrm>
                  <a:off x="5553446" y="3725566"/>
                  <a:ext cx="3971554" cy="2826208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</p:pic>
            <p:sp>
              <p:nvSpPr>
                <p:cNvPr id="20" name="TextBox 19"/>
                <p:cNvSpPr txBox="1"/>
                <p:nvPr/>
              </p:nvSpPr>
              <p:spPr>
                <a:xfrm>
                  <a:off x="7429500" y="4620856"/>
                  <a:ext cx="49530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000" b="1" dirty="0" smtClean="0"/>
                    <a:t> -</a:t>
                  </a:r>
                  <a:endParaRPr lang="en-US" sz="2000" b="1" dirty="0"/>
                </a:p>
              </p:txBody>
            </p:sp>
          </p:grpSp>
          <p:sp>
            <p:nvSpPr>
              <p:cNvPr id="18" name="TextBox 17"/>
              <p:cNvSpPr txBox="1"/>
              <p:nvPr/>
            </p:nvSpPr>
            <p:spPr>
              <a:xfrm>
                <a:off x="7658100" y="4639966"/>
                <a:ext cx="4953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 smtClean="0"/>
                  <a:t> +</a:t>
                </a:r>
                <a:endParaRPr lang="en-US" sz="2000" b="1" dirty="0"/>
              </a:p>
            </p:txBody>
          </p:sp>
        </p:grpSp>
        <p:sp>
          <p:nvSpPr>
            <p:cNvPr id="27" name="Freeform 26"/>
            <p:cNvSpPr/>
            <p:nvPr/>
          </p:nvSpPr>
          <p:spPr>
            <a:xfrm>
              <a:off x="7276288" y="2811296"/>
              <a:ext cx="393971" cy="1332689"/>
            </a:xfrm>
            <a:custGeom>
              <a:avLst/>
              <a:gdLst>
                <a:gd name="connsiteX0" fmla="*/ 0 w 393971"/>
                <a:gd name="connsiteY0" fmla="*/ 165370 h 1332689"/>
                <a:gd name="connsiteX1" fmla="*/ 330741 w 393971"/>
                <a:gd name="connsiteY1" fmla="*/ 194553 h 1332689"/>
                <a:gd name="connsiteX2" fmla="*/ 379379 w 393971"/>
                <a:gd name="connsiteY2" fmla="*/ 1332689 h 1332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93971" h="1332689">
                  <a:moveTo>
                    <a:pt x="0" y="165370"/>
                  </a:moveTo>
                  <a:cubicBezTo>
                    <a:pt x="133755" y="82685"/>
                    <a:pt x="267511" y="0"/>
                    <a:pt x="330741" y="194553"/>
                  </a:cubicBezTo>
                  <a:cubicBezTo>
                    <a:pt x="393971" y="389106"/>
                    <a:pt x="386675" y="860897"/>
                    <a:pt x="379379" y="1332689"/>
                  </a:cubicBezTo>
                </a:path>
              </a:pathLst>
            </a:custGeom>
            <a:ln w="19050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 27"/>
            <p:cNvSpPr/>
            <p:nvPr/>
          </p:nvSpPr>
          <p:spPr>
            <a:xfrm>
              <a:off x="6532124" y="1992545"/>
              <a:ext cx="1395919" cy="979255"/>
            </a:xfrm>
            <a:custGeom>
              <a:avLst/>
              <a:gdLst>
                <a:gd name="connsiteX0" fmla="*/ 1395919 w 1395919"/>
                <a:gd name="connsiteY0" fmla="*/ 137808 h 967903"/>
                <a:gd name="connsiteX1" fmla="*/ 209145 w 1395919"/>
                <a:gd name="connsiteY1" fmla="*/ 118353 h 967903"/>
                <a:gd name="connsiteX2" fmla="*/ 141051 w 1395919"/>
                <a:gd name="connsiteY2" fmla="*/ 847928 h 967903"/>
                <a:gd name="connsiteX3" fmla="*/ 569068 w 1395919"/>
                <a:gd name="connsiteY3" fmla="*/ 838200 h 967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95919" h="967903">
                  <a:moveTo>
                    <a:pt x="1395919" y="137808"/>
                  </a:moveTo>
                  <a:cubicBezTo>
                    <a:pt x="907104" y="68904"/>
                    <a:pt x="418290" y="0"/>
                    <a:pt x="209145" y="118353"/>
                  </a:cubicBezTo>
                  <a:cubicBezTo>
                    <a:pt x="0" y="236706"/>
                    <a:pt x="81064" y="727954"/>
                    <a:pt x="141051" y="847928"/>
                  </a:cubicBezTo>
                  <a:cubicBezTo>
                    <a:pt x="201038" y="967903"/>
                    <a:pt x="385053" y="903051"/>
                    <a:pt x="569068" y="838200"/>
                  </a:cubicBezTo>
                </a:path>
              </a:pathLst>
            </a:custGeom>
            <a:ln w="19050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5181600" y="4419600"/>
              <a:ext cx="3581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 smtClean="0">
                  <a:latin typeface="Constantia" pitchFamily="18" charset="0"/>
                </a:rPr>
                <a:t>Tụ</a:t>
              </a:r>
              <a:r>
                <a:rPr lang="en-US" dirty="0" smtClean="0">
                  <a:latin typeface="Constantia" pitchFamily="18" charset="0"/>
                </a:rPr>
                <a:t> C </a:t>
              </a:r>
              <a:r>
                <a:rPr lang="en-US" dirty="0" err="1" smtClean="0">
                  <a:latin typeface="Constantia" pitchFamily="18" charset="0"/>
                </a:rPr>
                <a:t>phóng</a:t>
              </a:r>
              <a:r>
                <a:rPr lang="en-US" dirty="0" smtClean="0">
                  <a:latin typeface="Constantia" pitchFamily="18" charset="0"/>
                </a:rPr>
                <a:t> </a:t>
              </a:r>
              <a:r>
                <a:rPr lang="en-US" dirty="0" err="1" smtClean="0">
                  <a:latin typeface="Constantia" pitchFamily="18" charset="0"/>
                </a:rPr>
                <a:t>điện</a:t>
              </a:r>
              <a:r>
                <a:rPr lang="en-US" dirty="0" smtClean="0">
                  <a:latin typeface="Constantia" pitchFamily="18" charset="0"/>
                </a:rPr>
                <a:t> qua </a:t>
              </a:r>
              <a:r>
                <a:rPr lang="en-US" dirty="0" err="1" smtClean="0">
                  <a:latin typeface="Constantia" pitchFamily="18" charset="0"/>
                </a:rPr>
                <a:t>điện</a:t>
              </a:r>
              <a:r>
                <a:rPr lang="en-US" dirty="0" smtClean="0">
                  <a:latin typeface="Constantia" pitchFamily="18" charset="0"/>
                </a:rPr>
                <a:t> </a:t>
              </a:r>
              <a:r>
                <a:rPr lang="en-US" dirty="0" err="1" smtClean="0">
                  <a:latin typeface="Constantia" pitchFamily="18" charset="0"/>
                </a:rPr>
                <a:t>trở</a:t>
              </a:r>
              <a:r>
                <a:rPr lang="en-US" dirty="0" smtClean="0">
                  <a:latin typeface="Constantia" pitchFamily="18" charset="0"/>
                </a:rPr>
                <a:t> R</a:t>
              </a:r>
              <a:r>
                <a:rPr lang="en-US" baseline="-25000" dirty="0" smtClean="0">
                  <a:latin typeface="Constantia" pitchFamily="18" charset="0"/>
                </a:rPr>
                <a:t>B1</a:t>
              </a:r>
              <a:endParaRPr lang="en-US" baseline="-25000" dirty="0">
                <a:latin typeface="Constantia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447800"/>
            <a:ext cx="8382000" cy="5257800"/>
          </a:xfrm>
        </p:spPr>
        <p:txBody>
          <a:bodyPr>
            <a:normAutofit/>
          </a:bodyPr>
          <a:lstStyle/>
          <a:p>
            <a:pPr>
              <a:buSzPct val="100000"/>
              <a:buFont typeface="Wingdings" pitchFamily="2" charset="2"/>
              <a:buChar char="Ø"/>
            </a:pP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400" dirty="0" err="1" smtClean="0">
                <a:solidFill>
                  <a:srgbClr val="C00000"/>
                </a:solidFill>
                <a:latin typeface="Constantia" pitchFamily="18" charset="0"/>
              </a:rPr>
              <a:t>Giản</a:t>
            </a:r>
            <a:r>
              <a:rPr lang="en-US" sz="2400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2400" dirty="0" err="1" smtClean="0">
                <a:solidFill>
                  <a:srgbClr val="C00000"/>
                </a:solidFill>
                <a:latin typeface="Constantia" pitchFamily="18" charset="0"/>
              </a:rPr>
              <a:t>đồ</a:t>
            </a:r>
            <a:r>
              <a:rPr lang="en-US" sz="2400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2400" dirty="0" err="1" smtClean="0">
                <a:solidFill>
                  <a:srgbClr val="C00000"/>
                </a:solidFill>
                <a:latin typeface="Constantia" pitchFamily="18" charset="0"/>
              </a:rPr>
              <a:t>xung</a:t>
            </a:r>
            <a:endParaRPr lang="en-US" sz="2400" dirty="0" smtClean="0">
              <a:solidFill>
                <a:srgbClr val="C00000"/>
              </a:solidFill>
              <a:latin typeface="Constantia" pitchFamily="18" charset="0"/>
            </a:endParaRPr>
          </a:p>
          <a:p>
            <a:endParaRPr lang="en-US" sz="2000" dirty="0">
              <a:latin typeface="Constantia" pitchFamily="18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304800" y="457200"/>
            <a:ext cx="8305800" cy="8080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bIns="91440" anchor="b" anchorCtr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5.2.4.</a:t>
            </a:r>
            <a:r>
              <a:rPr kumimoji="0" lang="en-US" sz="4000" b="0" i="0" u="none" strike="noStrike" kern="1200" cap="none" spc="0" normalizeH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kumimoji="0" lang="en-US" sz="4000" b="0" i="0" u="none" strike="noStrike" kern="1200" cap="none" spc="0" normalizeH="0" noProof="0" dirty="0" err="1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Mạch</a:t>
            </a:r>
            <a:r>
              <a:rPr kumimoji="0" lang="en-US" sz="4000" b="0" i="0" u="none" strike="noStrike" kern="1200" cap="none" spc="0" normalizeH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kumimoji="0" lang="en-US" sz="4000" b="0" i="0" u="none" strike="noStrike" kern="1200" cap="none" spc="0" normalizeH="0" noProof="0" dirty="0" err="1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dao</a:t>
            </a:r>
            <a:r>
              <a:rPr kumimoji="0" lang="en-US" sz="4000" b="0" i="0" u="none" strike="noStrike" kern="1200" cap="none" spc="0" normalizeH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kumimoji="0" lang="en-US" sz="4000" b="0" i="0" u="none" strike="noStrike" kern="1200" cap="none" spc="0" normalizeH="0" noProof="0" dirty="0" err="1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động</a:t>
            </a:r>
            <a:r>
              <a:rPr kumimoji="0" lang="en-US" sz="4000" b="0" i="0" u="none" strike="noStrike" kern="1200" cap="none" spc="0" normalizeH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kumimoji="0" lang="en-US" sz="4000" b="0" i="0" u="none" strike="noStrike" kern="1200" cap="none" spc="0" normalizeH="0" noProof="0" dirty="0" err="1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đa</a:t>
            </a:r>
            <a:r>
              <a:rPr kumimoji="0" lang="en-US" sz="4000" b="0" i="0" u="none" strike="noStrike" kern="1200" cap="none" spc="0" normalizeH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kumimoji="0" lang="en-US" sz="4000" b="0" i="0" u="none" strike="noStrike" kern="1200" cap="none" spc="0" normalizeH="0" noProof="0" dirty="0" err="1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hài</a:t>
            </a:r>
            <a:r>
              <a:rPr kumimoji="0" lang="en-US" sz="4000" b="0" i="0" u="none" strike="noStrike" kern="1200" cap="none" spc="0" normalizeH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kumimoji="0" lang="en-US" sz="4000" b="0" i="0" u="none" strike="noStrike" kern="1200" cap="none" spc="0" normalizeH="0" noProof="0" dirty="0" err="1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đơn</a:t>
            </a:r>
            <a:r>
              <a:rPr kumimoji="0" lang="en-US" sz="4000" b="0" i="0" u="none" strike="noStrike" kern="1200" cap="none" spc="0" normalizeH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kumimoji="0" lang="en-US" sz="4000" b="0" i="0" u="none" strike="noStrike" kern="1200" cap="none" spc="0" normalizeH="0" noProof="0" dirty="0" err="1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ổn</a:t>
            </a:r>
            <a:r>
              <a:rPr kumimoji="0" lang="en-US" sz="4000" b="0" i="0" u="none" strike="noStrike" kern="1200" cap="none" spc="0" normalizeH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  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Constantia" pitchFamily="18" charset="0"/>
              <a:ea typeface="+mj-ea"/>
              <a:cs typeface="+mj-cs"/>
            </a:endParaRPr>
          </a:p>
        </p:txBody>
      </p:sp>
      <p:sp>
        <p:nvSpPr>
          <p:cNvPr id="54278" name="Rectangle 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4279" name="Rectangle 7"/>
          <p:cNvSpPr>
            <a:spLocks noChangeArrowheads="1"/>
          </p:cNvSpPr>
          <p:nvPr/>
        </p:nvSpPr>
        <p:spPr bwMode="auto">
          <a:xfrm>
            <a:off x="0" y="7429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00" name="Group 99"/>
          <p:cNvGrpSpPr/>
          <p:nvPr/>
        </p:nvGrpSpPr>
        <p:grpSpPr>
          <a:xfrm>
            <a:off x="2819400" y="1828800"/>
            <a:ext cx="4898047" cy="4876800"/>
            <a:chOff x="2819400" y="1828800"/>
            <a:chExt cx="4898047" cy="4876800"/>
          </a:xfrm>
        </p:grpSpPr>
        <p:grpSp>
          <p:nvGrpSpPr>
            <p:cNvPr id="92" name="Group 91"/>
            <p:cNvGrpSpPr/>
            <p:nvPr/>
          </p:nvGrpSpPr>
          <p:grpSpPr>
            <a:xfrm>
              <a:off x="2819400" y="1828800"/>
              <a:ext cx="4898047" cy="4876800"/>
              <a:chOff x="3886200" y="1981200"/>
              <a:chExt cx="3145447" cy="3939589"/>
            </a:xfrm>
          </p:grpSpPr>
          <p:grpSp>
            <p:nvGrpSpPr>
              <p:cNvPr id="68611" name="Group 3"/>
              <p:cNvGrpSpPr>
                <a:grpSpLocks/>
              </p:cNvGrpSpPr>
              <p:nvPr/>
            </p:nvGrpSpPr>
            <p:grpSpPr bwMode="auto">
              <a:xfrm>
                <a:off x="3886200" y="1981200"/>
                <a:ext cx="3145447" cy="3939589"/>
                <a:chOff x="3761" y="8008"/>
                <a:chExt cx="4953" cy="6205"/>
              </a:xfrm>
            </p:grpSpPr>
            <p:sp>
              <p:nvSpPr>
                <p:cNvPr id="68612" name="Text Box 4"/>
                <p:cNvSpPr txBox="1">
                  <a:spLocks noChangeArrowheads="1"/>
                </p:cNvSpPr>
                <p:nvPr/>
              </p:nvSpPr>
              <p:spPr bwMode="auto">
                <a:xfrm>
                  <a:off x="3810" y="8008"/>
                  <a:ext cx="817" cy="52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  <p:grpSp>
              <p:nvGrpSpPr>
                <p:cNvPr id="68613" name="Group 5"/>
                <p:cNvGrpSpPr>
                  <a:grpSpLocks/>
                </p:cNvGrpSpPr>
                <p:nvPr/>
              </p:nvGrpSpPr>
              <p:grpSpPr bwMode="auto">
                <a:xfrm>
                  <a:off x="3761" y="8208"/>
                  <a:ext cx="4953" cy="6005"/>
                  <a:chOff x="3761" y="8208"/>
                  <a:chExt cx="4953" cy="6005"/>
                </a:xfrm>
              </p:grpSpPr>
              <p:cxnSp>
                <p:nvCxnSpPr>
                  <p:cNvPr id="68615" name="AutoShape 7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4447" y="9243"/>
                    <a:ext cx="3983" cy="1"/>
                  </a:xfrm>
                  <a:prstGeom prst="straightConnector1">
                    <a:avLst/>
                  </a:prstGeom>
                  <a:noFill/>
                  <a:ln w="15875">
                    <a:solidFill>
                      <a:srgbClr val="000000"/>
                    </a:solidFill>
                    <a:round/>
                    <a:headEnd/>
                    <a:tailEnd type="triangle" w="sm" len="med"/>
                  </a:ln>
                </p:spPr>
              </p:cxnSp>
              <p:cxnSp>
                <p:nvCxnSpPr>
                  <p:cNvPr id="68616" name="AutoShape 8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4428" y="12332"/>
                    <a:ext cx="4001" cy="1"/>
                  </a:xfrm>
                  <a:prstGeom prst="straightConnector1">
                    <a:avLst/>
                  </a:prstGeom>
                  <a:noFill/>
                  <a:ln w="15875">
                    <a:solidFill>
                      <a:srgbClr val="000000"/>
                    </a:solidFill>
                    <a:round/>
                    <a:headEnd/>
                    <a:tailEnd type="triangle" w="sm" len="med"/>
                  </a:ln>
                </p:spPr>
              </p:cxnSp>
              <p:cxnSp>
                <p:nvCxnSpPr>
                  <p:cNvPr id="68617" name="AutoShape 9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4447" y="13803"/>
                    <a:ext cx="3983" cy="1"/>
                  </a:xfrm>
                  <a:prstGeom prst="straightConnector1">
                    <a:avLst/>
                  </a:prstGeom>
                  <a:noFill/>
                  <a:ln w="15875">
                    <a:solidFill>
                      <a:srgbClr val="000000"/>
                    </a:solidFill>
                    <a:round/>
                    <a:headEnd/>
                    <a:tailEnd type="triangle" w="sm" len="med"/>
                  </a:ln>
                </p:spPr>
              </p:cxnSp>
              <p:cxnSp>
                <p:nvCxnSpPr>
                  <p:cNvPr id="68618" name="AutoShape 10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4447" y="10352"/>
                    <a:ext cx="3983" cy="1"/>
                  </a:xfrm>
                  <a:prstGeom prst="straightConnector1">
                    <a:avLst/>
                  </a:prstGeom>
                  <a:noFill/>
                  <a:ln w="15875">
                    <a:solidFill>
                      <a:srgbClr val="000000"/>
                    </a:solidFill>
                    <a:round/>
                    <a:headEnd/>
                    <a:tailEnd type="triangle" w="sm" len="med"/>
                  </a:ln>
                </p:spPr>
              </p:cxnSp>
              <p:cxnSp>
                <p:nvCxnSpPr>
                  <p:cNvPr id="68619" name="AutoShape 11"/>
                  <p:cNvCxnSpPr>
                    <a:cxnSpLocks noChangeShapeType="1"/>
                  </p:cNvCxnSpPr>
                  <p:nvPr/>
                </p:nvCxnSpPr>
                <p:spPr bwMode="auto">
                  <a:xfrm flipV="1">
                    <a:off x="4440" y="8208"/>
                    <a:ext cx="1" cy="1287"/>
                  </a:xfrm>
                  <a:prstGeom prst="straightConnector1">
                    <a:avLst/>
                  </a:prstGeom>
                  <a:noFill/>
                  <a:ln w="15875">
                    <a:solidFill>
                      <a:srgbClr val="000000"/>
                    </a:solidFill>
                    <a:round/>
                    <a:headEnd/>
                    <a:tailEnd type="triangle" w="sm" len="med"/>
                  </a:ln>
                </p:spPr>
              </p:cxnSp>
              <p:cxnSp>
                <p:nvCxnSpPr>
                  <p:cNvPr id="68620" name="AutoShape 12"/>
                  <p:cNvCxnSpPr>
                    <a:cxnSpLocks noChangeShapeType="1"/>
                  </p:cNvCxnSpPr>
                  <p:nvPr/>
                </p:nvCxnSpPr>
                <p:spPr bwMode="auto">
                  <a:xfrm flipV="1">
                    <a:off x="5370" y="9168"/>
                    <a:ext cx="1" cy="3889"/>
                  </a:xfrm>
                  <a:prstGeom prst="straightConnector1">
                    <a:avLst/>
                  </a:prstGeom>
                  <a:noFill/>
                  <a:ln w="3175">
                    <a:solidFill>
                      <a:srgbClr val="000000"/>
                    </a:solidFill>
                    <a:prstDash val="lgDash"/>
                    <a:round/>
                    <a:headEnd/>
                    <a:tailEnd type="none" w="sm" len="med"/>
                  </a:ln>
                </p:spPr>
              </p:cxnSp>
              <p:cxnSp>
                <p:nvCxnSpPr>
                  <p:cNvPr id="68621" name="AutoShape 13"/>
                  <p:cNvCxnSpPr>
                    <a:cxnSpLocks noChangeShapeType="1"/>
                  </p:cNvCxnSpPr>
                  <p:nvPr/>
                </p:nvCxnSpPr>
                <p:spPr bwMode="auto">
                  <a:xfrm flipV="1">
                    <a:off x="6270" y="9183"/>
                    <a:ext cx="1" cy="3889"/>
                  </a:xfrm>
                  <a:prstGeom prst="straightConnector1">
                    <a:avLst/>
                  </a:prstGeom>
                  <a:noFill/>
                  <a:ln w="3175">
                    <a:solidFill>
                      <a:srgbClr val="000000"/>
                    </a:solidFill>
                    <a:prstDash val="lgDash"/>
                    <a:round/>
                    <a:headEnd/>
                    <a:tailEnd type="none" w="sm" len="med"/>
                  </a:ln>
                </p:spPr>
              </p:cxnSp>
              <p:cxnSp>
                <p:nvCxnSpPr>
                  <p:cNvPr id="68622" name="AutoShape 14"/>
                  <p:cNvCxnSpPr>
                    <a:cxnSpLocks noChangeShapeType="1"/>
                  </p:cNvCxnSpPr>
                  <p:nvPr/>
                </p:nvCxnSpPr>
                <p:spPr bwMode="auto">
                  <a:xfrm flipV="1">
                    <a:off x="7185" y="9183"/>
                    <a:ext cx="1" cy="3889"/>
                  </a:xfrm>
                  <a:prstGeom prst="straightConnector1">
                    <a:avLst/>
                  </a:prstGeom>
                  <a:noFill/>
                  <a:ln w="3175">
                    <a:solidFill>
                      <a:srgbClr val="000000"/>
                    </a:solidFill>
                    <a:prstDash val="lgDash"/>
                    <a:round/>
                    <a:headEnd/>
                    <a:tailEnd type="none" w="sm" len="med"/>
                  </a:ln>
                </p:spPr>
              </p:cxnSp>
              <p:sp>
                <p:nvSpPr>
                  <p:cNvPr id="68623" name="Text Box 1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264" y="9153"/>
                    <a:ext cx="405" cy="522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100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pitchFamily="34" charset="0"/>
                      </a:rPr>
                      <a:t>t</a:t>
                    </a:r>
                    <a:endParaRPr kumimoji="0" lang="en-US" sz="18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sp>
                <p:nvSpPr>
                  <p:cNvPr id="68624" name="Text Box 1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309" y="10233"/>
                    <a:ext cx="405" cy="522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100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pitchFamily="34" charset="0"/>
                      </a:rPr>
                      <a:t>t</a:t>
                    </a:r>
                    <a:endParaRPr kumimoji="0" lang="en-US" sz="18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sp>
                <p:nvSpPr>
                  <p:cNvPr id="68625" name="Text Box 1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309" y="12063"/>
                    <a:ext cx="405" cy="522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100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pitchFamily="34" charset="0"/>
                      </a:rPr>
                      <a:t>t</a:t>
                    </a:r>
                    <a:endParaRPr kumimoji="0" lang="en-US" sz="18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sp>
                <p:nvSpPr>
                  <p:cNvPr id="68626" name="Text Box 1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309" y="13691"/>
                    <a:ext cx="405" cy="522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100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pitchFamily="34" charset="0"/>
                      </a:rPr>
                      <a:t>t</a:t>
                    </a:r>
                    <a:endParaRPr kumimoji="0" lang="en-US" sz="18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sp>
                <p:nvSpPr>
                  <p:cNvPr id="68627" name="Text Box 1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765" y="10716"/>
                    <a:ext cx="817" cy="522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18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sp>
                <p:nvSpPr>
                  <p:cNvPr id="68628" name="Text Box 2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761" y="12258"/>
                    <a:ext cx="817" cy="522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18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cxnSp>
                <p:nvCxnSpPr>
                  <p:cNvPr id="68629" name="AutoShape 21"/>
                  <p:cNvCxnSpPr>
                    <a:cxnSpLocks noChangeShapeType="1"/>
                  </p:cNvCxnSpPr>
                  <p:nvPr/>
                </p:nvCxnSpPr>
                <p:spPr bwMode="auto">
                  <a:xfrm flipV="1">
                    <a:off x="4440" y="10908"/>
                    <a:ext cx="1" cy="1542"/>
                  </a:xfrm>
                  <a:prstGeom prst="straightConnector1">
                    <a:avLst/>
                  </a:prstGeom>
                  <a:noFill/>
                  <a:ln w="15875">
                    <a:solidFill>
                      <a:srgbClr val="000000"/>
                    </a:solidFill>
                    <a:round/>
                    <a:headEnd/>
                    <a:tailEnd type="triangle" w="sm" len="med"/>
                  </a:ln>
                </p:spPr>
              </p:cxnSp>
              <p:cxnSp>
                <p:nvCxnSpPr>
                  <p:cNvPr id="68630" name="AutoShape 22"/>
                  <p:cNvCxnSpPr>
                    <a:cxnSpLocks noChangeShapeType="1"/>
                  </p:cNvCxnSpPr>
                  <p:nvPr/>
                </p:nvCxnSpPr>
                <p:spPr bwMode="auto">
                  <a:xfrm flipV="1">
                    <a:off x="4440" y="12498"/>
                    <a:ext cx="1" cy="1542"/>
                  </a:xfrm>
                  <a:prstGeom prst="straightConnector1">
                    <a:avLst/>
                  </a:prstGeom>
                  <a:noFill/>
                  <a:ln w="15875">
                    <a:solidFill>
                      <a:srgbClr val="000000"/>
                    </a:solidFill>
                    <a:round/>
                    <a:headEnd/>
                    <a:tailEnd type="triangle" w="sm" len="med"/>
                  </a:ln>
                </p:spPr>
              </p:cxnSp>
              <p:sp>
                <p:nvSpPr>
                  <p:cNvPr id="68631" name="Text Box 2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653" y="11750"/>
                    <a:ext cx="817" cy="522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18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cxnSp>
                <p:nvCxnSpPr>
                  <p:cNvPr id="68632" name="AutoShape 24"/>
                  <p:cNvCxnSpPr>
                    <a:cxnSpLocks noChangeShapeType="1"/>
                  </p:cNvCxnSpPr>
                  <p:nvPr/>
                </p:nvCxnSpPr>
                <p:spPr bwMode="auto">
                  <a:xfrm flipV="1">
                    <a:off x="4732" y="13071"/>
                    <a:ext cx="1" cy="765"/>
                  </a:xfrm>
                  <a:prstGeom prst="straightConnector1">
                    <a:avLst/>
                  </a:prstGeom>
                  <a:noFill/>
                  <a:ln w="15875">
                    <a:solidFill>
                      <a:srgbClr val="FF0000"/>
                    </a:solidFill>
                    <a:round/>
                    <a:headEnd type="triangle" w="sm" len="med"/>
                    <a:tailEnd type="triangle" w="sm" len="med"/>
                  </a:ln>
                </p:spPr>
              </p:cxnSp>
              <p:cxnSp>
                <p:nvCxnSpPr>
                  <p:cNvPr id="68633" name="AutoShape 25"/>
                  <p:cNvCxnSpPr>
                    <a:cxnSpLocks noChangeShapeType="1"/>
                  </p:cNvCxnSpPr>
                  <p:nvPr/>
                </p:nvCxnSpPr>
                <p:spPr bwMode="auto">
                  <a:xfrm flipV="1">
                    <a:off x="4740" y="12333"/>
                    <a:ext cx="1" cy="278"/>
                  </a:xfrm>
                  <a:prstGeom prst="straightConnector1">
                    <a:avLst/>
                  </a:prstGeom>
                  <a:noFill/>
                  <a:ln w="15875">
                    <a:solidFill>
                      <a:srgbClr val="000000"/>
                    </a:solidFill>
                    <a:round/>
                    <a:headEnd/>
                    <a:tailEnd type="triangle" w="sm" len="med"/>
                  </a:ln>
                </p:spPr>
              </p:cxnSp>
              <p:cxnSp>
                <p:nvCxnSpPr>
                  <p:cNvPr id="68634" name="AutoShape 26"/>
                  <p:cNvCxnSpPr>
                    <a:cxnSpLocks noChangeShapeType="1"/>
                  </p:cNvCxnSpPr>
                  <p:nvPr/>
                </p:nvCxnSpPr>
                <p:spPr bwMode="auto">
                  <a:xfrm flipV="1">
                    <a:off x="4740" y="11868"/>
                    <a:ext cx="1" cy="278"/>
                  </a:xfrm>
                  <a:prstGeom prst="straightConnector1">
                    <a:avLst/>
                  </a:prstGeom>
                  <a:noFill/>
                  <a:ln w="15875">
                    <a:solidFill>
                      <a:srgbClr val="000000"/>
                    </a:solidFill>
                    <a:round/>
                    <a:headEnd type="triangle" w="sm" len="med"/>
                    <a:tailEnd type="none" w="sm" len="med"/>
                  </a:ln>
                </p:spPr>
              </p:cxnSp>
              <p:sp>
                <p:nvSpPr>
                  <p:cNvPr id="68635" name="Text Box 2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604" y="13169"/>
                    <a:ext cx="817" cy="522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18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grpSp>
                <p:nvGrpSpPr>
                  <p:cNvPr id="68636" name="Group 28"/>
                  <p:cNvGrpSpPr>
                    <a:grpSpLocks/>
                  </p:cNvGrpSpPr>
                  <p:nvPr/>
                </p:nvGrpSpPr>
                <p:grpSpPr bwMode="auto">
                  <a:xfrm>
                    <a:off x="4440" y="9947"/>
                    <a:ext cx="2757" cy="993"/>
                    <a:chOff x="4665" y="4064"/>
                    <a:chExt cx="2757" cy="993"/>
                  </a:xfrm>
                </p:grpSpPr>
                <p:cxnSp>
                  <p:nvCxnSpPr>
                    <p:cNvPr id="68637" name="AutoShape 29"/>
                    <p:cNvCxnSpPr>
                      <a:cxnSpLocks noChangeShapeType="1"/>
                    </p:cNvCxnSpPr>
                    <p:nvPr/>
                  </p:nvCxnSpPr>
                  <p:spPr bwMode="auto">
                    <a:xfrm>
                      <a:off x="4665" y="4065"/>
                      <a:ext cx="930" cy="0"/>
                    </a:xfrm>
                    <a:prstGeom prst="straightConnector1">
                      <a:avLst/>
                    </a:prstGeom>
                    <a:noFill/>
                    <a:ln w="1905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</p:cxnSp>
                <p:cxnSp>
                  <p:nvCxnSpPr>
                    <p:cNvPr id="68638" name="AutoShape 30"/>
                    <p:cNvCxnSpPr>
                      <a:cxnSpLocks noChangeShapeType="1"/>
                    </p:cNvCxnSpPr>
                    <p:nvPr/>
                  </p:nvCxnSpPr>
                  <p:spPr bwMode="auto">
                    <a:xfrm>
                      <a:off x="6492" y="4064"/>
                      <a:ext cx="930" cy="1"/>
                    </a:xfrm>
                    <a:prstGeom prst="straightConnector1">
                      <a:avLst/>
                    </a:prstGeom>
                    <a:noFill/>
                    <a:ln w="1905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</p:cxnSp>
                <p:cxnSp>
                  <p:nvCxnSpPr>
                    <p:cNvPr id="68639" name="AutoShape 31"/>
                    <p:cNvCxnSpPr>
                      <a:cxnSpLocks noChangeShapeType="1"/>
                    </p:cNvCxnSpPr>
                    <p:nvPr/>
                  </p:nvCxnSpPr>
                  <p:spPr bwMode="auto">
                    <a:xfrm>
                      <a:off x="5595" y="4065"/>
                      <a:ext cx="1" cy="992"/>
                    </a:xfrm>
                    <a:prstGeom prst="straightConnector1">
                      <a:avLst/>
                    </a:prstGeom>
                    <a:noFill/>
                    <a:ln w="1905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</p:cxnSp>
                <p:sp>
                  <p:nvSpPr>
                    <p:cNvPr id="68640" name="Arc 32"/>
                    <p:cNvSpPr>
                      <a:spLocks/>
                    </p:cNvSpPr>
                    <p:nvPr/>
                  </p:nvSpPr>
                  <p:spPr bwMode="auto">
                    <a:xfrm flipH="1">
                      <a:off x="5596" y="4065"/>
                      <a:ext cx="896" cy="992"/>
                    </a:xfrm>
                    <a:custGeom>
                      <a:avLst/>
                      <a:gdLst>
                        <a:gd name="G0" fmla="+- 0 0 0"/>
                        <a:gd name="G1" fmla="+- 21600 0 0"/>
                        <a:gd name="G2" fmla="+- 21600 0 0"/>
                        <a:gd name="T0" fmla="*/ 0 w 21600"/>
                        <a:gd name="T1" fmla="*/ 0 h 21600"/>
                        <a:gd name="T2" fmla="*/ 21600 w 21600"/>
                        <a:gd name="T3" fmla="*/ 21600 h 21600"/>
                        <a:gd name="T4" fmla="*/ 0 w 21600"/>
                        <a:gd name="T5" fmla="*/ 21600 h 2160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</a:cxnLst>
                      <a:rect l="0" t="0" r="r" b="b"/>
                      <a:pathLst>
                        <a:path w="21600" h="21600" fill="none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</a:path>
                        <a:path w="21600" h="21600" stroke="0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lnTo>
                            <a:pt x="0" y="21600"/>
                          </a:lnTo>
                          <a:close/>
                        </a:path>
                      </a:pathLst>
                    </a:custGeom>
                    <a:noFill/>
                    <a:ln w="1905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/>
                    </a:p>
                  </p:txBody>
                </p:sp>
              </p:grpSp>
              <p:cxnSp>
                <p:nvCxnSpPr>
                  <p:cNvPr id="68641" name="AutoShape 33"/>
                  <p:cNvCxnSpPr>
                    <a:cxnSpLocks noChangeShapeType="1"/>
                  </p:cNvCxnSpPr>
                  <p:nvPr/>
                </p:nvCxnSpPr>
                <p:spPr bwMode="auto">
                  <a:xfrm flipV="1">
                    <a:off x="4440" y="9552"/>
                    <a:ext cx="1" cy="1032"/>
                  </a:xfrm>
                  <a:prstGeom prst="straightConnector1">
                    <a:avLst/>
                  </a:prstGeom>
                  <a:noFill/>
                  <a:ln w="15875">
                    <a:solidFill>
                      <a:srgbClr val="000000"/>
                    </a:solidFill>
                    <a:round/>
                    <a:headEnd/>
                    <a:tailEnd type="triangle" w="sm" len="med"/>
                  </a:ln>
                </p:spPr>
              </p:cxnSp>
              <p:sp>
                <p:nvSpPr>
                  <p:cNvPr id="68642" name="Text Box 3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792" y="9315"/>
                    <a:ext cx="817" cy="522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18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sp>
                <p:nvSpPr>
                  <p:cNvPr id="68643" name="Text Box 3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627" y="9947"/>
                    <a:ext cx="817" cy="522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18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cxnSp>
                <p:nvCxnSpPr>
                  <p:cNvPr id="68644" name="AutoShape 36"/>
                  <p:cNvCxnSpPr>
                    <a:cxnSpLocks noChangeShapeType="1"/>
                  </p:cNvCxnSpPr>
                  <p:nvPr/>
                </p:nvCxnSpPr>
                <p:spPr bwMode="auto">
                  <a:xfrm flipV="1">
                    <a:off x="4741" y="10352"/>
                    <a:ext cx="1" cy="278"/>
                  </a:xfrm>
                  <a:prstGeom prst="straightConnector1">
                    <a:avLst/>
                  </a:prstGeom>
                  <a:noFill/>
                  <a:ln w="15875">
                    <a:solidFill>
                      <a:srgbClr val="000000"/>
                    </a:solidFill>
                    <a:round/>
                    <a:headEnd/>
                    <a:tailEnd type="triangle" w="sm" len="med"/>
                  </a:ln>
                </p:spPr>
              </p:cxnSp>
              <p:cxnSp>
                <p:nvCxnSpPr>
                  <p:cNvPr id="68645" name="AutoShape 37"/>
                  <p:cNvCxnSpPr>
                    <a:cxnSpLocks noChangeShapeType="1"/>
                  </p:cNvCxnSpPr>
                  <p:nvPr/>
                </p:nvCxnSpPr>
                <p:spPr bwMode="auto">
                  <a:xfrm flipV="1">
                    <a:off x="4742" y="9660"/>
                    <a:ext cx="1" cy="278"/>
                  </a:xfrm>
                  <a:prstGeom prst="straightConnector1">
                    <a:avLst/>
                  </a:prstGeom>
                  <a:noFill/>
                  <a:ln w="15875">
                    <a:solidFill>
                      <a:srgbClr val="000000"/>
                    </a:solidFill>
                    <a:round/>
                    <a:headEnd type="triangle" w="sm" len="med"/>
                    <a:tailEnd type="none" w="sm" len="med"/>
                  </a:ln>
                </p:spPr>
              </p:cxnSp>
              <p:sp>
                <p:nvSpPr>
                  <p:cNvPr id="68646" name="Text Box 3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5503" y="10678"/>
                    <a:ext cx="2147" cy="372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vert="horz" wrap="square" lIns="0" tIns="0" rIns="0" bIns="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100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b="0" i="0" u="none" strike="noStrike" cap="none" normalizeH="0" baseline="0" dirty="0" err="1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pitchFamily="34" charset="0"/>
                      </a:rPr>
                      <a:t>Tụ</a:t>
                    </a:r>
                    <a:r>
                      <a:rPr kumimoji="0" lang="en-US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pitchFamily="34" charset="0"/>
                      </a:rPr>
                      <a:t> C </a:t>
                    </a:r>
                    <a:r>
                      <a:rPr kumimoji="0" lang="en-US" b="0" i="0" u="none" strike="noStrike" cap="none" normalizeH="0" baseline="0" dirty="0" err="1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pitchFamily="34" charset="0"/>
                      </a:rPr>
                      <a:t>phóng</a:t>
                    </a:r>
                    <a:r>
                      <a:rPr kumimoji="0" lang="en-US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pitchFamily="34" charset="0"/>
                      </a:rPr>
                      <a:t> </a:t>
                    </a:r>
                    <a:r>
                      <a:rPr kumimoji="0" lang="en-US" b="0" i="0" u="none" strike="noStrike" cap="none" normalizeH="0" baseline="0" dirty="0" err="1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pitchFamily="34" charset="0"/>
                      </a:rPr>
                      <a:t>điện</a:t>
                    </a:r>
                    <a:endParaRPr kumimoji="0" lang="en-US" sz="2800" b="0" i="0" u="none" strike="noStrike" cap="none" normalizeH="0" baseline="0" dirty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sp>
                <p:nvSpPr>
                  <p:cNvPr id="68647" name="AutoShape 39"/>
                  <p:cNvSpPr>
                    <a:spLocks noChangeArrowheads="1"/>
                  </p:cNvSpPr>
                  <p:nvPr/>
                </p:nvSpPr>
                <p:spPr bwMode="auto">
                  <a:xfrm rot="18000000">
                    <a:off x="5712" y="10276"/>
                    <a:ext cx="109" cy="536"/>
                  </a:xfrm>
                  <a:prstGeom prst="upArrow">
                    <a:avLst>
                      <a:gd name="adj1" fmla="val 50000"/>
                      <a:gd name="adj2" fmla="val 122936"/>
                    </a:avLst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vert="eaVert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grpSp>
                <p:nvGrpSpPr>
                  <p:cNvPr id="68648" name="Group 40"/>
                  <p:cNvGrpSpPr>
                    <a:grpSpLocks/>
                  </p:cNvGrpSpPr>
                  <p:nvPr/>
                </p:nvGrpSpPr>
                <p:grpSpPr bwMode="auto">
                  <a:xfrm>
                    <a:off x="4668" y="8693"/>
                    <a:ext cx="1109" cy="1119"/>
                    <a:chOff x="4893" y="3949"/>
                    <a:chExt cx="1109" cy="1119"/>
                  </a:xfrm>
                </p:grpSpPr>
                <p:pic>
                  <p:nvPicPr>
                    <p:cNvPr id="68649" name="Picture 41"/>
                    <p:cNvPicPr>
                      <a:picLocks noChangeAspect="1" noChangeArrowheads="1"/>
                    </p:cNvPicPr>
                    <p:nvPr/>
                  </p:nvPicPr>
                  <p:blipFill>
                    <a:blip r:embed="rId2" cstate="print"/>
                    <a:srcRect/>
                    <a:stretch>
                      <a:fillRect/>
                    </a:stretch>
                  </p:blipFill>
                  <p:spPr bwMode="auto">
                    <a:xfrm>
                      <a:off x="4893" y="3949"/>
                      <a:ext cx="778" cy="758"/>
                    </a:xfrm>
                    <a:prstGeom prst="rect">
                      <a:avLst/>
                    </a:prstGeom>
                    <a:noFill/>
                  </p:spPr>
                </p:pic>
                <p:pic>
                  <p:nvPicPr>
                    <p:cNvPr id="68650" name="Picture 42"/>
                    <p:cNvPicPr>
                      <a:picLocks noChangeAspect="1" noChangeArrowheads="1"/>
                    </p:cNvPicPr>
                    <p:nvPr/>
                  </p:nvPicPr>
                  <p:blipFill>
                    <a:blip r:embed="rId3" cstate="print"/>
                    <a:srcRect/>
                    <a:stretch>
                      <a:fillRect/>
                    </a:stretch>
                  </p:blipFill>
                  <p:spPr bwMode="auto">
                    <a:xfrm>
                      <a:off x="5292" y="4185"/>
                      <a:ext cx="710" cy="883"/>
                    </a:xfrm>
                    <a:prstGeom prst="rect">
                      <a:avLst/>
                    </a:prstGeom>
                    <a:noFill/>
                  </p:spPr>
                </p:pic>
              </p:grpSp>
            </p:grpSp>
          </p:grpSp>
          <p:grpSp>
            <p:nvGrpSpPr>
              <p:cNvPr id="68651" name="Group 43"/>
              <p:cNvGrpSpPr>
                <a:grpSpLocks/>
              </p:cNvGrpSpPr>
              <p:nvPr/>
            </p:nvGrpSpPr>
            <p:grpSpPr bwMode="auto">
              <a:xfrm>
                <a:off x="4233577" y="4093531"/>
                <a:ext cx="2497052" cy="1646310"/>
                <a:chOff x="4327" y="4767"/>
                <a:chExt cx="3932" cy="2593"/>
              </a:xfrm>
            </p:grpSpPr>
            <p:pic>
              <p:nvPicPr>
                <p:cNvPr id="68652" name="Picture 44"/>
                <p:cNvPicPr>
                  <a:picLocks noChangeAspect="1" noChangeArrowheads="1"/>
                </p:cNvPicPr>
                <p:nvPr/>
              </p:nvPicPr>
              <p:blipFill>
                <a:blip r:embed="rId4" cstate="print"/>
                <a:srcRect/>
                <a:stretch>
                  <a:fillRect/>
                </a:stretch>
              </p:blipFill>
              <p:spPr bwMode="auto">
                <a:xfrm>
                  <a:off x="4327" y="4767"/>
                  <a:ext cx="3929" cy="975"/>
                </a:xfrm>
                <a:prstGeom prst="rect">
                  <a:avLst/>
                </a:prstGeom>
                <a:noFill/>
              </p:spPr>
            </p:pic>
            <p:pic>
              <p:nvPicPr>
                <p:cNvPr id="68653" name="Picture 45"/>
                <p:cNvPicPr>
                  <a:picLocks noChangeAspect="1" noChangeArrowheads="1"/>
                </p:cNvPicPr>
                <p:nvPr/>
              </p:nvPicPr>
              <p:blipFill>
                <a:blip r:embed="rId5" cstate="print"/>
                <a:srcRect/>
                <a:stretch>
                  <a:fillRect/>
                </a:stretch>
              </p:blipFill>
              <p:spPr bwMode="auto">
                <a:xfrm>
                  <a:off x="4330" y="6385"/>
                  <a:ext cx="3929" cy="975"/>
                </a:xfrm>
                <a:prstGeom prst="rect">
                  <a:avLst/>
                </a:prstGeom>
                <a:noFill/>
              </p:spPr>
            </p:pic>
          </p:grpSp>
        </p:grpSp>
        <p:sp>
          <p:nvSpPr>
            <p:cNvPr id="93" name="Text Box 38"/>
            <p:cNvSpPr txBox="1">
              <a:spLocks noChangeArrowheads="1"/>
            </p:cNvSpPr>
            <p:nvPr/>
          </p:nvSpPr>
          <p:spPr bwMode="auto">
            <a:xfrm>
              <a:off x="3057525" y="1857375"/>
              <a:ext cx="533400" cy="2923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b="0" i="1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onstantia" pitchFamily="18" charset="0"/>
                  <a:cs typeface="Arial" pitchFamily="34" charset="0"/>
                </a:rPr>
                <a:t>v</a:t>
              </a:r>
              <a:r>
                <a:rPr kumimoji="0" lang="en-US" b="0" i="1" u="none" strike="noStrike" cap="none" normalizeH="0" baseline="-2500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onstantia" pitchFamily="18" charset="0"/>
                  <a:cs typeface="Arial" pitchFamily="34" charset="0"/>
                </a:rPr>
                <a:t>i</a:t>
              </a:r>
              <a:endParaRPr kumimoji="0" lang="en-US" sz="2800" b="0" i="1" u="none" strike="noStrike" cap="none" normalizeH="0" baseline="-25000" dirty="0" smtClean="0">
                <a:ln>
                  <a:noFill/>
                </a:ln>
                <a:solidFill>
                  <a:schemeClr val="tx1"/>
                </a:solidFill>
                <a:effectLst/>
                <a:latin typeface="Constantia" pitchFamily="18" charset="0"/>
                <a:cs typeface="Arial" pitchFamily="34" charset="0"/>
              </a:endParaRPr>
            </a:p>
          </p:txBody>
        </p:sp>
        <p:sp>
          <p:nvSpPr>
            <p:cNvPr id="94" name="Text Box 38"/>
            <p:cNvSpPr txBox="1">
              <a:spLocks noChangeArrowheads="1"/>
            </p:cNvSpPr>
            <p:nvPr/>
          </p:nvSpPr>
          <p:spPr bwMode="auto">
            <a:xfrm>
              <a:off x="3028950" y="2895600"/>
              <a:ext cx="533400" cy="2923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b="0" i="1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onstantia" pitchFamily="18" charset="0"/>
                  <a:cs typeface="Arial" pitchFamily="34" charset="0"/>
                </a:rPr>
                <a:t>v</a:t>
              </a:r>
              <a:r>
                <a:rPr kumimoji="0" lang="en-US" b="0" i="1" u="none" strike="noStrike" cap="none" normalizeH="0" baseline="-2500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onstantia" pitchFamily="18" charset="0"/>
                  <a:cs typeface="Arial" pitchFamily="34" charset="0"/>
                </a:rPr>
                <a:t>B1</a:t>
              </a:r>
              <a:endParaRPr kumimoji="0" lang="en-US" sz="2800" b="0" i="1" u="none" strike="noStrike" cap="none" normalizeH="0" baseline="-25000" dirty="0" smtClean="0">
                <a:ln>
                  <a:noFill/>
                </a:ln>
                <a:solidFill>
                  <a:schemeClr val="tx1"/>
                </a:solidFill>
                <a:effectLst/>
                <a:latin typeface="Constantia" pitchFamily="18" charset="0"/>
                <a:cs typeface="Arial" pitchFamily="34" charset="0"/>
              </a:endParaRPr>
            </a:p>
          </p:txBody>
        </p:sp>
        <p:sp>
          <p:nvSpPr>
            <p:cNvPr id="95" name="Text Box 38"/>
            <p:cNvSpPr txBox="1">
              <a:spLocks noChangeArrowheads="1"/>
            </p:cNvSpPr>
            <p:nvPr/>
          </p:nvSpPr>
          <p:spPr bwMode="auto">
            <a:xfrm>
              <a:off x="3028950" y="3943350"/>
              <a:ext cx="533400" cy="2923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b="0" i="1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onstantia" pitchFamily="18" charset="0"/>
                  <a:cs typeface="Arial" pitchFamily="34" charset="0"/>
                </a:rPr>
                <a:t>v</a:t>
              </a:r>
              <a:r>
                <a:rPr lang="en-US" i="1" baseline="-25000" dirty="0" smtClean="0">
                  <a:latin typeface="Constantia" pitchFamily="18" charset="0"/>
                  <a:cs typeface="Arial" pitchFamily="34" charset="0"/>
                </a:rPr>
                <a:t>C</a:t>
              </a:r>
              <a:r>
                <a:rPr kumimoji="0" lang="en-US" b="0" i="1" u="none" strike="noStrike" cap="none" normalizeH="0" baseline="-2500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onstantia" pitchFamily="18" charset="0"/>
                  <a:cs typeface="Arial" pitchFamily="34" charset="0"/>
                </a:rPr>
                <a:t>1</a:t>
              </a:r>
              <a:endParaRPr kumimoji="0" lang="en-US" sz="2800" b="0" i="1" u="none" strike="noStrike" cap="none" normalizeH="0" baseline="-25000" dirty="0" smtClean="0">
                <a:ln>
                  <a:noFill/>
                </a:ln>
                <a:solidFill>
                  <a:schemeClr val="tx1"/>
                </a:solidFill>
                <a:effectLst/>
                <a:latin typeface="Constantia" pitchFamily="18" charset="0"/>
                <a:cs typeface="Arial" pitchFamily="34" charset="0"/>
              </a:endParaRPr>
            </a:p>
          </p:txBody>
        </p:sp>
        <p:sp>
          <p:nvSpPr>
            <p:cNvPr id="96" name="Text Box 38"/>
            <p:cNvSpPr txBox="1">
              <a:spLocks noChangeArrowheads="1"/>
            </p:cNvSpPr>
            <p:nvPr/>
          </p:nvSpPr>
          <p:spPr bwMode="auto">
            <a:xfrm>
              <a:off x="3048000" y="5219700"/>
              <a:ext cx="533400" cy="2923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b="0" i="1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onstantia" pitchFamily="18" charset="0"/>
                  <a:cs typeface="Arial" pitchFamily="34" charset="0"/>
                </a:rPr>
                <a:t>v</a:t>
              </a:r>
              <a:r>
                <a:rPr kumimoji="0" lang="en-US" b="0" i="1" u="none" strike="noStrike" cap="none" normalizeH="0" baseline="-2500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onstantia" pitchFamily="18" charset="0"/>
                  <a:cs typeface="Arial" pitchFamily="34" charset="0"/>
                </a:rPr>
                <a:t>B2</a:t>
              </a:r>
              <a:endParaRPr kumimoji="0" lang="en-US" sz="2800" b="0" i="1" u="none" strike="noStrike" cap="none" normalizeH="0" baseline="-25000" dirty="0" smtClean="0">
                <a:ln>
                  <a:noFill/>
                </a:ln>
                <a:solidFill>
                  <a:schemeClr val="tx1"/>
                </a:solidFill>
                <a:effectLst/>
                <a:latin typeface="Constantia" pitchFamily="18" charset="0"/>
                <a:cs typeface="Arial" pitchFamily="34" charset="0"/>
              </a:endParaRPr>
            </a:p>
          </p:txBody>
        </p:sp>
        <p:sp>
          <p:nvSpPr>
            <p:cNvPr id="97" name="Text Box 38"/>
            <p:cNvSpPr txBox="1">
              <a:spLocks noChangeArrowheads="1"/>
            </p:cNvSpPr>
            <p:nvPr/>
          </p:nvSpPr>
          <p:spPr bwMode="auto">
            <a:xfrm>
              <a:off x="3581400" y="3352800"/>
              <a:ext cx="533400" cy="2923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b="0" i="1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onstantia" pitchFamily="18" charset="0"/>
                  <a:cs typeface="Arial" pitchFamily="34" charset="0"/>
                </a:rPr>
                <a:t>0,8V</a:t>
              </a:r>
              <a:endParaRPr kumimoji="0" lang="en-US" sz="2800" b="0" i="1" u="none" strike="noStrike" cap="none" normalizeH="0" baseline="-25000" dirty="0" smtClean="0">
                <a:ln>
                  <a:noFill/>
                </a:ln>
                <a:solidFill>
                  <a:schemeClr val="tx1"/>
                </a:solidFill>
                <a:effectLst/>
                <a:latin typeface="Constantia" pitchFamily="18" charset="0"/>
                <a:cs typeface="Arial" pitchFamily="34" charset="0"/>
              </a:endParaRPr>
            </a:p>
          </p:txBody>
        </p:sp>
        <p:sp>
          <p:nvSpPr>
            <p:cNvPr id="98" name="Text Box 38"/>
            <p:cNvSpPr txBox="1">
              <a:spLocks noChangeArrowheads="1"/>
            </p:cNvSpPr>
            <p:nvPr/>
          </p:nvSpPr>
          <p:spPr bwMode="auto">
            <a:xfrm>
              <a:off x="3810000" y="4724400"/>
              <a:ext cx="533400" cy="2923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b="0" i="1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onstantia" pitchFamily="18" charset="0"/>
                  <a:cs typeface="Arial" pitchFamily="34" charset="0"/>
                </a:rPr>
                <a:t>0,2V</a:t>
              </a:r>
              <a:endParaRPr kumimoji="0" lang="en-US" sz="2800" b="0" i="1" u="none" strike="noStrike" cap="none" normalizeH="0" baseline="-25000" dirty="0" smtClean="0">
                <a:ln>
                  <a:noFill/>
                </a:ln>
                <a:solidFill>
                  <a:schemeClr val="tx1"/>
                </a:solidFill>
                <a:effectLst/>
                <a:latin typeface="Constantia" pitchFamily="18" charset="0"/>
                <a:cs typeface="Arial" pitchFamily="34" charset="0"/>
              </a:endParaRPr>
            </a:p>
          </p:txBody>
        </p:sp>
        <p:sp>
          <p:nvSpPr>
            <p:cNvPr id="99" name="Text Box 38"/>
            <p:cNvSpPr txBox="1">
              <a:spLocks noChangeArrowheads="1"/>
            </p:cNvSpPr>
            <p:nvPr/>
          </p:nvSpPr>
          <p:spPr bwMode="auto">
            <a:xfrm>
              <a:off x="3752850" y="5981700"/>
              <a:ext cx="533400" cy="2923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b="0" i="1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onstantia" pitchFamily="18" charset="0"/>
                  <a:cs typeface="Arial" pitchFamily="34" charset="0"/>
                </a:rPr>
                <a:t>V</a:t>
              </a:r>
              <a:r>
                <a:rPr kumimoji="0" lang="en-US" b="0" i="1" u="none" strike="noStrike" cap="none" normalizeH="0" baseline="-2500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onstantia" pitchFamily="18" charset="0"/>
                  <a:cs typeface="Arial" pitchFamily="34" charset="0"/>
                </a:rPr>
                <a:t>CC</a:t>
              </a:r>
              <a:endParaRPr kumimoji="0" lang="en-US" sz="2800" b="0" i="1" u="none" strike="noStrike" cap="none" normalizeH="0" baseline="-25000" dirty="0" smtClean="0">
                <a:ln>
                  <a:noFill/>
                </a:ln>
                <a:solidFill>
                  <a:schemeClr val="tx1"/>
                </a:solidFill>
                <a:effectLst/>
                <a:latin typeface="Constantia" pitchFamily="18" charset="0"/>
                <a:cs typeface="Arial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447800"/>
            <a:ext cx="8382000" cy="5257800"/>
          </a:xfrm>
        </p:spPr>
        <p:txBody>
          <a:bodyPr>
            <a:normAutofit/>
          </a:bodyPr>
          <a:lstStyle/>
          <a:p>
            <a:r>
              <a:rPr lang="en-US" sz="2000" dirty="0" smtClean="0">
                <a:latin typeface="Constantia" pitchFamily="18" charset="0"/>
              </a:rPr>
              <a:t>  </a:t>
            </a:r>
            <a:r>
              <a:rPr lang="en-US" sz="2400" dirty="0" err="1" smtClean="0">
                <a:solidFill>
                  <a:srgbClr val="C00000"/>
                </a:solidFill>
                <a:latin typeface="Constantia" pitchFamily="18" charset="0"/>
              </a:rPr>
              <a:t>Mạch</a:t>
            </a:r>
            <a:r>
              <a:rPr lang="en-US" sz="2400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2400" dirty="0" err="1" smtClean="0">
                <a:solidFill>
                  <a:srgbClr val="C00000"/>
                </a:solidFill>
                <a:latin typeface="Constantia" pitchFamily="18" charset="0"/>
              </a:rPr>
              <a:t>dao</a:t>
            </a:r>
            <a:r>
              <a:rPr lang="en-US" sz="2400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2400" dirty="0" err="1" smtClean="0">
                <a:solidFill>
                  <a:srgbClr val="C00000"/>
                </a:solidFill>
                <a:latin typeface="Constantia" pitchFamily="18" charset="0"/>
              </a:rPr>
              <a:t>động</a:t>
            </a:r>
            <a:r>
              <a:rPr lang="en-US" sz="2400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2400" dirty="0" err="1" smtClean="0">
                <a:solidFill>
                  <a:srgbClr val="C00000"/>
                </a:solidFill>
                <a:latin typeface="Constantia" pitchFamily="18" charset="0"/>
              </a:rPr>
              <a:t>đa</a:t>
            </a:r>
            <a:r>
              <a:rPr lang="en-US" sz="2400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2400" dirty="0" err="1" smtClean="0">
                <a:solidFill>
                  <a:srgbClr val="C00000"/>
                </a:solidFill>
                <a:latin typeface="Constantia" pitchFamily="18" charset="0"/>
              </a:rPr>
              <a:t>hài</a:t>
            </a:r>
            <a:r>
              <a:rPr lang="en-US" sz="2400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2400" dirty="0" err="1" smtClean="0">
                <a:solidFill>
                  <a:srgbClr val="C00000"/>
                </a:solidFill>
                <a:latin typeface="Constantia" pitchFamily="18" charset="0"/>
              </a:rPr>
              <a:t>đơn</a:t>
            </a:r>
            <a:r>
              <a:rPr lang="en-US" sz="2400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2400" dirty="0" err="1" smtClean="0">
                <a:solidFill>
                  <a:srgbClr val="C00000"/>
                </a:solidFill>
                <a:latin typeface="Constantia" pitchFamily="18" charset="0"/>
              </a:rPr>
              <a:t>ổn</a:t>
            </a:r>
            <a:r>
              <a:rPr lang="en-US" sz="2400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2400" dirty="0" err="1" smtClean="0">
                <a:solidFill>
                  <a:srgbClr val="C00000"/>
                </a:solidFill>
                <a:latin typeface="Constantia" pitchFamily="18" charset="0"/>
              </a:rPr>
              <a:t>cải</a:t>
            </a:r>
            <a:r>
              <a:rPr lang="en-US" sz="2400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2400" dirty="0" err="1" smtClean="0">
                <a:solidFill>
                  <a:srgbClr val="C00000"/>
                </a:solidFill>
                <a:latin typeface="Constantia" pitchFamily="18" charset="0"/>
              </a:rPr>
              <a:t>tiến</a:t>
            </a:r>
            <a:endParaRPr lang="en-US" sz="2400" dirty="0">
              <a:solidFill>
                <a:srgbClr val="C00000"/>
              </a:solidFill>
              <a:latin typeface="Constantia" pitchFamily="18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304800" y="457200"/>
            <a:ext cx="8305800" cy="8080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bIns="91440" anchor="b" anchorCtr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5.2.4.</a:t>
            </a:r>
            <a:r>
              <a:rPr kumimoji="0" lang="en-US" sz="4000" b="0" i="0" u="none" strike="noStrike" kern="1200" cap="none" spc="0" normalizeH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kumimoji="0" lang="en-US" sz="4000" b="0" i="0" u="none" strike="noStrike" kern="1200" cap="none" spc="0" normalizeH="0" noProof="0" dirty="0" err="1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Mạch</a:t>
            </a:r>
            <a:r>
              <a:rPr kumimoji="0" lang="en-US" sz="4000" b="0" i="0" u="none" strike="noStrike" kern="1200" cap="none" spc="0" normalizeH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kumimoji="0" lang="en-US" sz="4000" b="0" i="0" u="none" strike="noStrike" kern="1200" cap="none" spc="0" normalizeH="0" noProof="0" dirty="0" err="1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dao</a:t>
            </a:r>
            <a:r>
              <a:rPr kumimoji="0" lang="en-US" sz="4000" b="0" i="0" u="none" strike="noStrike" kern="1200" cap="none" spc="0" normalizeH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kumimoji="0" lang="en-US" sz="4000" b="0" i="0" u="none" strike="noStrike" kern="1200" cap="none" spc="0" normalizeH="0" noProof="0" dirty="0" err="1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động</a:t>
            </a:r>
            <a:r>
              <a:rPr kumimoji="0" lang="en-US" sz="4000" b="0" i="0" u="none" strike="noStrike" kern="1200" cap="none" spc="0" normalizeH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kumimoji="0" lang="en-US" sz="4000" b="0" i="0" u="none" strike="noStrike" kern="1200" cap="none" spc="0" normalizeH="0" noProof="0" dirty="0" err="1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đa</a:t>
            </a:r>
            <a:r>
              <a:rPr kumimoji="0" lang="en-US" sz="4000" b="0" i="0" u="none" strike="noStrike" kern="1200" cap="none" spc="0" normalizeH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kumimoji="0" lang="en-US" sz="4000" b="0" i="0" u="none" strike="noStrike" kern="1200" cap="none" spc="0" normalizeH="0" noProof="0" dirty="0" err="1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hài</a:t>
            </a:r>
            <a:r>
              <a:rPr kumimoji="0" lang="en-US" sz="4000" b="0" i="0" u="none" strike="noStrike" kern="1200" cap="none" spc="0" normalizeH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kumimoji="0" lang="en-US" sz="4000" b="0" i="0" u="none" strike="noStrike" kern="1200" cap="none" spc="0" normalizeH="0" noProof="0" dirty="0" err="1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đơn</a:t>
            </a:r>
            <a:r>
              <a:rPr kumimoji="0" lang="en-US" sz="4000" b="0" i="0" u="none" strike="noStrike" kern="1200" cap="none" spc="0" normalizeH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kumimoji="0" lang="en-US" sz="4000" b="0" i="0" u="none" strike="noStrike" kern="1200" cap="none" spc="0" normalizeH="0" noProof="0" dirty="0" err="1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ổn</a:t>
            </a:r>
            <a:r>
              <a:rPr kumimoji="0" lang="en-US" sz="4000" b="0" i="0" u="none" strike="noStrike" kern="1200" cap="none" spc="0" normalizeH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  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Constantia" pitchFamily="18" charset="0"/>
              <a:ea typeface="+mj-ea"/>
              <a:cs typeface="+mj-cs"/>
            </a:endParaRPr>
          </a:p>
        </p:txBody>
      </p:sp>
      <p:sp>
        <p:nvSpPr>
          <p:cNvPr id="54278" name="Rectangle 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4279" name="Rectangle 7"/>
          <p:cNvSpPr>
            <a:spLocks noChangeArrowheads="1"/>
          </p:cNvSpPr>
          <p:nvPr/>
        </p:nvSpPr>
        <p:spPr bwMode="auto">
          <a:xfrm>
            <a:off x="0" y="7429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55" name="Group 54"/>
          <p:cNvGrpSpPr/>
          <p:nvPr/>
        </p:nvGrpSpPr>
        <p:grpSpPr>
          <a:xfrm>
            <a:off x="685800" y="2057400"/>
            <a:ext cx="3575050" cy="3820192"/>
            <a:chOff x="685800" y="2057400"/>
            <a:chExt cx="3575050" cy="3820192"/>
          </a:xfrm>
        </p:grpSpPr>
        <p:sp>
          <p:nvSpPr>
            <p:cNvPr id="69635" name="Text Box 3"/>
            <p:cNvSpPr txBox="1">
              <a:spLocks noChangeArrowheads="1"/>
            </p:cNvSpPr>
            <p:nvPr/>
          </p:nvSpPr>
          <p:spPr bwMode="auto">
            <a:xfrm>
              <a:off x="685800" y="5562600"/>
              <a:ext cx="3575050" cy="3149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b="0" i="0" u="none" strike="noStrike" cap="none" normalizeH="0" baseline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Mạch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 </a:t>
              </a:r>
              <a:r>
                <a:rPr kumimoji="0" lang="en-US" b="0" i="0" u="none" strike="noStrike" cap="none" normalizeH="0" baseline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đơn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 </a:t>
              </a:r>
              <a:r>
                <a:rPr kumimoji="0" lang="en-US" b="0" i="0" u="none" strike="noStrike" cap="none" normalizeH="0" baseline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ổn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 </a:t>
              </a:r>
              <a:r>
                <a:rPr kumimoji="0" lang="en-US" b="0" i="0" u="none" strike="noStrike" cap="none" normalizeH="0" baseline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sử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 </a:t>
              </a:r>
              <a:r>
                <a:rPr kumimoji="0" lang="en-US" b="0" i="0" u="none" strike="noStrike" cap="none" normalizeH="0" baseline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dụng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 </a:t>
              </a:r>
              <a:r>
                <a:rPr kumimoji="0" lang="en-US" b="0" i="0" u="none" strike="noStrike" cap="none" normalizeH="0" baseline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tụ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 </a:t>
              </a:r>
              <a:r>
                <a:rPr kumimoji="0" lang="en-US" b="0" i="0" u="none" strike="noStrike" cap="none" normalizeH="0" baseline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gia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 </a:t>
              </a:r>
              <a:r>
                <a:rPr kumimoji="0" lang="en-US" b="0" i="0" u="none" strike="noStrike" cap="none" normalizeH="0" baseline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tốc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 C*</a:t>
              </a:r>
              <a:endPara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69636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685800" y="2057400"/>
              <a:ext cx="3364820" cy="3546484"/>
            </a:xfrm>
            <a:prstGeom prst="rect">
              <a:avLst/>
            </a:prstGeom>
            <a:noFill/>
          </p:spPr>
        </p:pic>
      </p:grpSp>
      <p:grpSp>
        <p:nvGrpSpPr>
          <p:cNvPr id="54" name="Group 53"/>
          <p:cNvGrpSpPr/>
          <p:nvPr/>
        </p:nvGrpSpPr>
        <p:grpSpPr>
          <a:xfrm>
            <a:off x="4495800" y="2514600"/>
            <a:ext cx="4267200" cy="3439193"/>
            <a:chOff x="4495800" y="2514600"/>
            <a:chExt cx="4267200" cy="3439193"/>
          </a:xfrm>
        </p:grpSpPr>
        <p:sp>
          <p:nvSpPr>
            <p:cNvPr id="69638" name="Text Box 6"/>
            <p:cNvSpPr txBox="1">
              <a:spLocks noChangeArrowheads="1"/>
            </p:cNvSpPr>
            <p:nvPr/>
          </p:nvSpPr>
          <p:spPr bwMode="auto">
            <a:xfrm>
              <a:off x="4495800" y="5638800"/>
              <a:ext cx="4267200" cy="31499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2000" b="0" i="0" u="none" strike="noStrike" cap="none" normalizeH="0" baseline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Mạch</a:t>
              </a:r>
              <a:r>
                <a:rPr kumimoji="0" lang="en-US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 </a:t>
              </a:r>
              <a:r>
                <a:rPr kumimoji="0" lang="en-US" sz="2000" b="0" i="0" u="none" strike="noStrike" cap="none" normalizeH="0" baseline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đơn</a:t>
              </a:r>
              <a:r>
                <a:rPr kumimoji="0" lang="en-US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 </a:t>
              </a:r>
              <a:r>
                <a:rPr kumimoji="0" lang="en-US" sz="2000" b="0" i="0" u="none" strike="noStrike" cap="none" normalizeH="0" baseline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ổn</a:t>
              </a:r>
              <a:r>
                <a:rPr kumimoji="0" lang="en-US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 </a:t>
              </a:r>
              <a:r>
                <a:rPr kumimoji="0" lang="en-US" sz="2000" b="0" i="0" u="none" strike="noStrike" cap="none" normalizeH="0" baseline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sử</a:t>
              </a:r>
              <a:r>
                <a:rPr kumimoji="0" lang="en-US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 </a:t>
              </a:r>
              <a:r>
                <a:rPr kumimoji="0" lang="en-US" sz="2000" b="0" i="0" u="none" strike="noStrike" cap="none" normalizeH="0" baseline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dụng</a:t>
              </a:r>
              <a:r>
                <a:rPr kumimoji="0" lang="en-US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 diode </a:t>
              </a:r>
              <a:r>
                <a:rPr kumimoji="0" lang="en-US" sz="2000" b="0" i="0" u="none" strike="noStrike" cap="none" normalizeH="0" baseline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cách</a:t>
              </a:r>
              <a:r>
                <a:rPr kumimoji="0" lang="en-US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 </a:t>
              </a:r>
              <a:r>
                <a:rPr kumimoji="0" lang="en-US" sz="2000" b="0" i="0" u="none" strike="noStrike" cap="none" normalizeH="0" baseline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ly</a:t>
              </a:r>
              <a:r>
                <a:rPr kumimoji="0" lang="en-US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 D</a:t>
              </a:r>
              <a:r>
                <a:rPr kumimoji="0" lang="en-US" sz="2000" b="0" i="0" u="none" strike="noStrike" cap="none" normalizeH="0" baseline="-2500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1</a:t>
              </a:r>
              <a:endPara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69639" name="Picture 7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5029200" y="2514600"/>
              <a:ext cx="3505200" cy="3134585"/>
            </a:xfrm>
            <a:prstGeom prst="rect">
              <a:avLst/>
            </a:prstGeom>
            <a:noFill/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752600"/>
            <a:ext cx="4876800" cy="495300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2000" dirty="0" err="1" smtClean="0">
                <a:latin typeface="Constantia" pitchFamily="18" charset="0"/>
              </a:rPr>
              <a:t>Mạch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dao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động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đa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hài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lưỡng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ổn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và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đơn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ổn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muốn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thay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đổi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trạng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thái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đều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phải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có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sự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tác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động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của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xung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kích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tới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đầu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vào</a:t>
            </a:r>
            <a:endParaRPr lang="en-US" sz="2000" dirty="0" smtClean="0">
              <a:latin typeface="Constantia" pitchFamily="18" charset="0"/>
            </a:endParaRPr>
          </a:p>
          <a:p>
            <a:pPr>
              <a:lnSpc>
                <a:spcPct val="120000"/>
              </a:lnSpc>
            </a:pPr>
            <a:r>
              <a:rPr lang="en-US" sz="2000" i="1" dirty="0" err="1" smtClean="0">
                <a:solidFill>
                  <a:srgbClr val="C00000"/>
                </a:solidFill>
                <a:latin typeface="Constantia" pitchFamily="18" charset="0"/>
              </a:rPr>
              <a:t>Mạch</a:t>
            </a:r>
            <a:r>
              <a:rPr lang="en-US" sz="2000" i="1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Constantia" pitchFamily="18" charset="0"/>
              </a:rPr>
              <a:t>dao</a:t>
            </a:r>
            <a:r>
              <a:rPr lang="en-US" sz="2000" i="1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Constantia" pitchFamily="18" charset="0"/>
              </a:rPr>
              <a:t>động</a:t>
            </a:r>
            <a:r>
              <a:rPr lang="en-US" sz="2000" i="1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Constantia" pitchFamily="18" charset="0"/>
              </a:rPr>
              <a:t>đa</a:t>
            </a:r>
            <a:r>
              <a:rPr lang="en-US" sz="2000" i="1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Constantia" pitchFamily="18" charset="0"/>
              </a:rPr>
              <a:t>hài</a:t>
            </a:r>
            <a:r>
              <a:rPr lang="en-US" sz="2000" i="1" dirty="0" smtClean="0">
                <a:solidFill>
                  <a:srgbClr val="C00000"/>
                </a:solidFill>
                <a:latin typeface="Constantia" pitchFamily="18" charset="0"/>
              </a:rPr>
              <a:t> phi </a:t>
            </a:r>
            <a:r>
              <a:rPr lang="en-US" sz="2000" i="1" dirty="0" err="1" smtClean="0">
                <a:solidFill>
                  <a:srgbClr val="C00000"/>
                </a:solidFill>
                <a:latin typeface="Constantia" pitchFamily="18" charset="0"/>
              </a:rPr>
              <a:t>ổn</a:t>
            </a:r>
            <a:r>
              <a:rPr lang="en-US" sz="2000" i="1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thì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có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khả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năng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chuyển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trạng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thái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của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mạch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mà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không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cần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tác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động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tại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đầu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vào</a:t>
            </a:r>
            <a:r>
              <a:rPr lang="en-US" sz="2000" dirty="0" smtClean="0">
                <a:latin typeface="Constantia" pitchFamily="18" charset="0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sz="2000" dirty="0" err="1" smtClean="0">
                <a:latin typeface="Constantia" pitchFamily="18" charset="0"/>
              </a:rPr>
              <a:t>Mạch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dao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động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đa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hài</a:t>
            </a:r>
            <a:r>
              <a:rPr lang="en-US" sz="2000" dirty="0" smtClean="0">
                <a:latin typeface="Constantia" pitchFamily="18" charset="0"/>
              </a:rPr>
              <a:t> phi </a:t>
            </a:r>
            <a:r>
              <a:rPr lang="en-US" sz="2000" dirty="0" err="1" smtClean="0">
                <a:latin typeface="Constantia" pitchFamily="18" charset="0"/>
              </a:rPr>
              <a:t>ổn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hoạt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động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theo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đúng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nguyên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tắc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của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mạch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dao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động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khi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tự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tạo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tín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hiệu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xung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tại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đầu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ra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mà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không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cần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tín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hiệu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điều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khiển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tại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đầu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vào</a:t>
            </a:r>
            <a:r>
              <a:rPr lang="en-US" sz="2000" dirty="0" smtClean="0">
                <a:latin typeface="Constantia" pitchFamily="18" charset="0"/>
              </a:rPr>
              <a:t>.</a:t>
            </a:r>
          </a:p>
          <a:p>
            <a:endParaRPr lang="en-US" sz="2000" i="1" dirty="0" smtClean="0">
              <a:solidFill>
                <a:srgbClr val="C00000"/>
              </a:solidFill>
              <a:latin typeface="Constantia" pitchFamily="18" charset="0"/>
            </a:endParaRPr>
          </a:p>
          <a:p>
            <a:pPr>
              <a:buSzPct val="100000"/>
            </a:pPr>
            <a:endParaRPr lang="en-US" sz="2000" dirty="0" smtClean="0">
              <a:latin typeface="Times New Roman"/>
              <a:cs typeface="Times New Roman"/>
            </a:endParaRPr>
          </a:p>
          <a:p>
            <a:pPr>
              <a:buSzPct val="100000"/>
            </a:pPr>
            <a:endParaRPr lang="en-US" sz="2000" dirty="0" smtClean="0">
              <a:latin typeface="Constantia" pitchFamily="18" charset="0"/>
            </a:endParaRPr>
          </a:p>
          <a:p>
            <a:endParaRPr lang="en-US" sz="2000" dirty="0">
              <a:latin typeface="Constantia" pitchFamily="18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381000" y="457200"/>
            <a:ext cx="8534400" cy="8080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bIns="91440" anchor="b" anchorCtr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5.2.5.</a:t>
            </a:r>
            <a:r>
              <a:rPr kumimoji="0" lang="en-US" sz="4000" b="0" i="0" u="none" strike="noStrike" kern="1200" cap="none" spc="0" normalizeH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kumimoji="0" lang="en-US" sz="4000" b="0" i="0" u="none" strike="noStrike" kern="1200" cap="none" spc="0" normalizeH="0" noProof="0" dirty="0" err="1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Mạch</a:t>
            </a:r>
            <a:r>
              <a:rPr kumimoji="0" lang="en-US" sz="4000" b="0" i="0" u="none" strike="noStrike" kern="1200" cap="none" spc="0" normalizeH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kumimoji="0" lang="en-US" sz="4000" b="0" i="0" u="none" strike="noStrike" kern="1200" cap="none" spc="0" normalizeH="0" noProof="0" dirty="0" err="1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dao</a:t>
            </a:r>
            <a:r>
              <a:rPr kumimoji="0" lang="en-US" sz="4000" b="0" i="0" u="none" strike="noStrike" kern="1200" cap="none" spc="0" normalizeH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kumimoji="0" lang="en-US" sz="4000" b="0" i="0" u="none" strike="noStrike" kern="1200" cap="none" spc="0" normalizeH="0" noProof="0" dirty="0" err="1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động</a:t>
            </a:r>
            <a:r>
              <a:rPr kumimoji="0" lang="en-US" sz="4000" b="0" i="0" u="none" strike="noStrike" kern="1200" cap="none" spc="0" normalizeH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kumimoji="0" lang="en-US" sz="4000" b="0" i="0" u="none" strike="noStrike" kern="1200" cap="none" spc="0" normalizeH="0" noProof="0" dirty="0" err="1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đa</a:t>
            </a:r>
            <a:r>
              <a:rPr kumimoji="0" lang="en-US" sz="4000" b="0" i="0" u="none" strike="noStrike" kern="1200" cap="none" spc="0" normalizeH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kumimoji="0" lang="en-US" sz="4000" b="0" i="0" u="none" strike="noStrike" kern="1200" cap="none" spc="0" normalizeH="0" noProof="0" dirty="0" err="1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hài</a:t>
            </a:r>
            <a:r>
              <a:rPr kumimoji="0" lang="en-US" sz="4000" b="0" i="0" u="none" strike="noStrike" kern="1200" cap="none" spc="0" normalizeH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 phi </a:t>
            </a:r>
            <a:r>
              <a:rPr kumimoji="0" lang="en-US" sz="4000" b="0" i="0" u="none" strike="noStrike" kern="1200" cap="none" spc="0" normalizeH="0" noProof="0" dirty="0" err="1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ổn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Constantia" pitchFamily="18" charset="0"/>
              <a:ea typeface="+mj-ea"/>
              <a:cs typeface="+mj-cs"/>
            </a:endParaRPr>
          </a:p>
        </p:txBody>
      </p:sp>
      <p:sp>
        <p:nvSpPr>
          <p:cNvPr id="54278" name="Rectangle 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4279" name="Rectangle 7"/>
          <p:cNvSpPr>
            <a:spLocks noChangeArrowheads="1"/>
          </p:cNvSpPr>
          <p:nvPr/>
        </p:nvSpPr>
        <p:spPr bwMode="auto">
          <a:xfrm>
            <a:off x="0" y="7429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3" name="Group 12"/>
          <p:cNvGrpSpPr/>
          <p:nvPr/>
        </p:nvGrpSpPr>
        <p:grpSpPr>
          <a:xfrm>
            <a:off x="5334000" y="1905000"/>
            <a:ext cx="3810000" cy="3505200"/>
            <a:chOff x="5334000" y="1905000"/>
            <a:chExt cx="3810000" cy="3505200"/>
          </a:xfrm>
        </p:grpSpPr>
        <p:sp>
          <p:nvSpPr>
            <p:cNvPr id="67587" name="Text Box 3"/>
            <p:cNvSpPr txBox="1">
              <a:spLocks noChangeArrowheads="1"/>
            </p:cNvSpPr>
            <p:nvPr/>
          </p:nvSpPr>
          <p:spPr bwMode="auto">
            <a:xfrm>
              <a:off x="5334000" y="1905000"/>
              <a:ext cx="3505200" cy="46609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Pct val="150000"/>
                <a:buFont typeface="Arial" pitchFamily="34" charset="0"/>
                <a:buChar char="•"/>
                <a:tabLst/>
              </a:pPr>
              <a:r>
                <a:rPr kumimoji="0" lang="en-US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 </a:t>
              </a:r>
              <a:r>
                <a:rPr kumimoji="0" lang="en-US" sz="2000" b="0" i="0" u="none" strike="noStrike" cap="none" normalizeH="0" baseline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Mạch</a:t>
              </a:r>
              <a:r>
                <a:rPr kumimoji="0" lang="en-US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 </a:t>
              </a:r>
              <a:r>
                <a:rPr kumimoji="0" lang="en-US" sz="2000" b="0" i="0" u="none" strike="noStrike" cap="none" normalizeH="0" baseline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dao</a:t>
              </a:r>
              <a:r>
                <a:rPr kumimoji="0" lang="en-US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 </a:t>
              </a:r>
              <a:r>
                <a:rPr kumimoji="0" lang="en-US" sz="2000" b="0" i="0" u="none" strike="noStrike" cap="none" normalizeH="0" baseline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động</a:t>
              </a:r>
              <a:r>
                <a:rPr kumimoji="0" lang="en-US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 </a:t>
              </a:r>
              <a:r>
                <a:rPr kumimoji="0" lang="en-US" sz="2000" b="0" i="0" u="none" strike="noStrike" cap="none" normalizeH="0" baseline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đa</a:t>
              </a:r>
              <a:r>
                <a:rPr kumimoji="0" lang="en-US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 </a:t>
              </a:r>
              <a:r>
                <a:rPr kumimoji="0" lang="en-US" sz="2000" b="0" i="0" u="none" strike="noStrike" cap="none" normalizeH="0" baseline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hài</a:t>
              </a:r>
              <a:r>
                <a:rPr kumimoji="0" lang="en-US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 phi </a:t>
              </a:r>
              <a:r>
                <a:rPr kumimoji="0" lang="en-US" sz="2000" b="0" i="0" u="none" strike="noStrike" cap="none" normalizeH="0" baseline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ổn</a:t>
              </a:r>
              <a:endPara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70660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5417973" y="2438400"/>
              <a:ext cx="3726027" cy="2971800"/>
            </a:xfrm>
            <a:prstGeom prst="rect">
              <a:avLst/>
            </a:prstGeom>
            <a:noFill/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066800"/>
            <a:ext cx="4114800" cy="5943600"/>
          </a:xfrm>
        </p:spPr>
        <p:txBody>
          <a:bodyPr>
            <a:normAutofit fontScale="55000" lnSpcReduction="20000"/>
          </a:bodyPr>
          <a:lstStyle/>
          <a:p>
            <a:pPr marL="457200" indent="-457200">
              <a:lnSpc>
                <a:spcPct val="130000"/>
              </a:lnSpc>
              <a:buSzPct val="120000"/>
              <a:buFont typeface="Wingdings" pitchFamily="2" charset="2"/>
              <a:buChar char="Ø"/>
            </a:pPr>
            <a:r>
              <a:rPr lang="en-US" sz="3600" dirty="0" err="1" smtClean="0">
                <a:solidFill>
                  <a:srgbClr val="C00000"/>
                </a:solidFill>
                <a:latin typeface="Constantia" pitchFamily="18" charset="0"/>
              </a:rPr>
              <a:t>Nguyên</a:t>
            </a:r>
            <a:r>
              <a:rPr lang="en-US" sz="3600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3600" dirty="0" err="1" smtClean="0">
                <a:solidFill>
                  <a:srgbClr val="C00000"/>
                </a:solidFill>
                <a:latin typeface="Constantia" pitchFamily="18" charset="0"/>
              </a:rPr>
              <a:t>lý</a:t>
            </a:r>
            <a:r>
              <a:rPr lang="en-US" sz="3600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3600" dirty="0" err="1" smtClean="0">
                <a:solidFill>
                  <a:srgbClr val="C00000"/>
                </a:solidFill>
                <a:latin typeface="Constantia" pitchFamily="18" charset="0"/>
              </a:rPr>
              <a:t>hoạt</a:t>
            </a:r>
            <a:r>
              <a:rPr lang="en-US" sz="3600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3600" dirty="0" err="1" smtClean="0">
                <a:solidFill>
                  <a:srgbClr val="C00000"/>
                </a:solidFill>
                <a:latin typeface="Constantia" pitchFamily="18" charset="0"/>
              </a:rPr>
              <a:t>động</a:t>
            </a:r>
            <a:endParaRPr lang="en-US" sz="3600" dirty="0" smtClean="0">
              <a:solidFill>
                <a:srgbClr val="C00000"/>
              </a:solidFill>
              <a:latin typeface="Constantia" pitchFamily="18" charset="0"/>
            </a:endParaRPr>
          </a:p>
          <a:p>
            <a:pPr>
              <a:lnSpc>
                <a:spcPct val="130000"/>
              </a:lnSpc>
            </a:pPr>
            <a:r>
              <a:rPr lang="en-US" sz="3600" dirty="0" smtClean="0">
                <a:latin typeface="Constantia" pitchFamily="18" charset="0"/>
              </a:rPr>
              <a:t> </a:t>
            </a:r>
            <a:r>
              <a:rPr lang="en-US" sz="3600" dirty="0" err="1" smtClean="0">
                <a:latin typeface="Constantia" pitchFamily="18" charset="0"/>
              </a:rPr>
              <a:t>Giả</a:t>
            </a:r>
            <a:r>
              <a:rPr lang="en-US" sz="3600" dirty="0" smtClean="0">
                <a:latin typeface="Constantia" pitchFamily="18" charset="0"/>
              </a:rPr>
              <a:t> </a:t>
            </a:r>
            <a:r>
              <a:rPr lang="en-US" sz="3600" dirty="0" err="1" smtClean="0">
                <a:latin typeface="Constantia" pitchFamily="18" charset="0"/>
              </a:rPr>
              <a:t>thiết</a:t>
            </a:r>
            <a:r>
              <a:rPr lang="en-US" sz="3600" dirty="0" smtClean="0">
                <a:latin typeface="Constantia" pitchFamily="18" charset="0"/>
              </a:rPr>
              <a:t>, </a:t>
            </a:r>
            <a:r>
              <a:rPr lang="en-US" sz="3600" dirty="0" smtClean="0">
                <a:solidFill>
                  <a:srgbClr val="C00000"/>
                </a:solidFill>
                <a:latin typeface="Constantia" pitchFamily="18" charset="0"/>
              </a:rPr>
              <a:t>T1 </a:t>
            </a:r>
            <a:r>
              <a:rPr lang="en-US" sz="3600" dirty="0" err="1" smtClean="0">
                <a:solidFill>
                  <a:srgbClr val="C00000"/>
                </a:solidFill>
                <a:latin typeface="Constantia" pitchFamily="18" charset="0"/>
              </a:rPr>
              <a:t>thông</a:t>
            </a:r>
            <a:r>
              <a:rPr lang="en-US" sz="3600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3600" dirty="0" err="1" smtClean="0">
                <a:solidFill>
                  <a:srgbClr val="C00000"/>
                </a:solidFill>
                <a:latin typeface="Constantia" pitchFamily="18" charset="0"/>
              </a:rPr>
              <a:t>bão</a:t>
            </a:r>
            <a:r>
              <a:rPr lang="en-US" sz="3600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3600" dirty="0" err="1" smtClean="0">
                <a:solidFill>
                  <a:srgbClr val="C00000"/>
                </a:solidFill>
                <a:latin typeface="Constantia" pitchFamily="18" charset="0"/>
              </a:rPr>
              <a:t>hòa</a:t>
            </a:r>
            <a:r>
              <a:rPr lang="en-US" sz="3600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3600" dirty="0" err="1" smtClean="0">
                <a:solidFill>
                  <a:srgbClr val="C00000"/>
                </a:solidFill>
                <a:latin typeface="Constantia" pitchFamily="18" charset="0"/>
              </a:rPr>
              <a:t>và</a:t>
            </a:r>
            <a:r>
              <a:rPr lang="en-US" sz="3600" dirty="0" smtClean="0">
                <a:solidFill>
                  <a:srgbClr val="C00000"/>
                </a:solidFill>
                <a:latin typeface="Constantia" pitchFamily="18" charset="0"/>
              </a:rPr>
              <a:t> T2 </a:t>
            </a:r>
            <a:r>
              <a:rPr lang="en-US" sz="3600" dirty="0" err="1" smtClean="0">
                <a:solidFill>
                  <a:srgbClr val="C00000"/>
                </a:solidFill>
                <a:latin typeface="Constantia" pitchFamily="18" charset="0"/>
              </a:rPr>
              <a:t>ngắt</a:t>
            </a:r>
            <a:r>
              <a:rPr lang="en-US" sz="3600" dirty="0" smtClean="0">
                <a:latin typeface="Constantia" pitchFamily="18" charset="0"/>
              </a:rPr>
              <a:t>. </a:t>
            </a:r>
            <a:r>
              <a:rPr lang="en-US" sz="3600" dirty="0" err="1" smtClean="0">
                <a:latin typeface="Constantia" pitchFamily="18" charset="0"/>
              </a:rPr>
              <a:t>Tụ</a:t>
            </a:r>
            <a:r>
              <a:rPr lang="en-US" sz="3600" dirty="0" smtClean="0">
                <a:latin typeface="Constantia" pitchFamily="18" charset="0"/>
              </a:rPr>
              <a:t> C1 </a:t>
            </a:r>
            <a:r>
              <a:rPr lang="en-US" sz="3600" dirty="0" err="1" smtClean="0">
                <a:latin typeface="Constantia" pitchFamily="18" charset="0"/>
              </a:rPr>
              <a:t>đã</a:t>
            </a:r>
            <a:r>
              <a:rPr lang="en-US" sz="3600" dirty="0" smtClean="0">
                <a:latin typeface="Constantia" pitchFamily="18" charset="0"/>
              </a:rPr>
              <a:t> </a:t>
            </a:r>
            <a:r>
              <a:rPr lang="en-US" sz="3600" dirty="0" err="1" smtClean="0">
                <a:latin typeface="Constantia" pitchFamily="18" charset="0"/>
              </a:rPr>
              <a:t>được</a:t>
            </a:r>
            <a:r>
              <a:rPr lang="en-US" sz="3600" dirty="0" smtClean="0">
                <a:latin typeface="Constantia" pitchFamily="18" charset="0"/>
              </a:rPr>
              <a:t> </a:t>
            </a:r>
            <a:r>
              <a:rPr lang="en-US" sz="3600" dirty="0" err="1" smtClean="0">
                <a:latin typeface="Constantia" pitchFamily="18" charset="0"/>
              </a:rPr>
              <a:t>nạp</a:t>
            </a:r>
            <a:r>
              <a:rPr lang="en-US" sz="3600" dirty="0" smtClean="0">
                <a:latin typeface="Constantia" pitchFamily="18" charset="0"/>
              </a:rPr>
              <a:t> </a:t>
            </a:r>
            <a:r>
              <a:rPr lang="en-US" sz="3600" dirty="0" err="1" smtClean="0">
                <a:latin typeface="Constantia" pitchFamily="18" charset="0"/>
              </a:rPr>
              <a:t>đầy</a:t>
            </a:r>
            <a:r>
              <a:rPr lang="en-US" sz="3600" dirty="0" smtClean="0">
                <a:latin typeface="Constantia" pitchFamily="18" charset="0"/>
              </a:rPr>
              <a:t> </a:t>
            </a:r>
            <a:r>
              <a:rPr lang="en-US" sz="3600" dirty="0" err="1" smtClean="0">
                <a:latin typeface="Constantia" pitchFamily="18" charset="0"/>
              </a:rPr>
              <a:t>trước</a:t>
            </a:r>
            <a:r>
              <a:rPr lang="en-US" sz="3600" dirty="0" smtClean="0">
                <a:latin typeface="Constantia" pitchFamily="18" charset="0"/>
              </a:rPr>
              <a:t> </a:t>
            </a:r>
            <a:r>
              <a:rPr lang="en-US" sz="3600" dirty="0" err="1" smtClean="0">
                <a:latin typeface="Constantia" pitchFamily="18" charset="0"/>
              </a:rPr>
              <a:t>đó</a:t>
            </a:r>
            <a:r>
              <a:rPr lang="en-US" sz="3600" dirty="0" smtClean="0">
                <a:latin typeface="Constantia" pitchFamily="18" charset="0"/>
              </a:rPr>
              <a:t> </a:t>
            </a:r>
            <a:r>
              <a:rPr lang="en-US" sz="3600" dirty="0" err="1" smtClean="0">
                <a:latin typeface="Constantia" pitchFamily="18" charset="0"/>
              </a:rPr>
              <a:t>bắt</a:t>
            </a:r>
            <a:r>
              <a:rPr lang="en-US" sz="3600" dirty="0" smtClean="0">
                <a:latin typeface="Constantia" pitchFamily="18" charset="0"/>
              </a:rPr>
              <a:t> </a:t>
            </a:r>
            <a:r>
              <a:rPr lang="en-US" sz="3600" dirty="0" err="1" smtClean="0">
                <a:latin typeface="Constantia" pitchFamily="18" charset="0"/>
              </a:rPr>
              <a:t>đầu</a:t>
            </a:r>
            <a:r>
              <a:rPr lang="en-US" sz="3600" dirty="0" smtClean="0">
                <a:latin typeface="Constantia" pitchFamily="18" charset="0"/>
              </a:rPr>
              <a:t> </a:t>
            </a:r>
            <a:r>
              <a:rPr lang="en-US" sz="3600" dirty="0" err="1" smtClean="0">
                <a:latin typeface="Constantia" pitchFamily="18" charset="0"/>
              </a:rPr>
              <a:t>phóng</a:t>
            </a:r>
            <a:r>
              <a:rPr lang="en-US" sz="3600" dirty="0" smtClean="0">
                <a:latin typeface="Constantia" pitchFamily="18" charset="0"/>
              </a:rPr>
              <a:t> </a:t>
            </a:r>
            <a:r>
              <a:rPr lang="en-US" sz="3600" dirty="0" err="1" smtClean="0">
                <a:latin typeface="Constantia" pitchFamily="18" charset="0"/>
              </a:rPr>
              <a:t>điện</a:t>
            </a:r>
            <a:r>
              <a:rPr lang="en-US" sz="3600" dirty="0" smtClean="0">
                <a:latin typeface="Constantia" pitchFamily="18" charset="0"/>
              </a:rPr>
              <a:t>: </a:t>
            </a:r>
            <a:r>
              <a:rPr lang="en-US" sz="3600" dirty="0" err="1" smtClean="0">
                <a:solidFill>
                  <a:srgbClr val="C00000"/>
                </a:solidFill>
                <a:latin typeface="Constantia" pitchFamily="18" charset="0"/>
              </a:rPr>
              <a:t>bản</a:t>
            </a:r>
            <a:r>
              <a:rPr lang="en-US" sz="3600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3600" dirty="0" err="1" smtClean="0">
                <a:solidFill>
                  <a:srgbClr val="C00000"/>
                </a:solidFill>
                <a:latin typeface="Constantia" pitchFamily="18" charset="0"/>
              </a:rPr>
              <a:t>cực</a:t>
            </a:r>
            <a:r>
              <a:rPr lang="en-US" sz="3600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3600" dirty="0" err="1" smtClean="0">
                <a:solidFill>
                  <a:srgbClr val="C00000"/>
                </a:solidFill>
                <a:latin typeface="Constantia" pitchFamily="18" charset="0"/>
              </a:rPr>
              <a:t>trái</a:t>
            </a:r>
            <a:r>
              <a:rPr lang="en-US" sz="3600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3600" dirty="0" smtClean="0">
                <a:solidFill>
                  <a:srgbClr val="C00000"/>
                </a:solidFill>
                <a:latin typeface="Constantia" pitchFamily="18" charset="0"/>
                <a:cs typeface="Times New Roman"/>
              </a:rPr>
              <a:t>→</a:t>
            </a:r>
            <a:r>
              <a:rPr lang="en-US" sz="3600" dirty="0" err="1" smtClean="0">
                <a:solidFill>
                  <a:srgbClr val="C00000"/>
                </a:solidFill>
                <a:latin typeface="Constantia" pitchFamily="18" charset="0"/>
                <a:cs typeface="Times New Roman"/>
              </a:rPr>
              <a:t>tiếp</a:t>
            </a:r>
            <a:r>
              <a:rPr lang="en-US" sz="3600" dirty="0" smtClean="0">
                <a:solidFill>
                  <a:srgbClr val="C00000"/>
                </a:solidFill>
                <a:latin typeface="Constantia" pitchFamily="18" charset="0"/>
                <a:cs typeface="Times New Roman"/>
              </a:rPr>
              <a:t> </a:t>
            </a:r>
            <a:r>
              <a:rPr lang="en-US" sz="3600" dirty="0" err="1" smtClean="0">
                <a:solidFill>
                  <a:srgbClr val="C00000"/>
                </a:solidFill>
                <a:latin typeface="Constantia" pitchFamily="18" charset="0"/>
                <a:cs typeface="Times New Roman"/>
              </a:rPr>
              <a:t>giáp</a:t>
            </a:r>
            <a:r>
              <a:rPr lang="en-US" sz="3600" dirty="0" smtClean="0">
                <a:solidFill>
                  <a:srgbClr val="C00000"/>
                </a:solidFill>
                <a:latin typeface="Constantia" pitchFamily="18" charset="0"/>
                <a:cs typeface="Times New Roman"/>
              </a:rPr>
              <a:t> CE</a:t>
            </a:r>
            <a:r>
              <a:rPr lang="en-US" sz="3600" baseline="-25000" dirty="0" smtClean="0">
                <a:solidFill>
                  <a:srgbClr val="C00000"/>
                </a:solidFill>
                <a:latin typeface="Constantia" pitchFamily="18" charset="0"/>
                <a:cs typeface="Times New Roman"/>
              </a:rPr>
              <a:t>1</a:t>
            </a:r>
            <a:r>
              <a:rPr lang="en-US" sz="3600" dirty="0" smtClean="0">
                <a:solidFill>
                  <a:srgbClr val="C00000"/>
                </a:solidFill>
                <a:latin typeface="Constantia" pitchFamily="18" charset="0"/>
                <a:cs typeface="Times New Roman"/>
              </a:rPr>
              <a:t> →GND →+V</a:t>
            </a:r>
            <a:r>
              <a:rPr lang="en-US" sz="3600" baseline="-25000" dirty="0" smtClean="0">
                <a:solidFill>
                  <a:srgbClr val="C00000"/>
                </a:solidFill>
                <a:latin typeface="Constantia" pitchFamily="18" charset="0"/>
                <a:cs typeface="Times New Roman"/>
              </a:rPr>
              <a:t>CC</a:t>
            </a:r>
            <a:r>
              <a:rPr lang="en-US" sz="3600" dirty="0" smtClean="0">
                <a:solidFill>
                  <a:srgbClr val="C00000"/>
                </a:solidFill>
                <a:latin typeface="Constantia" pitchFamily="18" charset="0"/>
                <a:cs typeface="Times New Roman"/>
              </a:rPr>
              <a:t> →R</a:t>
            </a:r>
            <a:r>
              <a:rPr lang="en-US" sz="3600" baseline="-25000" dirty="0" smtClean="0">
                <a:solidFill>
                  <a:srgbClr val="C00000"/>
                </a:solidFill>
                <a:latin typeface="Constantia" pitchFamily="18" charset="0"/>
                <a:cs typeface="Times New Roman"/>
              </a:rPr>
              <a:t>B2</a:t>
            </a:r>
            <a:r>
              <a:rPr lang="en-US" sz="3600" dirty="0" smtClean="0">
                <a:solidFill>
                  <a:srgbClr val="C00000"/>
                </a:solidFill>
                <a:latin typeface="Constantia" pitchFamily="18" charset="0"/>
                <a:cs typeface="Times New Roman"/>
              </a:rPr>
              <a:t> →</a:t>
            </a:r>
            <a:r>
              <a:rPr lang="en-US" sz="3600" dirty="0" err="1" smtClean="0">
                <a:solidFill>
                  <a:srgbClr val="C00000"/>
                </a:solidFill>
                <a:latin typeface="Constantia" pitchFamily="18" charset="0"/>
                <a:cs typeface="Times New Roman"/>
              </a:rPr>
              <a:t>bản</a:t>
            </a:r>
            <a:r>
              <a:rPr lang="en-US" sz="3600" dirty="0" smtClean="0">
                <a:solidFill>
                  <a:srgbClr val="C00000"/>
                </a:solidFill>
                <a:latin typeface="Constantia" pitchFamily="18" charset="0"/>
                <a:cs typeface="Times New Roman"/>
              </a:rPr>
              <a:t> </a:t>
            </a:r>
            <a:r>
              <a:rPr lang="en-US" sz="3600" dirty="0" err="1" smtClean="0">
                <a:solidFill>
                  <a:srgbClr val="C00000"/>
                </a:solidFill>
                <a:latin typeface="Constantia" pitchFamily="18" charset="0"/>
                <a:cs typeface="Times New Roman"/>
              </a:rPr>
              <a:t>cực</a:t>
            </a:r>
            <a:r>
              <a:rPr lang="en-US" sz="3600" dirty="0" smtClean="0">
                <a:solidFill>
                  <a:srgbClr val="C00000"/>
                </a:solidFill>
                <a:latin typeface="Constantia" pitchFamily="18" charset="0"/>
                <a:cs typeface="Times New Roman"/>
              </a:rPr>
              <a:t> </a:t>
            </a:r>
            <a:r>
              <a:rPr lang="en-US" sz="3600" dirty="0" err="1" smtClean="0">
                <a:solidFill>
                  <a:srgbClr val="C00000"/>
                </a:solidFill>
                <a:latin typeface="Constantia" pitchFamily="18" charset="0"/>
                <a:cs typeface="Times New Roman"/>
              </a:rPr>
              <a:t>phải</a:t>
            </a:r>
            <a:r>
              <a:rPr lang="en-US" sz="3600" dirty="0" smtClean="0">
                <a:latin typeface="Constantia" pitchFamily="18" charset="0"/>
              </a:rPr>
              <a:t>, </a:t>
            </a:r>
            <a:r>
              <a:rPr lang="en-US" sz="3600" dirty="0" err="1" smtClean="0">
                <a:latin typeface="Constantia" pitchFamily="18" charset="0"/>
              </a:rPr>
              <a:t>tụ</a:t>
            </a:r>
            <a:r>
              <a:rPr lang="en-US" sz="3600" dirty="0" smtClean="0">
                <a:latin typeface="Constantia" pitchFamily="18" charset="0"/>
              </a:rPr>
              <a:t> C2  </a:t>
            </a:r>
            <a:r>
              <a:rPr lang="en-US" sz="3600" dirty="0" err="1" smtClean="0">
                <a:latin typeface="Constantia" pitchFamily="18" charset="0"/>
              </a:rPr>
              <a:t>được</a:t>
            </a:r>
            <a:r>
              <a:rPr lang="en-US" sz="3600" dirty="0" smtClean="0">
                <a:latin typeface="Constantia" pitchFamily="18" charset="0"/>
              </a:rPr>
              <a:t> </a:t>
            </a:r>
            <a:r>
              <a:rPr lang="en-US" sz="3600" dirty="0" err="1" smtClean="0">
                <a:latin typeface="Constantia" pitchFamily="18" charset="0"/>
              </a:rPr>
              <a:t>nạp</a:t>
            </a:r>
            <a:r>
              <a:rPr lang="en-US" sz="3600" dirty="0" smtClean="0">
                <a:latin typeface="Constantia" pitchFamily="18" charset="0"/>
              </a:rPr>
              <a:t> </a:t>
            </a:r>
            <a:r>
              <a:rPr lang="en-US" sz="3600" dirty="0" err="1" smtClean="0">
                <a:latin typeface="Constantia" pitchFamily="18" charset="0"/>
              </a:rPr>
              <a:t>điện</a:t>
            </a:r>
            <a:r>
              <a:rPr lang="en-US" sz="3600" dirty="0" smtClean="0">
                <a:latin typeface="Constantia" pitchFamily="18" charset="0"/>
              </a:rPr>
              <a:t>: </a:t>
            </a:r>
            <a:r>
              <a:rPr lang="en-US" sz="3600" dirty="0" smtClean="0">
                <a:solidFill>
                  <a:srgbClr val="C00000"/>
                </a:solidFill>
                <a:latin typeface="Constantia" pitchFamily="18" charset="0"/>
              </a:rPr>
              <a:t>+V</a:t>
            </a:r>
            <a:r>
              <a:rPr lang="en-US" sz="3600" baseline="-25000" dirty="0" smtClean="0">
                <a:solidFill>
                  <a:srgbClr val="C00000"/>
                </a:solidFill>
                <a:latin typeface="Constantia" pitchFamily="18" charset="0"/>
              </a:rPr>
              <a:t>CC</a:t>
            </a:r>
            <a:r>
              <a:rPr lang="en-US" sz="3600" dirty="0" smtClean="0">
                <a:solidFill>
                  <a:srgbClr val="C00000"/>
                </a:solidFill>
                <a:latin typeface="Constantia" pitchFamily="18" charset="0"/>
                <a:cs typeface="Times New Roman"/>
              </a:rPr>
              <a:t> →R</a:t>
            </a:r>
            <a:r>
              <a:rPr lang="en-US" sz="3600" baseline="-25000" dirty="0" smtClean="0">
                <a:solidFill>
                  <a:srgbClr val="C00000"/>
                </a:solidFill>
                <a:latin typeface="Constantia" pitchFamily="18" charset="0"/>
                <a:cs typeface="Times New Roman"/>
              </a:rPr>
              <a:t>C2</a:t>
            </a:r>
            <a:r>
              <a:rPr lang="en-US" sz="3600" dirty="0" smtClean="0">
                <a:solidFill>
                  <a:srgbClr val="C00000"/>
                </a:solidFill>
                <a:latin typeface="Constantia" pitchFamily="18" charset="0"/>
                <a:cs typeface="Times New Roman"/>
              </a:rPr>
              <a:t> →</a:t>
            </a:r>
            <a:r>
              <a:rPr lang="en-US" sz="3600" dirty="0" err="1" smtClean="0">
                <a:solidFill>
                  <a:srgbClr val="C00000"/>
                </a:solidFill>
                <a:latin typeface="Constantia" pitchFamily="18" charset="0"/>
                <a:cs typeface="Times New Roman"/>
              </a:rPr>
              <a:t>tụ</a:t>
            </a:r>
            <a:r>
              <a:rPr lang="en-US" sz="3600" dirty="0" smtClean="0">
                <a:solidFill>
                  <a:srgbClr val="C00000"/>
                </a:solidFill>
                <a:latin typeface="Constantia" pitchFamily="18" charset="0"/>
                <a:cs typeface="Times New Roman"/>
              </a:rPr>
              <a:t>  C2 →</a:t>
            </a:r>
            <a:r>
              <a:rPr lang="en-US" sz="3600" dirty="0" err="1" smtClean="0">
                <a:solidFill>
                  <a:srgbClr val="C00000"/>
                </a:solidFill>
                <a:latin typeface="Constantia" pitchFamily="18" charset="0"/>
                <a:cs typeface="Times New Roman"/>
              </a:rPr>
              <a:t>tiếp</a:t>
            </a:r>
            <a:r>
              <a:rPr lang="en-US" sz="3600" dirty="0" smtClean="0">
                <a:solidFill>
                  <a:srgbClr val="C00000"/>
                </a:solidFill>
                <a:latin typeface="Constantia" pitchFamily="18" charset="0"/>
                <a:cs typeface="Times New Roman"/>
              </a:rPr>
              <a:t> </a:t>
            </a:r>
            <a:r>
              <a:rPr lang="en-US" sz="3600" dirty="0" err="1" smtClean="0">
                <a:solidFill>
                  <a:srgbClr val="C00000"/>
                </a:solidFill>
                <a:latin typeface="Constantia" pitchFamily="18" charset="0"/>
                <a:cs typeface="Times New Roman"/>
              </a:rPr>
              <a:t>giáp</a:t>
            </a:r>
            <a:r>
              <a:rPr lang="en-US" sz="3600" dirty="0" smtClean="0">
                <a:solidFill>
                  <a:srgbClr val="C00000"/>
                </a:solidFill>
                <a:latin typeface="Constantia" pitchFamily="18" charset="0"/>
                <a:cs typeface="Times New Roman"/>
              </a:rPr>
              <a:t> BE →GND</a:t>
            </a:r>
            <a:r>
              <a:rPr lang="en-US" sz="3600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3600" dirty="0" smtClean="0">
                <a:latin typeface="Constantia" pitchFamily="18" charset="0"/>
              </a:rPr>
              <a:t>. </a:t>
            </a:r>
          </a:p>
          <a:p>
            <a:pPr>
              <a:lnSpc>
                <a:spcPct val="130000"/>
              </a:lnSpc>
            </a:pPr>
            <a:r>
              <a:rPr lang="en-US" sz="3600" dirty="0" err="1" smtClean="0">
                <a:latin typeface="Constantia" pitchFamily="18" charset="0"/>
              </a:rPr>
              <a:t>Tụ</a:t>
            </a:r>
            <a:r>
              <a:rPr lang="en-US" sz="3600" dirty="0" smtClean="0">
                <a:latin typeface="Constantia" pitchFamily="18" charset="0"/>
              </a:rPr>
              <a:t> C1 </a:t>
            </a:r>
            <a:r>
              <a:rPr lang="en-US" sz="3600" dirty="0" err="1" smtClean="0">
                <a:latin typeface="Constantia" pitchFamily="18" charset="0"/>
              </a:rPr>
              <a:t>phóng</a:t>
            </a:r>
            <a:r>
              <a:rPr lang="en-US" sz="3600" dirty="0" smtClean="0">
                <a:latin typeface="Constantia" pitchFamily="18" charset="0"/>
              </a:rPr>
              <a:t> </a:t>
            </a:r>
            <a:r>
              <a:rPr lang="en-US" sz="3600" dirty="0" err="1" smtClean="0">
                <a:latin typeface="Constantia" pitchFamily="18" charset="0"/>
              </a:rPr>
              <a:t>điện</a:t>
            </a:r>
            <a:r>
              <a:rPr lang="en-US" sz="3600" dirty="0" smtClean="0">
                <a:latin typeface="Constantia" pitchFamily="18" charset="0"/>
              </a:rPr>
              <a:t> </a:t>
            </a:r>
            <a:r>
              <a:rPr lang="en-US" sz="3600" dirty="0" smtClean="0">
                <a:latin typeface="Constantia" pitchFamily="18" charset="0"/>
                <a:cs typeface="Times New Roman"/>
              </a:rPr>
              <a:t>→ V</a:t>
            </a:r>
            <a:r>
              <a:rPr lang="en-US" sz="3600" baseline="-25000" dirty="0" smtClean="0">
                <a:latin typeface="Constantia" pitchFamily="18" charset="0"/>
                <a:cs typeface="Times New Roman"/>
              </a:rPr>
              <a:t>B2 </a:t>
            </a:r>
            <a:r>
              <a:rPr lang="en-US" sz="3600" dirty="0" err="1" smtClean="0">
                <a:latin typeface="Constantia" pitchFamily="18" charset="0"/>
              </a:rPr>
              <a:t>dương</a:t>
            </a:r>
            <a:r>
              <a:rPr lang="en-US" sz="3600" dirty="0" smtClean="0">
                <a:latin typeface="Constantia" pitchFamily="18" charset="0"/>
              </a:rPr>
              <a:t> </a:t>
            </a:r>
            <a:r>
              <a:rPr lang="en-US" sz="3600" dirty="0" err="1" smtClean="0">
                <a:latin typeface="Constantia" pitchFamily="18" charset="0"/>
              </a:rPr>
              <a:t>dần</a:t>
            </a:r>
            <a:r>
              <a:rPr lang="en-US" sz="3600" dirty="0" smtClean="0">
                <a:latin typeface="Constantia" pitchFamily="18" charset="0"/>
              </a:rPr>
              <a:t> </a:t>
            </a:r>
            <a:r>
              <a:rPr lang="en-US" sz="3600" dirty="0" err="1" smtClean="0">
                <a:latin typeface="Constantia" pitchFamily="18" charset="0"/>
              </a:rPr>
              <a:t>lên</a:t>
            </a:r>
            <a:r>
              <a:rPr lang="en-US" sz="3600" dirty="0" smtClean="0">
                <a:latin typeface="Constantia" pitchFamily="18" charset="0"/>
              </a:rPr>
              <a:t> </a:t>
            </a:r>
            <a:r>
              <a:rPr lang="en-US" sz="3600" dirty="0" err="1" smtClean="0">
                <a:latin typeface="Constantia" pitchFamily="18" charset="0"/>
              </a:rPr>
              <a:t>và</a:t>
            </a:r>
            <a:r>
              <a:rPr lang="en-US" sz="3600" dirty="0" smtClean="0">
                <a:latin typeface="Constantia" pitchFamily="18" charset="0"/>
              </a:rPr>
              <a:t> T2  </a:t>
            </a:r>
            <a:r>
              <a:rPr lang="en-US" sz="3600" dirty="0" err="1" smtClean="0">
                <a:latin typeface="Constantia" pitchFamily="18" charset="0"/>
              </a:rPr>
              <a:t>bắt</a:t>
            </a:r>
            <a:r>
              <a:rPr lang="en-US" sz="3600" dirty="0" smtClean="0">
                <a:latin typeface="Constantia" pitchFamily="18" charset="0"/>
              </a:rPr>
              <a:t> </a:t>
            </a:r>
            <a:r>
              <a:rPr lang="en-US" sz="3600" dirty="0" err="1" smtClean="0">
                <a:latin typeface="Constantia" pitchFamily="18" charset="0"/>
              </a:rPr>
              <a:t>đầu</a:t>
            </a:r>
            <a:r>
              <a:rPr lang="en-US" sz="3600" dirty="0" smtClean="0">
                <a:latin typeface="Constantia" pitchFamily="18" charset="0"/>
              </a:rPr>
              <a:t> </a:t>
            </a:r>
            <a:r>
              <a:rPr lang="en-US" sz="3600" dirty="0" err="1" smtClean="0">
                <a:latin typeface="Constantia" pitchFamily="18" charset="0"/>
              </a:rPr>
              <a:t>thông</a:t>
            </a:r>
            <a:r>
              <a:rPr lang="en-US" sz="3600" dirty="0" smtClean="0">
                <a:latin typeface="Constantia" pitchFamily="18" charset="0"/>
                <a:cs typeface="Times New Roman"/>
              </a:rPr>
              <a:t> →V</a:t>
            </a:r>
            <a:r>
              <a:rPr lang="en-US" sz="3600" baseline="-25000" dirty="0" smtClean="0">
                <a:latin typeface="Constantia" pitchFamily="18" charset="0"/>
                <a:cs typeface="Times New Roman"/>
              </a:rPr>
              <a:t>C2</a:t>
            </a:r>
            <a:r>
              <a:rPr lang="en-US" sz="3600" dirty="0" smtClean="0">
                <a:latin typeface="Constantia" pitchFamily="18" charset="0"/>
              </a:rPr>
              <a:t> </a:t>
            </a:r>
            <a:r>
              <a:rPr lang="en-US" sz="3600" dirty="0" err="1" smtClean="0">
                <a:latin typeface="Constantia" pitchFamily="18" charset="0"/>
              </a:rPr>
              <a:t>đột</a:t>
            </a:r>
            <a:r>
              <a:rPr lang="en-US" sz="3600" dirty="0" smtClean="0">
                <a:latin typeface="Constantia" pitchFamily="18" charset="0"/>
              </a:rPr>
              <a:t> </a:t>
            </a:r>
            <a:r>
              <a:rPr lang="en-US" sz="3600" dirty="0" err="1" smtClean="0">
                <a:latin typeface="Constantia" pitchFamily="18" charset="0"/>
              </a:rPr>
              <a:t>ngột</a:t>
            </a:r>
            <a:r>
              <a:rPr lang="en-US" sz="3600" dirty="0" smtClean="0">
                <a:latin typeface="Constantia" pitchFamily="18" charset="0"/>
              </a:rPr>
              <a:t> </a:t>
            </a:r>
            <a:r>
              <a:rPr lang="en-US" sz="3600" dirty="0" err="1" smtClean="0">
                <a:latin typeface="Constantia" pitchFamily="18" charset="0"/>
              </a:rPr>
              <a:t>giảm</a:t>
            </a:r>
            <a:r>
              <a:rPr lang="en-US" sz="3600" dirty="0" smtClean="0">
                <a:latin typeface="Constantia" pitchFamily="18" charset="0"/>
              </a:rPr>
              <a:t> </a:t>
            </a:r>
            <a:r>
              <a:rPr lang="en-US" sz="3600" dirty="0" err="1" smtClean="0">
                <a:latin typeface="Constantia" pitchFamily="18" charset="0"/>
              </a:rPr>
              <a:t>xuống</a:t>
            </a:r>
            <a:r>
              <a:rPr lang="en-US" sz="3600" dirty="0" smtClean="0">
                <a:latin typeface="Constantia" pitchFamily="18" charset="0"/>
                <a:cs typeface="Times New Roman"/>
              </a:rPr>
              <a:t> → </a:t>
            </a:r>
            <a:r>
              <a:rPr lang="en-US" sz="3600" dirty="0" err="1" smtClean="0">
                <a:latin typeface="Constantia" pitchFamily="18" charset="0"/>
                <a:cs typeface="Times New Roman"/>
              </a:rPr>
              <a:t>đưa</a:t>
            </a:r>
            <a:r>
              <a:rPr lang="en-US" sz="3600" dirty="0" smtClean="0">
                <a:latin typeface="Constantia" pitchFamily="18" charset="0"/>
                <a:cs typeface="Times New Roman"/>
              </a:rPr>
              <a:t> </a:t>
            </a:r>
            <a:r>
              <a:rPr lang="en-US" sz="3600" dirty="0" err="1" smtClean="0">
                <a:latin typeface="Constantia" pitchFamily="18" charset="0"/>
              </a:rPr>
              <a:t>điện</a:t>
            </a:r>
            <a:r>
              <a:rPr lang="en-US" sz="3600" dirty="0" smtClean="0">
                <a:latin typeface="Constantia" pitchFamily="18" charset="0"/>
              </a:rPr>
              <a:t> </a:t>
            </a:r>
            <a:r>
              <a:rPr lang="en-US" sz="3600" dirty="0" err="1" smtClean="0">
                <a:latin typeface="Constantia" pitchFamily="18" charset="0"/>
              </a:rPr>
              <a:t>áp</a:t>
            </a:r>
            <a:r>
              <a:rPr lang="en-US" sz="3600" dirty="0" smtClean="0">
                <a:latin typeface="Constantia" pitchFamily="18" charset="0"/>
              </a:rPr>
              <a:t> </a:t>
            </a:r>
            <a:r>
              <a:rPr lang="en-US" sz="3600" dirty="0" err="1" smtClean="0">
                <a:latin typeface="Constantia" pitchFamily="18" charset="0"/>
              </a:rPr>
              <a:t>tại</a:t>
            </a:r>
            <a:r>
              <a:rPr lang="en-US" sz="3600" dirty="0" smtClean="0">
                <a:latin typeface="Constantia" pitchFamily="18" charset="0"/>
              </a:rPr>
              <a:t> </a:t>
            </a:r>
            <a:r>
              <a:rPr lang="en-US" sz="3600" dirty="0" err="1" smtClean="0">
                <a:latin typeface="Constantia" pitchFamily="18" charset="0"/>
              </a:rPr>
              <a:t>bản</a:t>
            </a:r>
            <a:r>
              <a:rPr lang="en-US" sz="3600" dirty="0" smtClean="0">
                <a:latin typeface="Constantia" pitchFamily="18" charset="0"/>
              </a:rPr>
              <a:t> </a:t>
            </a:r>
            <a:r>
              <a:rPr lang="en-US" sz="3600" dirty="0" err="1" smtClean="0">
                <a:latin typeface="Constantia" pitchFamily="18" charset="0"/>
              </a:rPr>
              <a:t>cực</a:t>
            </a:r>
            <a:r>
              <a:rPr lang="en-US" sz="3600" dirty="0" smtClean="0">
                <a:latin typeface="Constantia" pitchFamily="18" charset="0"/>
              </a:rPr>
              <a:t> </a:t>
            </a:r>
            <a:r>
              <a:rPr lang="en-US" sz="3600" dirty="0" err="1" smtClean="0">
                <a:latin typeface="Constantia" pitchFamily="18" charset="0"/>
              </a:rPr>
              <a:t>trái</a:t>
            </a:r>
            <a:r>
              <a:rPr lang="en-US" sz="3600" dirty="0" smtClean="0">
                <a:latin typeface="Constantia" pitchFamily="18" charset="0"/>
              </a:rPr>
              <a:t> </a:t>
            </a:r>
            <a:r>
              <a:rPr lang="en-US" sz="3600" dirty="0" err="1" smtClean="0">
                <a:latin typeface="Constantia" pitchFamily="18" charset="0"/>
              </a:rPr>
              <a:t>của</a:t>
            </a:r>
            <a:r>
              <a:rPr lang="en-US" sz="3600" dirty="0" smtClean="0">
                <a:latin typeface="Constantia" pitchFamily="18" charset="0"/>
              </a:rPr>
              <a:t> </a:t>
            </a:r>
            <a:r>
              <a:rPr lang="en-US" sz="3600" dirty="0" err="1" smtClean="0">
                <a:latin typeface="Constantia" pitchFamily="18" charset="0"/>
              </a:rPr>
              <a:t>tụ</a:t>
            </a:r>
            <a:r>
              <a:rPr lang="en-US" sz="3600" dirty="0" smtClean="0">
                <a:latin typeface="Constantia" pitchFamily="18" charset="0"/>
              </a:rPr>
              <a:t> C2 hay V</a:t>
            </a:r>
            <a:r>
              <a:rPr lang="en-US" sz="3600" baseline="-25000" dirty="0" smtClean="0">
                <a:latin typeface="Constantia" pitchFamily="18" charset="0"/>
              </a:rPr>
              <a:t>B1</a:t>
            </a:r>
            <a:r>
              <a:rPr lang="en-US" sz="3600" dirty="0" smtClean="0">
                <a:latin typeface="Constantia" pitchFamily="18" charset="0"/>
              </a:rPr>
              <a:t> </a:t>
            </a:r>
            <a:r>
              <a:rPr lang="en-US" sz="3600" dirty="0" err="1" smtClean="0">
                <a:latin typeface="Constantia" pitchFamily="18" charset="0"/>
              </a:rPr>
              <a:t>về</a:t>
            </a:r>
            <a:r>
              <a:rPr lang="en-US" sz="3600" dirty="0" smtClean="0">
                <a:latin typeface="Constantia" pitchFamily="18" charset="0"/>
              </a:rPr>
              <a:t> </a:t>
            </a:r>
            <a:r>
              <a:rPr lang="en-US" sz="3600" dirty="0" err="1" smtClean="0">
                <a:latin typeface="Constantia" pitchFamily="18" charset="0"/>
              </a:rPr>
              <a:t>giá</a:t>
            </a:r>
            <a:r>
              <a:rPr lang="en-US" sz="3600" dirty="0" smtClean="0">
                <a:latin typeface="Constantia" pitchFamily="18" charset="0"/>
              </a:rPr>
              <a:t> </a:t>
            </a:r>
            <a:r>
              <a:rPr lang="en-US" sz="3600" dirty="0" err="1" smtClean="0">
                <a:latin typeface="Constantia" pitchFamily="18" charset="0"/>
              </a:rPr>
              <a:t>trị</a:t>
            </a:r>
            <a:r>
              <a:rPr lang="en-US" sz="3600" dirty="0" smtClean="0">
                <a:latin typeface="Constantia" pitchFamily="18" charset="0"/>
              </a:rPr>
              <a:t> </a:t>
            </a:r>
            <a:r>
              <a:rPr lang="en-US" sz="3600" dirty="0" err="1" smtClean="0">
                <a:latin typeface="Constantia" pitchFamily="18" charset="0"/>
              </a:rPr>
              <a:t>âm</a:t>
            </a:r>
            <a:r>
              <a:rPr lang="en-US" sz="3600" dirty="0" smtClean="0">
                <a:latin typeface="Constantia" pitchFamily="18" charset="0"/>
              </a:rPr>
              <a:t> </a:t>
            </a:r>
            <a:r>
              <a:rPr lang="en-US" sz="3600" dirty="0" smtClean="0">
                <a:latin typeface="Constantia" pitchFamily="18" charset="0"/>
                <a:cs typeface="Times New Roman"/>
              </a:rPr>
              <a:t>→ T</a:t>
            </a:r>
            <a:r>
              <a:rPr lang="en-US" sz="3600" baseline="-25000" dirty="0" smtClean="0">
                <a:latin typeface="Constantia" pitchFamily="18" charset="0"/>
                <a:cs typeface="Times New Roman"/>
              </a:rPr>
              <a:t>1</a:t>
            </a:r>
            <a:r>
              <a:rPr lang="en-US" sz="3600" dirty="0" smtClean="0">
                <a:latin typeface="Constantia" pitchFamily="18" charset="0"/>
                <a:cs typeface="Times New Roman"/>
              </a:rPr>
              <a:t> </a:t>
            </a:r>
            <a:r>
              <a:rPr lang="en-US" sz="3600" dirty="0" err="1" smtClean="0">
                <a:latin typeface="Constantia" pitchFamily="18" charset="0"/>
              </a:rPr>
              <a:t>ngắt</a:t>
            </a:r>
            <a:r>
              <a:rPr lang="en-US" sz="3600" dirty="0" smtClean="0">
                <a:latin typeface="Constantia" pitchFamily="18" charset="0"/>
              </a:rPr>
              <a:t> (</a:t>
            </a:r>
            <a:r>
              <a:rPr lang="en-US" sz="3600" dirty="0" err="1" smtClean="0">
                <a:latin typeface="Constantia" pitchFamily="18" charset="0"/>
              </a:rPr>
              <a:t>ngưng</a:t>
            </a:r>
            <a:r>
              <a:rPr lang="en-US" sz="3600" dirty="0" smtClean="0">
                <a:latin typeface="Constantia" pitchFamily="18" charset="0"/>
              </a:rPr>
              <a:t> </a:t>
            </a:r>
            <a:r>
              <a:rPr lang="en-US" sz="3600" dirty="0" err="1" smtClean="0">
                <a:latin typeface="Constantia" pitchFamily="18" charset="0"/>
              </a:rPr>
              <a:t>dẫn</a:t>
            </a:r>
            <a:r>
              <a:rPr lang="en-US" sz="3600" dirty="0" smtClean="0">
                <a:latin typeface="Constantia" pitchFamily="18" charset="0"/>
              </a:rPr>
              <a:t>). </a:t>
            </a:r>
            <a:r>
              <a:rPr lang="en-US" sz="3600" i="1" dirty="0" err="1" smtClean="0">
                <a:latin typeface="Constantia" pitchFamily="18" charset="0"/>
              </a:rPr>
              <a:t>Như</a:t>
            </a:r>
            <a:r>
              <a:rPr lang="en-US" sz="3600" i="1" dirty="0" smtClean="0">
                <a:latin typeface="Constantia" pitchFamily="18" charset="0"/>
              </a:rPr>
              <a:t> </a:t>
            </a:r>
            <a:r>
              <a:rPr lang="en-US" sz="3600" i="1" dirty="0" err="1" smtClean="0">
                <a:latin typeface="Constantia" pitchFamily="18" charset="0"/>
              </a:rPr>
              <a:t>vậy</a:t>
            </a:r>
            <a:r>
              <a:rPr lang="en-US" sz="3600" i="1" dirty="0" smtClean="0">
                <a:latin typeface="Constantia" pitchFamily="18" charset="0"/>
              </a:rPr>
              <a:t>, </a:t>
            </a:r>
            <a:r>
              <a:rPr lang="en-US" sz="3600" i="1" dirty="0" err="1" smtClean="0">
                <a:latin typeface="Constantia" pitchFamily="18" charset="0"/>
              </a:rPr>
              <a:t>mạch</a:t>
            </a:r>
            <a:r>
              <a:rPr lang="en-US" sz="3600" i="1" dirty="0" smtClean="0">
                <a:latin typeface="Constantia" pitchFamily="18" charset="0"/>
              </a:rPr>
              <a:t> </a:t>
            </a:r>
            <a:r>
              <a:rPr lang="en-US" sz="3600" i="1" dirty="0" err="1" smtClean="0">
                <a:latin typeface="Constantia" pitchFamily="18" charset="0"/>
              </a:rPr>
              <a:t>đa</a:t>
            </a:r>
            <a:r>
              <a:rPr lang="en-US" sz="3600" i="1" dirty="0" smtClean="0">
                <a:latin typeface="Constantia" pitchFamily="18" charset="0"/>
              </a:rPr>
              <a:t> </a:t>
            </a:r>
            <a:r>
              <a:rPr lang="en-US" sz="3600" i="1" dirty="0" err="1" smtClean="0">
                <a:latin typeface="Constantia" pitchFamily="18" charset="0"/>
              </a:rPr>
              <a:t>hài</a:t>
            </a:r>
            <a:r>
              <a:rPr lang="en-US" sz="3600" i="1" dirty="0" smtClean="0">
                <a:latin typeface="Constantia" pitchFamily="18" charset="0"/>
              </a:rPr>
              <a:t> </a:t>
            </a:r>
            <a:r>
              <a:rPr lang="en-US" sz="3600" i="1" dirty="0" err="1" smtClean="0">
                <a:latin typeface="Constantia" pitchFamily="18" charset="0"/>
              </a:rPr>
              <a:t>đã</a:t>
            </a:r>
            <a:r>
              <a:rPr lang="en-US" sz="3600" i="1" dirty="0" smtClean="0">
                <a:latin typeface="Constantia" pitchFamily="18" charset="0"/>
              </a:rPr>
              <a:t> </a:t>
            </a:r>
            <a:r>
              <a:rPr lang="en-US" sz="3600" i="1" dirty="0" err="1" smtClean="0">
                <a:latin typeface="Constantia" pitchFamily="18" charset="0"/>
              </a:rPr>
              <a:t>đổi</a:t>
            </a:r>
            <a:r>
              <a:rPr lang="en-US" sz="3600" i="1" dirty="0" smtClean="0">
                <a:latin typeface="Constantia" pitchFamily="18" charset="0"/>
              </a:rPr>
              <a:t> sang </a:t>
            </a:r>
            <a:r>
              <a:rPr lang="en-US" sz="3600" i="1" dirty="0" err="1" smtClean="0">
                <a:latin typeface="Constantia" pitchFamily="18" charset="0"/>
              </a:rPr>
              <a:t>trạng</a:t>
            </a:r>
            <a:r>
              <a:rPr lang="en-US" sz="3600" i="1" dirty="0" smtClean="0">
                <a:latin typeface="Constantia" pitchFamily="18" charset="0"/>
              </a:rPr>
              <a:t> </a:t>
            </a:r>
            <a:r>
              <a:rPr lang="en-US" sz="3600" i="1" dirty="0" err="1" smtClean="0">
                <a:latin typeface="Constantia" pitchFamily="18" charset="0"/>
              </a:rPr>
              <a:t>thái</a:t>
            </a:r>
            <a:r>
              <a:rPr lang="en-US" sz="3600" i="1" dirty="0" smtClean="0">
                <a:latin typeface="Constantia" pitchFamily="18" charset="0"/>
              </a:rPr>
              <a:t>  T1 </a:t>
            </a:r>
            <a:r>
              <a:rPr lang="en-US" sz="3600" i="1" dirty="0" err="1" smtClean="0">
                <a:latin typeface="Constantia" pitchFamily="18" charset="0"/>
              </a:rPr>
              <a:t>ngắt</a:t>
            </a:r>
            <a:r>
              <a:rPr lang="en-US" sz="3600" i="1" dirty="0" smtClean="0">
                <a:latin typeface="Constantia" pitchFamily="18" charset="0"/>
              </a:rPr>
              <a:t> </a:t>
            </a:r>
            <a:r>
              <a:rPr lang="en-US" sz="3600" i="1" dirty="0" err="1" smtClean="0">
                <a:latin typeface="Constantia" pitchFamily="18" charset="0"/>
              </a:rPr>
              <a:t>và</a:t>
            </a:r>
            <a:r>
              <a:rPr lang="en-US" sz="3600" i="1" dirty="0" smtClean="0">
                <a:latin typeface="Constantia" pitchFamily="18" charset="0"/>
              </a:rPr>
              <a:t>  T2 </a:t>
            </a:r>
            <a:r>
              <a:rPr lang="en-US" sz="3600" i="1" dirty="0" err="1" smtClean="0">
                <a:latin typeface="Constantia" pitchFamily="18" charset="0"/>
              </a:rPr>
              <a:t>thông</a:t>
            </a:r>
            <a:r>
              <a:rPr lang="en-US" sz="3600" i="1" dirty="0" smtClean="0">
                <a:latin typeface="Constantia" pitchFamily="18" charset="0"/>
              </a:rPr>
              <a:t> </a:t>
            </a:r>
            <a:r>
              <a:rPr lang="en-US" sz="3600" i="1" dirty="0" err="1" smtClean="0">
                <a:latin typeface="Constantia" pitchFamily="18" charset="0"/>
              </a:rPr>
              <a:t>bão</a:t>
            </a:r>
            <a:r>
              <a:rPr lang="en-US" sz="3600" i="1" dirty="0" smtClean="0">
                <a:latin typeface="Constantia" pitchFamily="18" charset="0"/>
              </a:rPr>
              <a:t> </a:t>
            </a:r>
            <a:r>
              <a:rPr lang="en-US" sz="3600" i="1" dirty="0" err="1" smtClean="0">
                <a:latin typeface="Constantia" pitchFamily="18" charset="0"/>
              </a:rPr>
              <a:t>hòa</a:t>
            </a:r>
            <a:r>
              <a:rPr lang="en-US" sz="3600" i="1" dirty="0" smtClean="0">
                <a:latin typeface="Constantia" pitchFamily="18" charset="0"/>
              </a:rPr>
              <a:t>.</a:t>
            </a:r>
            <a:r>
              <a:rPr lang="en-US" sz="3600" dirty="0" smtClean="0">
                <a:latin typeface="Constantia" pitchFamily="18" charset="0"/>
              </a:rPr>
              <a:t> </a:t>
            </a:r>
          </a:p>
          <a:p>
            <a:pPr>
              <a:lnSpc>
                <a:spcPct val="130000"/>
              </a:lnSpc>
            </a:pPr>
            <a:endParaRPr lang="en-US" sz="3600" dirty="0" smtClean="0">
              <a:latin typeface="Constantia" pitchFamily="18" charset="0"/>
            </a:endParaRPr>
          </a:p>
          <a:p>
            <a:pPr marL="457200" indent="-457200">
              <a:lnSpc>
                <a:spcPct val="130000"/>
              </a:lnSpc>
              <a:buSzPct val="120000"/>
              <a:buFont typeface="Arial" pitchFamily="34" charset="0"/>
              <a:buChar char="•"/>
            </a:pPr>
            <a:endParaRPr lang="en-US" sz="2700" dirty="0" smtClean="0">
              <a:solidFill>
                <a:srgbClr val="FF0000"/>
              </a:solidFill>
              <a:latin typeface="Constantia" pitchFamily="18" charset="0"/>
            </a:endParaRPr>
          </a:p>
          <a:p>
            <a:pPr>
              <a:buSzPct val="100000"/>
            </a:pPr>
            <a:endParaRPr lang="en-US" sz="2000" dirty="0" smtClean="0">
              <a:latin typeface="Times New Roman"/>
              <a:cs typeface="Times New Roman"/>
            </a:endParaRPr>
          </a:p>
          <a:p>
            <a:pPr>
              <a:buSzPct val="100000"/>
            </a:pPr>
            <a:endParaRPr lang="en-US" sz="2000" dirty="0" smtClean="0">
              <a:latin typeface="Constantia" pitchFamily="18" charset="0"/>
            </a:endParaRPr>
          </a:p>
          <a:p>
            <a:endParaRPr lang="en-US" sz="2000" dirty="0">
              <a:latin typeface="Constantia" pitchFamily="18" charset="0"/>
            </a:endParaRPr>
          </a:p>
        </p:txBody>
      </p:sp>
      <p:sp>
        <p:nvSpPr>
          <p:cNvPr id="54278" name="Rectangle 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4279" name="Rectangle 7"/>
          <p:cNvSpPr>
            <a:spLocks noChangeArrowheads="1"/>
          </p:cNvSpPr>
          <p:nvPr/>
        </p:nvSpPr>
        <p:spPr bwMode="auto">
          <a:xfrm>
            <a:off x="0" y="7429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Title 1"/>
          <p:cNvSpPr txBox="1">
            <a:spLocks/>
          </p:cNvSpPr>
          <p:nvPr/>
        </p:nvSpPr>
        <p:spPr>
          <a:xfrm>
            <a:off x="381000" y="152400"/>
            <a:ext cx="8534400" cy="8080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bIns="91440" anchor="b" anchorCtr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5.2.5.</a:t>
            </a:r>
            <a:r>
              <a:rPr kumimoji="0" lang="en-US" sz="4000" b="0" i="0" u="none" strike="noStrike" kern="1200" cap="none" spc="0" normalizeH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kumimoji="0" lang="en-US" sz="4000" b="0" i="0" u="none" strike="noStrike" kern="1200" cap="none" spc="0" normalizeH="0" noProof="0" dirty="0" err="1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Mạch</a:t>
            </a:r>
            <a:r>
              <a:rPr kumimoji="0" lang="en-US" sz="4000" b="0" i="0" u="none" strike="noStrike" kern="1200" cap="none" spc="0" normalizeH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kumimoji="0" lang="en-US" sz="4000" b="0" i="0" u="none" strike="noStrike" kern="1200" cap="none" spc="0" normalizeH="0" noProof="0" dirty="0" err="1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dao</a:t>
            </a:r>
            <a:r>
              <a:rPr kumimoji="0" lang="en-US" sz="4000" b="0" i="0" u="none" strike="noStrike" kern="1200" cap="none" spc="0" normalizeH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kumimoji="0" lang="en-US" sz="4000" b="0" i="0" u="none" strike="noStrike" kern="1200" cap="none" spc="0" normalizeH="0" noProof="0" dirty="0" err="1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động</a:t>
            </a:r>
            <a:r>
              <a:rPr kumimoji="0" lang="en-US" sz="4000" b="0" i="0" u="none" strike="noStrike" kern="1200" cap="none" spc="0" normalizeH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kumimoji="0" lang="en-US" sz="4000" b="0" i="0" u="none" strike="noStrike" kern="1200" cap="none" spc="0" normalizeH="0" noProof="0" dirty="0" err="1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đa</a:t>
            </a:r>
            <a:r>
              <a:rPr kumimoji="0" lang="en-US" sz="4000" b="0" i="0" u="none" strike="noStrike" kern="1200" cap="none" spc="0" normalizeH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kumimoji="0" lang="en-US" sz="4000" b="0" i="0" u="none" strike="noStrike" kern="1200" cap="none" spc="0" normalizeH="0" noProof="0" dirty="0" err="1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hài</a:t>
            </a:r>
            <a:r>
              <a:rPr kumimoji="0" lang="en-US" sz="4000" b="0" i="0" u="none" strike="noStrike" kern="1200" cap="none" spc="0" normalizeH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 phi </a:t>
            </a:r>
            <a:r>
              <a:rPr kumimoji="0" lang="en-US" sz="4000" b="0" i="0" u="none" strike="noStrike" kern="1200" cap="none" spc="0" normalizeH="0" noProof="0" dirty="0" err="1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ổn</a:t>
            </a:r>
            <a:r>
              <a:rPr kumimoji="0" lang="en-US" sz="4000" b="0" i="0" u="none" strike="noStrike" kern="1200" cap="none" spc="0" normalizeH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Constantia" pitchFamily="18" charset="0"/>
              <a:ea typeface="+mj-ea"/>
              <a:cs typeface="+mj-cs"/>
            </a:endParaRPr>
          </a:p>
        </p:txBody>
      </p:sp>
      <p:grpSp>
        <p:nvGrpSpPr>
          <p:cNvPr id="43" name="Group 42"/>
          <p:cNvGrpSpPr/>
          <p:nvPr/>
        </p:nvGrpSpPr>
        <p:grpSpPr>
          <a:xfrm>
            <a:off x="4805456" y="971490"/>
            <a:ext cx="4338544" cy="2990910"/>
            <a:chOff x="4805456" y="971490"/>
            <a:chExt cx="4338544" cy="2990910"/>
          </a:xfrm>
        </p:grpSpPr>
        <p:grpSp>
          <p:nvGrpSpPr>
            <p:cNvPr id="36" name="Group 35"/>
            <p:cNvGrpSpPr/>
            <p:nvPr/>
          </p:nvGrpSpPr>
          <p:grpSpPr>
            <a:xfrm>
              <a:off x="5417973" y="971490"/>
              <a:ext cx="3726027" cy="2990910"/>
              <a:chOff x="5417973" y="971490"/>
              <a:chExt cx="3726027" cy="2990910"/>
            </a:xfrm>
          </p:grpSpPr>
          <p:grpSp>
            <p:nvGrpSpPr>
              <p:cNvPr id="18" name="Group 17"/>
              <p:cNvGrpSpPr/>
              <p:nvPr/>
            </p:nvGrpSpPr>
            <p:grpSpPr>
              <a:xfrm>
                <a:off x="5417973" y="971490"/>
                <a:ext cx="3726027" cy="2990910"/>
                <a:chOff x="845973" y="2057400"/>
                <a:chExt cx="3726027" cy="2990910"/>
              </a:xfrm>
            </p:grpSpPr>
            <p:pic>
              <p:nvPicPr>
                <p:cNvPr id="7" name="Picture 4"/>
                <p:cNvPicPr>
                  <a:picLocks noChangeAspect="1" noChangeArrowheads="1"/>
                </p:cNvPicPr>
                <p:nvPr/>
              </p:nvPicPr>
              <p:blipFill>
                <a:blip r:embed="rId2" cstate="print"/>
                <a:srcRect/>
                <a:stretch>
                  <a:fillRect/>
                </a:stretch>
              </p:blipFill>
              <p:spPr bwMode="auto">
                <a:xfrm>
                  <a:off x="845973" y="2057400"/>
                  <a:ext cx="3726027" cy="2971800"/>
                </a:xfrm>
                <a:prstGeom prst="rect">
                  <a:avLst/>
                </a:prstGeom>
                <a:noFill/>
              </p:spPr>
            </p:pic>
            <p:sp>
              <p:nvSpPr>
                <p:cNvPr id="12" name="TextBox 11"/>
                <p:cNvSpPr txBox="1"/>
                <p:nvPr/>
              </p:nvSpPr>
              <p:spPr>
                <a:xfrm>
                  <a:off x="1752600" y="4648200"/>
                  <a:ext cx="129540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000" b="1" i="1" dirty="0" smtClean="0">
                      <a:solidFill>
                        <a:srgbClr val="0070C0"/>
                      </a:solidFill>
                      <a:latin typeface="Constantia" pitchFamily="18" charset="0"/>
                    </a:rPr>
                    <a:t>C1 </a:t>
                  </a:r>
                  <a:r>
                    <a:rPr lang="en-US" sz="2000" b="1" i="1" dirty="0" err="1" smtClean="0">
                      <a:solidFill>
                        <a:srgbClr val="0070C0"/>
                      </a:solidFill>
                      <a:latin typeface="Constantia" pitchFamily="18" charset="0"/>
                    </a:rPr>
                    <a:t>phóng</a:t>
                  </a:r>
                  <a:endParaRPr lang="en-US" sz="2000" b="1" i="1" dirty="0">
                    <a:solidFill>
                      <a:srgbClr val="0070C0"/>
                    </a:solidFill>
                    <a:latin typeface="Constantia" pitchFamily="18" charset="0"/>
                  </a:endParaRPr>
                </a:p>
              </p:txBody>
            </p:sp>
            <p:sp>
              <p:nvSpPr>
                <p:cNvPr id="14" name="Up Arrow 13"/>
                <p:cNvSpPr/>
                <p:nvPr/>
              </p:nvSpPr>
              <p:spPr>
                <a:xfrm>
                  <a:off x="2133600" y="4038600"/>
                  <a:ext cx="533400" cy="609600"/>
                </a:xfrm>
                <a:prstGeom prst="upArrow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8" name="Group 27"/>
              <p:cNvGrpSpPr/>
              <p:nvPr/>
            </p:nvGrpSpPr>
            <p:grpSpPr>
              <a:xfrm>
                <a:off x="5732020" y="2370304"/>
                <a:ext cx="822804" cy="468206"/>
                <a:chOff x="5732020" y="2370304"/>
                <a:chExt cx="822804" cy="468206"/>
              </a:xfrm>
            </p:grpSpPr>
            <p:sp>
              <p:nvSpPr>
                <p:cNvPr id="25" name="TextBox 24"/>
                <p:cNvSpPr txBox="1"/>
                <p:nvPr/>
              </p:nvSpPr>
              <p:spPr>
                <a:xfrm>
                  <a:off x="6059524" y="2370304"/>
                  <a:ext cx="49530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000" b="1" dirty="0" smtClean="0"/>
                    <a:t> </a:t>
                  </a:r>
                  <a:r>
                    <a:rPr lang="en-US" sz="2400" b="1" dirty="0" smtClean="0"/>
                    <a:t>-</a:t>
                  </a:r>
                  <a:endParaRPr lang="en-US" sz="2000" b="1" dirty="0"/>
                </a:p>
              </p:txBody>
            </p:sp>
            <p:sp>
              <p:nvSpPr>
                <p:cNvPr id="27" name="TextBox 26"/>
                <p:cNvSpPr txBox="1"/>
                <p:nvPr/>
              </p:nvSpPr>
              <p:spPr>
                <a:xfrm>
                  <a:off x="5732020" y="2438400"/>
                  <a:ext cx="49530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000" b="1" dirty="0" smtClean="0"/>
                    <a:t> +</a:t>
                  </a:r>
                  <a:endParaRPr lang="en-US" sz="2000" b="1" dirty="0"/>
                </a:p>
              </p:txBody>
            </p:sp>
          </p:grpSp>
        </p:grpSp>
        <p:sp>
          <p:nvSpPr>
            <p:cNvPr id="38" name="TextBox 37"/>
            <p:cNvSpPr txBox="1"/>
            <p:nvPr/>
          </p:nvSpPr>
          <p:spPr>
            <a:xfrm>
              <a:off x="8153400" y="2811626"/>
              <a:ext cx="9144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i="1" dirty="0" err="1" smtClean="0">
                  <a:solidFill>
                    <a:srgbClr val="0070C0"/>
                  </a:solidFill>
                  <a:latin typeface="Constantia" pitchFamily="18" charset="0"/>
                </a:rPr>
                <a:t>Ngắt</a:t>
              </a:r>
              <a:endParaRPr lang="en-US" sz="2000" b="1" i="1" dirty="0">
                <a:solidFill>
                  <a:srgbClr val="0070C0"/>
                </a:solidFill>
                <a:latin typeface="Constantia" pitchFamily="18" charset="0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4805456" y="2770760"/>
              <a:ext cx="12954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i="1" dirty="0" err="1" smtClean="0">
                  <a:solidFill>
                    <a:srgbClr val="0070C0"/>
                  </a:solidFill>
                  <a:latin typeface="Constantia" pitchFamily="18" charset="0"/>
                </a:rPr>
                <a:t>Thông</a:t>
              </a:r>
              <a:endParaRPr lang="en-US" sz="2000" b="1" i="1" dirty="0">
                <a:solidFill>
                  <a:srgbClr val="0070C0"/>
                </a:solidFill>
                <a:latin typeface="Constantia" pitchFamily="18" charset="0"/>
              </a:endParaRPr>
            </a:p>
          </p:txBody>
        </p:sp>
        <p:sp>
          <p:nvSpPr>
            <p:cNvPr id="41" name="Freeform 40"/>
            <p:cNvSpPr/>
            <p:nvPr/>
          </p:nvSpPr>
          <p:spPr>
            <a:xfrm>
              <a:off x="5485385" y="2212712"/>
              <a:ext cx="485775" cy="1377950"/>
            </a:xfrm>
            <a:custGeom>
              <a:avLst/>
              <a:gdLst>
                <a:gd name="connsiteX0" fmla="*/ 485775 w 485775"/>
                <a:gd name="connsiteY0" fmla="*/ 196850 h 1377950"/>
                <a:gd name="connsiteX1" fmla="*/ 66675 w 485775"/>
                <a:gd name="connsiteY1" fmla="*/ 196850 h 1377950"/>
                <a:gd name="connsiteX2" fmla="*/ 85725 w 485775"/>
                <a:gd name="connsiteY2" fmla="*/ 1377950 h 1377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5775" h="1377950">
                  <a:moveTo>
                    <a:pt x="485775" y="196850"/>
                  </a:moveTo>
                  <a:cubicBezTo>
                    <a:pt x="309562" y="98425"/>
                    <a:pt x="133350" y="0"/>
                    <a:pt x="66675" y="196850"/>
                  </a:cubicBezTo>
                  <a:cubicBezTo>
                    <a:pt x="0" y="393700"/>
                    <a:pt x="42862" y="885825"/>
                    <a:pt x="85725" y="1377950"/>
                  </a:cubicBezTo>
                </a:path>
              </a:pathLst>
            </a:custGeom>
            <a:ln w="19050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Freeform 41"/>
            <p:cNvSpPr/>
            <p:nvPr/>
          </p:nvSpPr>
          <p:spPr>
            <a:xfrm>
              <a:off x="6121973" y="1109400"/>
              <a:ext cx="2259012" cy="1370012"/>
            </a:xfrm>
            <a:custGeom>
              <a:avLst/>
              <a:gdLst>
                <a:gd name="connsiteX0" fmla="*/ 2259012 w 2259012"/>
                <a:gd name="connsiteY0" fmla="*/ 176212 h 1370012"/>
                <a:gd name="connsiteX1" fmla="*/ 325437 w 2259012"/>
                <a:gd name="connsiteY1" fmla="*/ 166687 h 1370012"/>
                <a:gd name="connsiteX2" fmla="*/ 306387 w 2259012"/>
                <a:gd name="connsiteY2" fmla="*/ 1176337 h 1370012"/>
                <a:gd name="connsiteX3" fmla="*/ 39687 w 2259012"/>
                <a:gd name="connsiteY3" fmla="*/ 1328737 h 137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9012" h="1370012">
                  <a:moveTo>
                    <a:pt x="2259012" y="176212"/>
                  </a:moveTo>
                  <a:cubicBezTo>
                    <a:pt x="1454943" y="88106"/>
                    <a:pt x="650874" y="0"/>
                    <a:pt x="325437" y="166687"/>
                  </a:cubicBezTo>
                  <a:cubicBezTo>
                    <a:pt x="0" y="333374"/>
                    <a:pt x="354012" y="982662"/>
                    <a:pt x="306387" y="1176337"/>
                  </a:cubicBezTo>
                  <a:cubicBezTo>
                    <a:pt x="258762" y="1370012"/>
                    <a:pt x="149224" y="1349374"/>
                    <a:pt x="39687" y="1328737"/>
                  </a:cubicBezTo>
                </a:path>
              </a:pathLst>
            </a:custGeom>
            <a:ln w="19050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4537960" y="3886200"/>
            <a:ext cx="4606040" cy="2971800"/>
            <a:chOff x="4537960" y="3886200"/>
            <a:chExt cx="4606040" cy="2971800"/>
          </a:xfrm>
        </p:grpSpPr>
        <p:grpSp>
          <p:nvGrpSpPr>
            <p:cNvPr id="35" name="Group 34"/>
            <p:cNvGrpSpPr/>
            <p:nvPr/>
          </p:nvGrpSpPr>
          <p:grpSpPr>
            <a:xfrm>
              <a:off x="4537960" y="3886200"/>
              <a:ext cx="4606040" cy="2971800"/>
              <a:chOff x="4537960" y="3886200"/>
              <a:chExt cx="4606040" cy="2971800"/>
            </a:xfrm>
          </p:grpSpPr>
          <p:grpSp>
            <p:nvGrpSpPr>
              <p:cNvPr id="24" name="Group 23"/>
              <p:cNvGrpSpPr/>
              <p:nvPr/>
            </p:nvGrpSpPr>
            <p:grpSpPr>
              <a:xfrm>
                <a:off x="4537960" y="3886200"/>
                <a:ext cx="4606040" cy="2971800"/>
                <a:chOff x="4537960" y="3886200"/>
                <a:chExt cx="4606040" cy="2971800"/>
              </a:xfrm>
            </p:grpSpPr>
            <p:sp>
              <p:nvSpPr>
                <p:cNvPr id="13" name="TextBox 12"/>
                <p:cNvSpPr txBox="1"/>
                <p:nvPr/>
              </p:nvSpPr>
              <p:spPr>
                <a:xfrm>
                  <a:off x="4537960" y="6321698"/>
                  <a:ext cx="129540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000" b="1" i="1" dirty="0" smtClean="0">
                      <a:solidFill>
                        <a:srgbClr val="C00000"/>
                      </a:solidFill>
                      <a:latin typeface="Constantia" pitchFamily="18" charset="0"/>
                    </a:rPr>
                    <a:t>C2 </a:t>
                  </a:r>
                  <a:r>
                    <a:rPr lang="en-US" sz="2000" b="1" i="1" dirty="0" err="1" smtClean="0">
                      <a:solidFill>
                        <a:srgbClr val="C00000"/>
                      </a:solidFill>
                      <a:latin typeface="Constantia" pitchFamily="18" charset="0"/>
                    </a:rPr>
                    <a:t>nạp</a:t>
                  </a:r>
                  <a:endParaRPr lang="en-US" sz="2000" b="1" i="1" dirty="0">
                    <a:solidFill>
                      <a:srgbClr val="C00000"/>
                    </a:solidFill>
                    <a:latin typeface="Constantia" pitchFamily="18" charset="0"/>
                  </a:endParaRPr>
                </a:p>
              </p:txBody>
            </p:sp>
            <p:sp>
              <p:nvSpPr>
                <p:cNvPr id="15" name="Up Arrow 14"/>
                <p:cNvSpPr/>
                <p:nvPr/>
              </p:nvSpPr>
              <p:spPr>
                <a:xfrm rot="2889755">
                  <a:off x="4888896" y="5541395"/>
                  <a:ext cx="545332" cy="889853"/>
                </a:xfrm>
                <a:prstGeom prst="up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20" name="Group 19"/>
                <p:cNvGrpSpPr/>
                <p:nvPr/>
              </p:nvGrpSpPr>
              <p:grpSpPr>
                <a:xfrm>
                  <a:off x="5417973" y="3886200"/>
                  <a:ext cx="3726027" cy="2971800"/>
                  <a:chOff x="5417973" y="3257490"/>
                  <a:chExt cx="3726027" cy="2971800"/>
                </a:xfrm>
              </p:grpSpPr>
              <p:pic>
                <p:nvPicPr>
                  <p:cNvPr id="21" name="Picture 4"/>
                  <p:cNvPicPr>
                    <a:picLocks noChangeAspect="1" noChangeArrowheads="1"/>
                  </p:cNvPicPr>
                  <p:nvPr/>
                </p:nvPicPr>
                <p:blipFill>
                  <a:blip r:embed="rId2" cstate="print"/>
                  <a:srcRect/>
                  <a:stretch>
                    <a:fillRect/>
                  </a:stretch>
                </p:blipFill>
                <p:spPr bwMode="auto">
                  <a:xfrm>
                    <a:off x="5417973" y="3257490"/>
                    <a:ext cx="3726027" cy="2971800"/>
                  </a:xfrm>
                  <a:prstGeom prst="rect">
                    <a:avLst/>
                  </a:prstGeom>
                  <a:noFill/>
                </p:spPr>
              </p:pic>
              <p:sp>
                <p:nvSpPr>
                  <p:cNvPr id="23" name="Freeform 22"/>
                  <p:cNvSpPr/>
                  <p:nvPr/>
                </p:nvSpPr>
                <p:spPr>
                  <a:xfrm>
                    <a:off x="5486400" y="3505140"/>
                    <a:ext cx="2552700" cy="2333625"/>
                  </a:xfrm>
                  <a:custGeom>
                    <a:avLst/>
                    <a:gdLst>
                      <a:gd name="connsiteX0" fmla="*/ 2482850 w 2705100"/>
                      <a:gd name="connsiteY0" fmla="*/ 0 h 2333625"/>
                      <a:gd name="connsiteX1" fmla="*/ 2578100 w 2705100"/>
                      <a:gd name="connsiteY1" fmla="*/ 1076325 h 2333625"/>
                      <a:gd name="connsiteX2" fmla="*/ 1720850 w 2705100"/>
                      <a:gd name="connsiteY2" fmla="*/ 1104900 h 2333625"/>
                      <a:gd name="connsiteX3" fmla="*/ 1158875 w 2705100"/>
                      <a:gd name="connsiteY3" fmla="*/ 1581150 h 2333625"/>
                      <a:gd name="connsiteX4" fmla="*/ 539750 w 2705100"/>
                      <a:gd name="connsiteY4" fmla="*/ 1619250 h 2333625"/>
                      <a:gd name="connsiteX5" fmla="*/ 73025 w 2705100"/>
                      <a:gd name="connsiteY5" fmla="*/ 1609725 h 2333625"/>
                      <a:gd name="connsiteX6" fmla="*/ 101600 w 2705100"/>
                      <a:gd name="connsiteY6" fmla="*/ 2333625 h 23336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705100" h="2333625">
                        <a:moveTo>
                          <a:pt x="2482850" y="0"/>
                        </a:moveTo>
                        <a:cubicBezTo>
                          <a:pt x="2593975" y="446087"/>
                          <a:pt x="2705100" y="892175"/>
                          <a:pt x="2578100" y="1076325"/>
                        </a:cubicBezTo>
                        <a:cubicBezTo>
                          <a:pt x="2451100" y="1260475"/>
                          <a:pt x="1957388" y="1020763"/>
                          <a:pt x="1720850" y="1104900"/>
                        </a:cubicBezTo>
                        <a:cubicBezTo>
                          <a:pt x="1484313" y="1189038"/>
                          <a:pt x="1355725" y="1495425"/>
                          <a:pt x="1158875" y="1581150"/>
                        </a:cubicBezTo>
                        <a:cubicBezTo>
                          <a:pt x="962025" y="1666875"/>
                          <a:pt x="720725" y="1614487"/>
                          <a:pt x="539750" y="1619250"/>
                        </a:cubicBezTo>
                        <a:cubicBezTo>
                          <a:pt x="358775" y="1624013"/>
                          <a:pt x="146050" y="1490663"/>
                          <a:pt x="73025" y="1609725"/>
                        </a:cubicBezTo>
                        <a:cubicBezTo>
                          <a:pt x="0" y="1728787"/>
                          <a:pt x="50800" y="2031206"/>
                          <a:pt x="101600" y="2333625"/>
                        </a:cubicBezTo>
                      </a:path>
                    </a:pathLst>
                  </a:custGeom>
                  <a:ln w="19050">
                    <a:solidFill>
                      <a:srgbClr val="0033CC"/>
                    </a:solidFill>
                    <a:headEnd type="none" w="med" len="med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29" name="Group 28"/>
              <p:cNvGrpSpPr/>
              <p:nvPr/>
            </p:nvGrpSpPr>
            <p:grpSpPr>
              <a:xfrm>
                <a:off x="5724728" y="5267528"/>
                <a:ext cx="831720" cy="523220"/>
                <a:chOff x="5722292" y="2341120"/>
                <a:chExt cx="831720" cy="523220"/>
              </a:xfrm>
            </p:grpSpPr>
            <p:sp>
              <p:nvSpPr>
                <p:cNvPr id="30" name="TextBox 29"/>
                <p:cNvSpPr txBox="1"/>
                <p:nvPr/>
              </p:nvSpPr>
              <p:spPr>
                <a:xfrm>
                  <a:off x="6058712" y="2341120"/>
                  <a:ext cx="49530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800" b="1" dirty="0" smtClean="0"/>
                    <a:t> -</a:t>
                  </a:r>
                  <a:endParaRPr lang="en-US" sz="2800" b="1" dirty="0"/>
                </a:p>
              </p:txBody>
            </p:sp>
            <p:sp>
              <p:nvSpPr>
                <p:cNvPr id="31" name="TextBox 30"/>
                <p:cNvSpPr txBox="1"/>
                <p:nvPr/>
              </p:nvSpPr>
              <p:spPr>
                <a:xfrm>
                  <a:off x="5722292" y="2438400"/>
                  <a:ext cx="49530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000" b="1" dirty="0" smtClean="0"/>
                    <a:t> +</a:t>
                  </a:r>
                  <a:endParaRPr lang="en-US" sz="2000" b="1" dirty="0"/>
                </a:p>
              </p:txBody>
            </p:sp>
          </p:grpSp>
          <p:grpSp>
            <p:nvGrpSpPr>
              <p:cNvPr id="32" name="Group 31"/>
              <p:cNvGrpSpPr/>
              <p:nvPr/>
            </p:nvGrpSpPr>
            <p:grpSpPr>
              <a:xfrm>
                <a:off x="7268184" y="5235096"/>
                <a:ext cx="763624" cy="523220"/>
                <a:chOff x="5751476" y="2321664"/>
                <a:chExt cx="763624" cy="523220"/>
              </a:xfrm>
            </p:grpSpPr>
            <p:sp>
              <p:nvSpPr>
                <p:cNvPr id="33" name="TextBox 32"/>
                <p:cNvSpPr txBox="1"/>
                <p:nvPr/>
              </p:nvSpPr>
              <p:spPr>
                <a:xfrm>
                  <a:off x="6019800" y="2438400"/>
                  <a:ext cx="49530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000" b="1" dirty="0" smtClean="0"/>
                    <a:t> +</a:t>
                  </a:r>
                  <a:endParaRPr lang="en-US" sz="2000" b="1" dirty="0"/>
                </a:p>
              </p:txBody>
            </p:sp>
            <p:sp>
              <p:nvSpPr>
                <p:cNvPr id="34" name="TextBox 33"/>
                <p:cNvSpPr txBox="1"/>
                <p:nvPr/>
              </p:nvSpPr>
              <p:spPr>
                <a:xfrm>
                  <a:off x="5751476" y="2321664"/>
                  <a:ext cx="49530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000" b="1" dirty="0" smtClean="0"/>
                    <a:t> </a:t>
                  </a:r>
                  <a:r>
                    <a:rPr lang="en-US" sz="2800" b="1" dirty="0" smtClean="0"/>
                    <a:t>-</a:t>
                  </a:r>
                  <a:endParaRPr lang="en-US" sz="2800" b="1" dirty="0"/>
                </a:p>
              </p:txBody>
            </p:sp>
          </p:grpSp>
        </p:grpSp>
        <p:sp>
          <p:nvSpPr>
            <p:cNvPr id="44" name="TextBox 43"/>
            <p:cNvSpPr txBox="1"/>
            <p:nvPr/>
          </p:nvSpPr>
          <p:spPr>
            <a:xfrm>
              <a:off x="7375192" y="6134912"/>
              <a:ext cx="9144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i="1" dirty="0" err="1" smtClean="0">
                  <a:solidFill>
                    <a:srgbClr val="0070C0"/>
                  </a:solidFill>
                  <a:latin typeface="Constantia" pitchFamily="18" charset="0"/>
                </a:rPr>
                <a:t>Ngắt</a:t>
              </a:r>
              <a:endParaRPr lang="en-US" sz="2000" b="1" i="1" dirty="0">
                <a:solidFill>
                  <a:srgbClr val="0070C0"/>
                </a:solidFill>
                <a:latin typeface="Constantia" pitchFamily="18" charset="0"/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5627448" y="6170576"/>
              <a:ext cx="12954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i="1" dirty="0" err="1" smtClean="0">
                  <a:solidFill>
                    <a:srgbClr val="0070C0"/>
                  </a:solidFill>
                  <a:latin typeface="Constantia" pitchFamily="18" charset="0"/>
                </a:rPr>
                <a:t>Thông</a:t>
              </a:r>
              <a:endParaRPr lang="en-US" sz="2000" b="1" i="1" dirty="0">
                <a:solidFill>
                  <a:srgbClr val="0070C0"/>
                </a:solidFill>
                <a:latin typeface="Constantia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066800"/>
            <a:ext cx="4724400" cy="3352800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30000"/>
              </a:lnSpc>
            </a:pPr>
            <a:r>
              <a:rPr lang="en-US" sz="2900" dirty="0" err="1" smtClean="0">
                <a:latin typeface="Constantia" pitchFamily="18" charset="0"/>
              </a:rPr>
              <a:t>Ngược</a:t>
            </a:r>
            <a:r>
              <a:rPr lang="en-US" sz="2900" dirty="0" smtClean="0">
                <a:latin typeface="Constantia" pitchFamily="18" charset="0"/>
              </a:rPr>
              <a:t> </a:t>
            </a:r>
            <a:r>
              <a:rPr lang="en-US" sz="2900" dirty="0" err="1" smtClean="0">
                <a:latin typeface="Constantia" pitchFamily="18" charset="0"/>
              </a:rPr>
              <a:t>lại</a:t>
            </a:r>
            <a:r>
              <a:rPr lang="en-US" sz="2900" dirty="0" smtClean="0">
                <a:latin typeface="Constantia" pitchFamily="18" charset="0"/>
              </a:rPr>
              <a:t>, </a:t>
            </a:r>
            <a:r>
              <a:rPr lang="en-US" sz="2900" dirty="0" err="1" smtClean="0">
                <a:latin typeface="Constantia" pitchFamily="18" charset="0"/>
              </a:rPr>
              <a:t>nếu</a:t>
            </a:r>
            <a:r>
              <a:rPr lang="en-US" sz="2900" dirty="0" smtClean="0">
                <a:latin typeface="Constantia" pitchFamily="18" charset="0"/>
              </a:rPr>
              <a:t>  </a:t>
            </a:r>
            <a:r>
              <a:rPr lang="en-US" sz="2900" dirty="0" smtClean="0">
                <a:solidFill>
                  <a:srgbClr val="C00000"/>
                </a:solidFill>
                <a:latin typeface="Constantia" pitchFamily="18" charset="0"/>
              </a:rPr>
              <a:t>T1 </a:t>
            </a:r>
            <a:r>
              <a:rPr lang="en-US" sz="2900" dirty="0" err="1" smtClean="0">
                <a:solidFill>
                  <a:srgbClr val="C00000"/>
                </a:solidFill>
                <a:latin typeface="Constantia" pitchFamily="18" charset="0"/>
              </a:rPr>
              <a:t>ngắt</a:t>
            </a:r>
            <a:r>
              <a:rPr lang="en-US" sz="2900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2900" dirty="0" err="1" smtClean="0">
                <a:solidFill>
                  <a:srgbClr val="C00000"/>
                </a:solidFill>
                <a:latin typeface="Constantia" pitchFamily="18" charset="0"/>
              </a:rPr>
              <a:t>và</a:t>
            </a:r>
            <a:r>
              <a:rPr lang="en-US" sz="2900" dirty="0" smtClean="0">
                <a:solidFill>
                  <a:srgbClr val="C00000"/>
                </a:solidFill>
                <a:latin typeface="Constantia" pitchFamily="18" charset="0"/>
              </a:rPr>
              <a:t> T2 </a:t>
            </a:r>
            <a:r>
              <a:rPr lang="en-US" sz="2900" dirty="0" err="1" smtClean="0">
                <a:solidFill>
                  <a:srgbClr val="C00000"/>
                </a:solidFill>
                <a:latin typeface="Constantia" pitchFamily="18" charset="0"/>
              </a:rPr>
              <a:t>thông</a:t>
            </a:r>
            <a:r>
              <a:rPr lang="en-US" sz="2900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2900" dirty="0" err="1" smtClean="0">
                <a:solidFill>
                  <a:srgbClr val="C00000"/>
                </a:solidFill>
                <a:latin typeface="Constantia" pitchFamily="18" charset="0"/>
              </a:rPr>
              <a:t>bão</a:t>
            </a:r>
            <a:r>
              <a:rPr lang="en-US" sz="2900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2900" dirty="0" err="1" smtClean="0">
                <a:solidFill>
                  <a:srgbClr val="C00000"/>
                </a:solidFill>
                <a:latin typeface="Constantia" pitchFamily="18" charset="0"/>
              </a:rPr>
              <a:t>hòa</a:t>
            </a:r>
            <a:r>
              <a:rPr lang="en-US" sz="2900" dirty="0" smtClean="0">
                <a:latin typeface="Constantia" pitchFamily="18" charset="0"/>
              </a:rPr>
              <a:t>, </a:t>
            </a:r>
            <a:r>
              <a:rPr lang="en-US" sz="2900" dirty="0" err="1" smtClean="0">
                <a:latin typeface="Constantia" pitchFamily="18" charset="0"/>
              </a:rPr>
              <a:t>thì</a:t>
            </a:r>
            <a:r>
              <a:rPr lang="en-US" sz="2900" dirty="0" smtClean="0">
                <a:latin typeface="Constantia" pitchFamily="18" charset="0"/>
              </a:rPr>
              <a:t> </a:t>
            </a:r>
            <a:r>
              <a:rPr lang="en-US" sz="2900" dirty="0" err="1" smtClean="0">
                <a:latin typeface="Constantia" pitchFamily="18" charset="0"/>
              </a:rPr>
              <a:t>tụ</a:t>
            </a:r>
            <a:r>
              <a:rPr lang="en-US" sz="2900" dirty="0" smtClean="0">
                <a:latin typeface="Constantia" pitchFamily="18" charset="0"/>
              </a:rPr>
              <a:t> C2 </a:t>
            </a:r>
            <a:r>
              <a:rPr lang="en-US" sz="2900" dirty="0" err="1" smtClean="0">
                <a:latin typeface="Constantia" pitchFamily="18" charset="0"/>
              </a:rPr>
              <a:t>sẽ</a:t>
            </a:r>
            <a:r>
              <a:rPr lang="en-US" sz="2900" dirty="0" smtClean="0">
                <a:latin typeface="Constantia" pitchFamily="18" charset="0"/>
              </a:rPr>
              <a:t> </a:t>
            </a:r>
            <a:r>
              <a:rPr lang="en-US" sz="2900" dirty="0" err="1" smtClean="0">
                <a:latin typeface="Constantia" pitchFamily="18" charset="0"/>
              </a:rPr>
              <a:t>phóng</a:t>
            </a:r>
            <a:r>
              <a:rPr lang="en-US" sz="2900" dirty="0" smtClean="0">
                <a:latin typeface="Constantia" pitchFamily="18" charset="0"/>
              </a:rPr>
              <a:t> </a:t>
            </a:r>
            <a:r>
              <a:rPr lang="en-US" sz="2900" dirty="0" err="1" smtClean="0">
                <a:latin typeface="Constantia" pitchFamily="18" charset="0"/>
              </a:rPr>
              <a:t>điện</a:t>
            </a:r>
            <a:r>
              <a:rPr lang="en-US" sz="2900" dirty="0" smtClean="0">
                <a:latin typeface="Constantia" pitchFamily="18" charset="0"/>
              </a:rPr>
              <a:t> </a:t>
            </a:r>
            <a:r>
              <a:rPr lang="en-US" sz="2900" dirty="0" err="1" smtClean="0">
                <a:latin typeface="Constantia" pitchFamily="18" charset="0"/>
              </a:rPr>
              <a:t>và</a:t>
            </a:r>
            <a:r>
              <a:rPr lang="en-US" sz="2900" dirty="0" smtClean="0">
                <a:latin typeface="Constantia" pitchFamily="18" charset="0"/>
              </a:rPr>
              <a:t> </a:t>
            </a:r>
            <a:r>
              <a:rPr lang="en-US" sz="2900" dirty="0" err="1" smtClean="0">
                <a:latin typeface="Constantia" pitchFamily="18" charset="0"/>
              </a:rPr>
              <a:t>tụ</a:t>
            </a:r>
            <a:r>
              <a:rPr lang="en-US" sz="2900" dirty="0" smtClean="0">
                <a:latin typeface="Constantia" pitchFamily="18" charset="0"/>
              </a:rPr>
              <a:t> C1  </a:t>
            </a:r>
            <a:r>
              <a:rPr lang="en-US" sz="2900" dirty="0" err="1" smtClean="0">
                <a:latin typeface="Constantia" pitchFamily="18" charset="0"/>
              </a:rPr>
              <a:t>sẽ</a:t>
            </a:r>
            <a:r>
              <a:rPr lang="en-US" sz="2900" dirty="0" smtClean="0">
                <a:latin typeface="Constantia" pitchFamily="18" charset="0"/>
              </a:rPr>
              <a:t> </a:t>
            </a:r>
            <a:r>
              <a:rPr lang="en-US" sz="2900" dirty="0" err="1" smtClean="0">
                <a:latin typeface="Constantia" pitchFamily="18" charset="0"/>
              </a:rPr>
              <a:t>nạp</a:t>
            </a:r>
            <a:r>
              <a:rPr lang="en-US" sz="2900" dirty="0" smtClean="0">
                <a:latin typeface="Constantia" pitchFamily="18" charset="0"/>
              </a:rPr>
              <a:t> </a:t>
            </a:r>
            <a:r>
              <a:rPr lang="en-US" sz="2900" dirty="0" err="1" smtClean="0">
                <a:latin typeface="Constantia" pitchFamily="18" charset="0"/>
              </a:rPr>
              <a:t>điện</a:t>
            </a:r>
            <a:r>
              <a:rPr lang="en-US" sz="2900" dirty="0" smtClean="0">
                <a:latin typeface="Constantia" pitchFamily="18" charset="0"/>
              </a:rPr>
              <a:t>. </a:t>
            </a:r>
            <a:r>
              <a:rPr lang="en-US" sz="2900" dirty="0" err="1" smtClean="0">
                <a:latin typeface="Constantia" pitchFamily="18" charset="0"/>
              </a:rPr>
              <a:t>Cứ</a:t>
            </a:r>
            <a:r>
              <a:rPr lang="en-US" sz="2900" dirty="0" smtClean="0">
                <a:latin typeface="Constantia" pitchFamily="18" charset="0"/>
              </a:rPr>
              <a:t> </a:t>
            </a:r>
            <a:r>
              <a:rPr lang="en-US" sz="2900" dirty="0" err="1" smtClean="0">
                <a:latin typeface="Constantia" pitchFamily="18" charset="0"/>
              </a:rPr>
              <a:t>thế</a:t>
            </a:r>
            <a:r>
              <a:rPr lang="en-US" sz="2900" dirty="0" smtClean="0">
                <a:latin typeface="Constantia" pitchFamily="18" charset="0"/>
              </a:rPr>
              <a:t>, </a:t>
            </a:r>
            <a:r>
              <a:rPr lang="en-US" sz="2900" dirty="0" err="1" smtClean="0">
                <a:latin typeface="Constantia" pitchFamily="18" charset="0"/>
              </a:rPr>
              <a:t>quá</a:t>
            </a:r>
            <a:r>
              <a:rPr lang="en-US" sz="2900" dirty="0" smtClean="0">
                <a:latin typeface="Constantia" pitchFamily="18" charset="0"/>
              </a:rPr>
              <a:t> </a:t>
            </a:r>
            <a:r>
              <a:rPr lang="en-US" sz="2900" dirty="0" err="1" smtClean="0">
                <a:latin typeface="Constantia" pitchFamily="18" charset="0"/>
              </a:rPr>
              <a:t>trình</a:t>
            </a:r>
            <a:r>
              <a:rPr lang="en-US" sz="2900" dirty="0" smtClean="0">
                <a:latin typeface="Constantia" pitchFamily="18" charset="0"/>
              </a:rPr>
              <a:t> </a:t>
            </a:r>
            <a:r>
              <a:rPr lang="en-US" sz="2900" dirty="0" err="1" smtClean="0">
                <a:latin typeface="Constantia" pitchFamily="18" charset="0"/>
              </a:rPr>
              <a:t>phóng</a:t>
            </a:r>
            <a:r>
              <a:rPr lang="en-US" sz="2900" dirty="0" smtClean="0">
                <a:latin typeface="Constantia" pitchFamily="18" charset="0"/>
              </a:rPr>
              <a:t> </a:t>
            </a:r>
            <a:r>
              <a:rPr lang="en-US" sz="2900" dirty="0" err="1" smtClean="0">
                <a:latin typeface="Constantia" pitchFamily="18" charset="0"/>
              </a:rPr>
              <a:t>và</a:t>
            </a:r>
            <a:r>
              <a:rPr lang="en-US" sz="2900" dirty="0" smtClean="0">
                <a:latin typeface="Constantia" pitchFamily="18" charset="0"/>
              </a:rPr>
              <a:t> </a:t>
            </a:r>
            <a:r>
              <a:rPr lang="en-US" sz="2900" dirty="0" err="1" smtClean="0">
                <a:latin typeface="Constantia" pitchFamily="18" charset="0"/>
              </a:rPr>
              <a:t>nạp</a:t>
            </a:r>
            <a:r>
              <a:rPr lang="en-US" sz="2900" dirty="0" smtClean="0">
                <a:latin typeface="Constantia" pitchFamily="18" charset="0"/>
              </a:rPr>
              <a:t> </a:t>
            </a:r>
            <a:r>
              <a:rPr lang="en-US" sz="2900" dirty="0" err="1" smtClean="0">
                <a:latin typeface="Constantia" pitchFamily="18" charset="0"/>
              </a:rPr>
              <a:t>điện</a:t>
            </a:r>
            <a:r>
              <a:rPr lang="en-US" sz="2900" dirty="0" smtClean="0">
                <a:latin typeface="Constantia" pitchFamily="18" charset="0"/>
              </a:rPr>
              <a:t> </a:t>
            </a:r>
            <a:r>
              <a:rPr lang="en-US" sz="2900" dirty="0" err="1" smtClean="0">
                <a:latin typeface="Constantia" pitchFamily="18" charset="0"/>
              </a:rPr>
              <a:t>của</a:t>
            </a:r>
            <a:r>
              <a:rPr lang="en-US" sz="2900" dirty="0" smtClean="0">
                <a:latin typeface="Constantia" pitchFamily="18" charset="0"/>
              </a:rPr>
              <a:t> </a:t>
            </a:r>
            <a:r>
              <a:rPr lang="en-US" sz="2900" dirty="0" err="1" smtClean="0">
                <a:latin typeface="Constantia" pitchFamily="18" charset="0"/>
              </a:rPr>
              <a:t>hai</a:t>
            </a:r>
            <a:r>
              <a:rPr lang="en-US" sz="2900" dirty="0" smtClean="0">
                <a:latin typeface="Constantia" pitchFamily="18" charset="0"/>
              </a:rPr>
              <a:t> </a:t>
            </a:r>
            <a:r>
              <a:rPr lang="en-US" sz="2900" dirty="0" err="1" smtClean="0">
                <a:latin typeface="Constantia" pitchFamily="18" charset="0"/>
              </a:rPr>
              <a:t>tụ</a:t>
            </a:r>
            <a:r>
              <a:rPr lang="en-US" sz="2900" dirty="0" smtClean="0">
                <a:latin typeface="Constantia" pitchFamily="18" charset="0"/>
              </a:rPr>
              <a:t>  </a:t>
            </a:r>
            <a:r>
              <a:rPr lang="en-US" sz="2900" dirty="0" err="1" smtClean="0">
                <a:latin typeface="Constantia" pitchFamily="18" charset="0"/>
              </a:rPr>
              <a:t>cứ</a:t>
            </a:r>
            <a:r>
              <a:rPr lang="en-US" sz="2900" dirty="0" smtClean="0">
                <a:latin typeface="Constantia" pitchFamily="18" charset="0"/>
              </a:rPr>
              <a:t> </a:t>
            </a:r>
            <a:r>
              <a:rPr lang="en-US" sz="2900" dirty="0" err="1" smtClean="0">
                <a:latin typeface="Constantia" pitchFamily="18" charset="0"/>
              </a:rPr>
              <a:t>lần</a:t>
            </a:r>
            <a:r>
              <a:rPr lang="en-US" sz="2900" dirty="0" smtClean="0">
                <a:latin typeface="Constantia" pitchFamily="18" charset="0"/>
              </a:rPr>
              <a:t> </a:t>
            </a:r>
            <a:r>
              <a:rPr lang="en-US" sz="2900" dirty="0" err="1" smtClean="0">
                <a:latin typeface="Constantia" pitchFamily="18" charset="0"/>
              </a:rPr>
              <a:t>lượt</a:t>
            </a:r>
            <a:r>
              <a:rPr lang="en-US" sz="2900" dirty="0" smtClean="0">
                <a:latin typeface="Constantia" pitchFamily="18" charset="0"/>
              </a:rPr>
              <a:t> </a:t>
            </a:r>
            <a:r>
              <a:rPr lang="en-US" sz="2900" dirty="0" err="1" smtClean="0">
                <a:latin typeface="Constantia" pitchFamily="18" charset="0"/>
              </a:rPr>
              <a:t>lặp</a:t>
            </a:r>
            <a:r>
              <a:rPr lang="en-US" sz="2900" dirty="0" smtClean="0">
                <a:latin typeface="Constantia" pitchFamily="18" charset="0"/>
              </a:rPr>
              <a:t> </a:t>
            </a:r>
            <a:r>
              <a:rPr lang="en-US" sz="2900" dirty="0" err="1" smtClean="0">
                <a:latin typeface="Constantia" pitchFamily="18" charset="0"/>
              </a:rPr>
              <a:t>đi</a:t>
            </a:r>
            <a:r>
              <a:rPr lang="en-US" sz="2900" dirty="0" smtClean="0">
                <a:latin typeface="Constantia" pitchFamily="18" charset="0"/>
              </a:rPr>
              <a:t> </a:t>
            </a:r>
            <a:r>
              <a:rPr lang="en-US" sz="2900" dirty="0" err="1" smtClean="0">
                <a:latin typeface="Constantia" pitchFamily="18" charset="0"/>
              </a:rPr>
              <a:t>lặp</a:t>
            </a:r>
            <a:r>
              <a:rPr lang="en-US" sz="2900" dirty="0" smtClean="0">
                <a:latin typeface="Constantia" pitchFamily="18" charset="0"/>
              </a:rPr>
              <a:t> </a:t>
            </a:r>
            <a:r>
              <a:rPr lang="en-US" sz="2900" dirty="0" err="1" smtClean="0">
                <a:latin typeface="Constantia" pitchFamily="18" charset="0"/>
              </a:rPr>
              <a:t>lại</a:t>
            </a:r>
            <a:r>
              <a:rPr lang="en-US" sz="2900" dirty="0" smtClean="0">
                <a:latin typeface="Constantia" pitchFamily="18" charset="0"/>
              </a:rPr>
              <a:t> </a:t>
            </a:r>
            <a:r>
              <a:rPr lang="en-US" sz="2900" dirty="0" err="1" smtClean="0">
                <a:latin typeface="Constantia" pitchFamily="18" charset="0"/>
              </a:rPr>
              <a:t>làm</a:t>
            </a:r>
            <a:r>
              <a:rPr lang="en-US" sz="2900" dirty="0" smtClean="0">
                <a:latin typeface="Constantia" pitchFamily="18" charset="0"/>
              </a:rPr>
              <a:t> </a:t>
            </a:r>
            <a:r>
              <a:rPr lang="en-US" sz="2900" dirty="0" err="1" smtClean="0">
                <a:latin typeface="Constantia" pitchFamily="18" charset="0"/>
              </a:rPr>
              <a:t>thay</a:t>
            </a:r>
            <a:r>
              <a:rPr lang="en-US" sz="2900" dirty="0" smtClean="0">
                <a:latin typeface="Constantia" pitchFamily="18" charset="0"/>
              </a:rPr>
              <a:t> </a:t>
            </a:r>
            <a:r>
              <a:rPr lang="en-US" sz="2900" dirty="0" err="1" smtClean="0">
                <a:latin typeface="Constantia" pitchFamily="18" charset="0"/>
              </a:rPr>
              <a:t>đổi</a:t>
            </a:r>
            <a:r>
              <a:rPr lang="en-US" sz="2900" dirty="0" smtClean="0">
                <a:latin typeface="Constantia" pitchFamily="18" charset="0"/>
              </a:rPr>
              <a:t> </a:t>
            </a:r>
            <a:r>
              <a:rPr lang="en-US" sz="2900" dirty="0" err="1" smtClean="0">
                <a:latin typeface="Constantia" pitchFamily="18" charset="0"/>
              </a:rPr>
              <a:t>trạng</a:t>
            </a:r>
            <a:r>
              <a:rPr lang="en-US" sz="2900" dirty="0" smtClean="0">
                <a:latin typeface="Constantia" pitchFamily="18" charset="0"/>
              </a:rPr>
              <a:t> </a:t>
            </a:r>
            <a:r>
              <a:rPr lang="en-US" sz="2900" dirty="0" err="1" smtClean="0">
                <a:latin typeface="Constantia" pitchFamily="18" charset="0"/>
              </a:rPr>
              <a:t>thái</a:t>
            </a:r>
            <a:r>
              <a:rPr lang="en-US" sz="2900" dirty="0" smtClean="0">
                <a:latin typeface="Constantia" pitchFamily="18" charset="0"/>
              </a:rPr>
              <a:t> </a:t>
            </a:r>
            <a:r>
              <a:rPr lang="en-US" sz="2900" dirty="0" err="1" smtClean="0">
                <a:latin typeface="Constantia" pitchFamily="18" charset="0"/>
              </a:rPr>
              <a:t>đầu</a:t>
            </a:r>
            <a:r>
              <a:rPr lang="en-US" sz="2900" dirty="0" smtClean="0">
                <a:latin typeface="Constantia" pitchFamily="18" charset="0"/>
              </a:rPr>
              <a:t> </a:t>
            </a:r>
            <a:r>
              <a:rPr lang="en-US" sz="2900" dirty="0" err="1" smtClean="0">
                <a:latin typeface="Constantia" pitchFamily="18" charset="0"/>
              </a:rPr>
              <a:t>ra</a:t>
            </a:r>
            <a:r>
              <a:rPr lang="en-US" sz="2900" dirty="0" smtClean="0">
                <a:latin typeface="Constantia" pitchFamily="18" charset="0"/>
              </a:rPr>
              <a:t> </a:t>
            </a:r>
            <a:r>
              <a:rPr lang="en-US" sz="2900" dirty="0" err="1" smtClean="0">
                <a:latin typeface="Constantia" pitchFamily="18" charset="0"/>
              </a:rPr>
              <a:t>của</a:t>
            </a:r>
            <a:r>
              <a:rPr lang="en-US" sz="2900" dirty="0" smtClean="0">
                <a:latin typeface="Constantia" pitchFamily="18" charset="0"/>
              </a:rPr>
              <a:t> </a:t>
            </a:r>
            <a:r>
              <a:rPr lang="en-US" sz="2900" dirty="0" err="1" smtClean="0">
                <a:latin typeface="Constantia" pitchFamily="18" charset="0"/>
              </a:rPr>
              <a:t>mạch</a:t>
            </a:r>
            <a:r>
              <a:rPr lang="en-US" sz="2900" dirty="0" smtClean="0">
                <a:latin typeface="Constantia" pitchFamily="18" charset="0"/>
              </a:rPr>
              <a:t> </a:t>
            </a:r>
            <a:r>
              <a:rPr lang="en-US" sz="2900" dirty="0" err="1" smtClean="0">
                <a:latin typeface="Constantia" pitchFamily="18" charset="0"/>
              </a:rPr>
              <a:t>đa</a:t>
            </a:r>
            <a:r>
              <a:rPr lang="en-US" sz="2900" dirty="0" smtClean="0">
                <a:latin typeface="Constantia" pitchFamily="18" charset="0"/>
              </a:rPr>
              <a:t> </a:t>
            </a:r>
            <a:r>
              <a:rPr lang="en-US" sz="2900" dirty="0" err="1" smtClean="0">
                <a:latin typeface="Constantia" pitchFamily="18" charset="0"/>
              </a:rPr>
              <a:t>hài</a:t>
            </a:r>
            <a:r>
              <a:rPr lang="en-US" sz="2900" dirty="0" smtClean="0">
                <a:latin typeface="Constantia" pitchFamily="18" charset="0"/>
              </a:rPr>
              <a:t>, </a:t>
            </a:r>
            <a:r>
              <a:rPr lang="en-US" sz="2900" dirty="0" err="1" smtClean="0">
                <a:latin typeface="Constantia" pitchFamily="18" charset="0"/>
              </a:rPr>
              <a:t>tạo</a:t>
            </a:r>
            <a:r>
              <a:rPr lang="en-US" sz="2900" dirty="0" smtClean="0">
                <a:latin typeface="Constantia" pitchFamily="18" charset="0"/>
              </a:rPr>
              <a:t> </a:t>
            </a:r>
            <a:r>
              <a:rPr lang="en-US" sz="2900" dirty="0" err="1" smtClean="0">
                <a:latin typeface="Constantia" pitchFamily="18" charset="0"/>
              </a:rPr>
              <a:t>nên</a:t>
            </a:r>
            <a:r>
              <a:rPr lang="en-US" sz="2900" dirty="0" smtClean="0">
                <a:latin typeface="Constantia" pitchFamily="18" charset="0"/>
              </a:rPr>
              <a:t> </a:t>
            </a:r>
            <a:r>
              <a:rPr lang="en-US" sz="2900" dirty="0" err="1" smtClean="0">
                <a:latin typeface="Constantia" pitchFamily="18" charset="0"/>
              </a:rPr>
              <a:t>tín</a:t>
            </a:r>
            <a:r>
              <a:rPr lang="en-US" sz="2900" dirty="0" smtClean="0">
                <a:latin typeface="Constantia" pitchFamily="18" charset="0"/>
              </a:rPr>
              <a:t> </a:t>
            </a:r>
            <a:r>
              <a:rPr lang="en-US" sz="2900" dirty="0" err="1" smtClean="0">
                <a:latin typeface="Constantia" pitchFamily="18" charset="0"/>
              </a:rPr>
              <a:t>hiệu</a:t>
            </a:r>
            <a:r>
              <a:rPr lang="en-US" sz="2900" dirty="0" smtClean="0">
                <a:latin typeface="Constantia" pitchFamily="18" charset="0"/>
              </a:rPr>
              <a:t> </a:t>
            </a:r>
            <a:r>
              <a:rPr lang="en-US" sz="2900" dirty="0" err="1" smtClean="0">
                <a:latin typeface="Constantia" pitchFamily="18" charset="0"/>
              </a:rPr>
              <a:t>xung</a:t>
            </a:r>
            <a:r>
              <a:rPr lang="en-US" sz="2900" dirty="0" smtClean="0">
                <a:latin typeface="Constantia" pitchFamily="18" charset="0"/>
              </a:rPr>
              <a:t> </a:t>
            </a:r>
            <a:r>
              <a:rPr lang="en-US" sz="2900" dirty="0" err="1" smtClean="0">
                <a:latin typeface="Constantia" pitchFamily="18" charset="0"/>
              </a:rPr>
              <a:t>vuông</a:t>
            </a:r>
            <a:r>
              <a:rPr lang="en-US" sz="2900" dirty="0" smtClean="0">
                <a:latin typeface="Constantia" pitchFamily="18" charset="0"/>
              </a:rPr>
              <a:t> </a:t>
            </a:r>
            <a:r>
              <a:rPr lang="en-US" sz="2900" dirty="0" err="1" smtClean="0">
                <a:latin typeface="Constantia" pitchFamily="18" charset="0"/>
              </a:rPr>
              <a:t>tại</a:t>
            </a:r>
            <a:r>
              <a:rPr lang="en-US" sz="2900" dirty="0" smtClean="0">
                <a:latin typeface="Constantia" pitchFamily="18" charset="0"/>
              </a:rPr>
              <a:t> </a:t>
            </a:r>
            <a:r>
              <a:rPr lang="en-US" sz="2900" dirty="0" err="1" smtClean="0">
                <a:latin typeface="Constantia" pitchFamily="18" charset="0"/>
              </a:rPr>
              <a:t>đầu</a:t>
            </a:r>
            <a:r>
              <a:rPr lang="en-US" sz="2900" dirty="0" smtClean="0">
                <a:latin typeface="Constantia" pitchFamily="18" charset="0"/>
              </a:rPr>
              <a:t> </a:t>
            </a:r>
            <a:r>
              <a:rPr lang="en-US" sz="2900" dirty="0" err="1" smtClean="0">
                <a:latin typeface="Constantia" pitchFamily="18" charset="0"/>
              </a:rPr>
              <a:t>ra</a:t>
            </a:r>
            <a:r>
              <a:rPr lang="en-US" sz="2900" dirty="0" smtClean="0">
                <a:latin typeface="Constantia" pitchFamily="18" charset="0"/>
              </a:rPr>
              <a:t> </a:t>
            </a:r>
            <a:r>
              <a:rPr lang="en-US" sz="2900" dirty="0" err="1" smtClean="0">
                <a:latin typeface="Constantia" pitchFamily="18" charset="0"/>
              </a:rPr>
              <a:t>mà</a:t>
            </a:r>
            <a:r>
              <a:rPr lang="en-US" sz="2900" dirty="0" smtClean="0">
                <a:latin typeface="Constantia" pitchFamily="18" charset="0"/>
              </a:rPr>
              <a:t> </a:t>
            </a:r>
            <a:r>
              <a:rPr lang="en-US" sz="2900" dirty="0" err="1" smtClean="0">
                <a:latin typeface="Constantia" pitchFamily="18" charset="0"/>
              </a:rPr>
              <a:t>không</a:t>
            </a:r>
            <a:r>
              <a:rPr lang="en-US" sz="2900" dirty="0" smtClean="0">
                <a:latin typeface="Constantia" pitchFamily="18" charset="0"/>
              </a:rPr>
              <a:t> </a:t>
            </a:r>
            <a:r>
              <a:rPr lang="en-US" sz="2900" dirty="0" err="1" smtClean="0">
                <a:latin typeface="Constantia" pitchFamily="18" charset="0"/>
              </a:rPr>
              <a:t>phải</a:t>
            </a:r>
            <a:r>
              <a:rPr lang="en-US" sz="2900" dirty="0" smtClean="0">
                <a:latin typeface="Constantia" pitchFamily="18" charset="0"/>
              </a:rPr>
              <a:t> </a:t>
            </a:r>
            <a:r>
              <a:rPr lang="en-US" sz="2900" dirty="0" err="1" smtClean="0">
                <a:latin typeface="Constantia" pitchFamily="18" charset="0"/>
              </a:rPr>
              <a:t>tác</a:t>
            </a:r>
            <a:r>
              <a:rPr lang="en-US" sz="2900" dirty="0" smtClean="0">
                <a:latin typeface="Constantia" pitchFamily="18" charset="0"/>
              </a:rPr>
              <a:t> </a:t>
            </a:r>
            <a:r>
              <a:rPr lang="en-US" sz="2900" dirty="0" err="1" smtClean="0">
                <a:latin typeface="Constantia" pitchFamily="18" charset="0"/>
              </a:rPr>
              <a:t>động</a:t>
            </a:r>
            <a:r>
              <a:rPr lang="en-US" sz="2900" dirty="0" smtClean="0">
                <a:latin typeface="Constantia" pitchFamily="18" charset="0"/>
              </a:rPr>
              <a:t> </a:t>
            </a:r>
            <a:r>
              <a:rPr lang="en-US" sz="2900" dirty="0" err="1" smtClean="0">
                <a:latin typeface="Constantia" pitchFamily="18" charset="0"/>
              </a:rPr>
              <a:t>bất</a:t>
            </a:r>
            <a:r>
              <a:rPr lang="en-US" sz="2900" dirty="0" smtClean="0">
                <a:latin typeface="Constantia" pitchFamily="18" charset="0"/>
              </a:rPr>
              <a:t> </a:t>
            </a:r>
            <a:r>
              <a:rPr lang="en-US" sz="2900" dirty="0" err="1" smtClean="0">
                <a:latin typeface="Constantia" pitchFamily="18" charset="0"/>
              </a:rPr>
              <a:t>cứ</a:t>
            </a:r>
            <a:r>
              <a:rPr lang="en-US" sz="2900" dirty="0" smtClean="0">
                <a:latin typeface="Constantia" pitchFamily="18" charset="0"/>
              </a:rPr>
              <a:t> </a:t>
            </a:r>
            <a:r>
              <a:rPr lang="en-US" sz="2900" dirty="0" err="1" smtClean="0">
                <a:latin typeface="Constantia" pitchFamily="18" charset="0"/>
              </a:rPr>
              <a:t>tín</a:t>
            </a:r>
            <a:r>
              <a:rPr lang="en-US" sz="2900" dirty="0" smtClean="0">
                <a:latin typeface="Constantia" pitchFamily="18" charset="0"/>
              </a:rPr>
              <a:t> </a:t>
            </a:r>
            <a:r>
              <a:rPr lang="en-US" sz="2900" dirty="0" err="1" smtClean="0">
                <a:latin typeface="Constantia" pitchFamily="18" charset="0"/>
              </a:rPr>
              <a:t>hiệu</a:t>
            </a:r>
            <a:r>
              <a:rPr lang="en-US" sz="2900" dirty="0" smtClean="0">
                <a:latin typeface="Constantia" pitchFamily="18" charset="0"/>
              </a:rPr>
              <a:t> </a:t>
            </a:r>
            <a:r>
              <a:rPr lang="en-US" sz="2900" dirty="0" err="1" smtClean="0">
                <a:latin typeface="Constantia" pitchFamily="18" charset="0"/>
              </a:rPr>
              <a:t>gì</a:t>
            </a:r>
            <a:r>
              <a:rPr lang="en-US" sz="2900" dirty="0" smtClean="0">
                <a:latin typeface="Constantia" pitchFamily="18" charset="0"/>
              </a:rPr>
              <a:t> </a:t>
            </a:r>
            <a:r>
              <a:rPr lang="en-US" sz="2900" dirty="0" err="1" smtClean="0">
                <a:latin typeface="Constantia" pitchFamily="18" charset="0"/>
              </a:rPr>
              <a:t>tại</a:t>
            </a:r>
            <a:r>
              <a:rPr lang="en-US" sz="2900" dirty="0" smtClean="0">
                <a:latin typeface="Constantia" pitchFamily="18" charset="0"/>
              </a:rPr>
              <a:t> </a:t>
            </a:r>
            <a:r>
              <a:rPr lang="en-US" sz="2900" dirty="0" err="1" smtClean="0">
                <a:latin typeface="Constantia" pitchFamily="18" charset="0"/>
              </a:rPr>
              <a:t>đầu</a:t>
            </a:r>
            <a:r>
              <a:rPr lang="en-US" sz="2900" dirty="0" smtClean="0">
                <a:latin typeface="Constantia" pitchFamily="18" charset="0"/>
              </a:rPr>
              <a:t> </a:t>
            </a:r>
            <a:r>
              <a:rPr lang="en-US" sz="2900" dirty="0" err="1" smtClean="0">
                <a:latin typeface="Constantia" pitchFamily="18" charset="0"/>
              </a:rPr>
              <a:t>vào</a:t>
            </a:r>
            <a:r>
              <a:rPr lang="en-US" sz="2900" dirty="0" smtClean="0">
                <a:latin typeface="Constantia" pitchFamily="18" charset="0"/>
              </a:rPr>
              <a:t> </a:t>
            </a:r>
            <a:r>
              <a:rPr lang="en-US" sz="2900" dirty="0" smtClean="0">
                <a:latin typeface="Constantia" pitchFamily="18" charset="0"/>
                <a:cs typeface="Times New Roman"/>
              </a:rPr>
              <a:t>→ </a:t>
            </a:r>
            <a:r>
              <a:rPr lang="en-US" sz="2900" dirty="0" err="1" smtClean="0">
                <a:solidFill>
                  <a:srgbClr val="C00000"/>
                </a:solidFill>
                <a:latin typeface="Constantia" pitchFamily="18" charset="0"/>
              </a:rPr>
              <a:t>mạch</a:t>
            </a:r>
            <a:r>
              <a:rPr lang="en-US" sz="2900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2900" dirty="0" err="1" smtClean="0">
                <a:solidFill>
                  <a:srgbClr val="C00000"/>
                </a:solidFill>
                <a:latin typeface="Constantia" pitchFamily="18" charset="0"/>
              </a:rPr>
              <a:t>dao</a:t>
            </a:r>
            <a:r>
              <a:rPr lang="en-US" sz="2900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2900" dirty="0" err="1" smtClean="0">
                <a:solidFill>
                  <a:srgbClr val="C00000"/>
                </a:solidFill>
                <a:latin typeface="Constantia" pitchFamily="18" charset="0"/>
              </a:rPr>
              <a:t>động</a:t>
            </a:r>
            <a:r>
              <a:rPr lang="en-US" sz="2900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2900" dirty="0" err="1" smtClean="0">
                <a:solidFill>
                  <a:srgbClr val="C00000"/>
                </a:solidFill>
                <a:latin typeface="Constantia" pitchFamily="18" charset="0"/>
              </a:rPr>
              <a:t>đa</a:t>
            </a:r>
            <a:r>
              <a:rPr lang="en-US" sz="2900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2900" dirty="0" err="1" smtClean="0">
                <a:solidFill>
                  <a:srgbClr val="C00000"/>
                </a:solidFill>
                <a:latin typeface="Constantia" pitchFamily="18" charset="0"/>
              </a:rPr>
              <a:t>hài</a:t>
            </a:r>
            <a:r>
              <a:rPr lang="en-US" sz="2900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2900" dirty="0" err="1" smtClean="0">
                <a:solidFill>
                  <a:srgbClr val="C00000"/>
                </a:solidFill>
                <a:latin typeface="Constantia" pitchFamily="18" charset="0"/>
              </a:rPr>
              <a:t>tự</a:t>
            </a:r>
            <a:r>
              <a:rPr lang="en-US" sz="2900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2900" dirty="0" err="1" smtClean="0">
                <a:solidFill>
                  <a:srgbClr val="C00000"/>
                </a:solidFill>
                <a:latin typeface="Constantia" pitchFamily="18" charset="0"/>
              </a:rPr>
              <a:t>kích</a:t>
            </a:r>
            <a:r>
              <a:rPr lang="en-US" sz="2900" dirty="0" smtClean="0">
                <a:solidFill>
                  <a:srgbClr val="C00000"/>
                </a:solidFill>
                <a:latin typeface="Constantia" pitchFamily="18" charset="0"/>
              </a:rPr>
              <a:t>.</a:t>
            </a:r>
          </a:p>
          <a:p>
            <a:pPr>
              <a:lnSpc>
                <a:spcPct val="130000"/>
              </a:lnSpc>
            </a:pPr>
            <a:endParaRPr lang="en-US" sz="3600" dirty="0" smtClean="0">
              <a:latin typeface="Constantia" pitchFamily="18" charset="0"/>
            </a:endParaRPr>
          </a:p>
          <a:p>
            <a:pPr marL="457200" indent="-457200">
              <a:lnSpc>
                <a:spcPct val="130000"/>
              </a:lnSpc>
              <a:buSzPct val="120000"/>
              <a:buFont typeface="Arial" pitchFamily="34" charset="0"/>
              <a:buChar char="•"/>
            </a:pPr>
            <a:endParaRPr lang="en-US" sz="2700" dirty="0" smtClean="0">
              <a:solidFill>
                <a:srgbClr val="FF0000"/>
              </a:solidFill>
              <a:latin typeface="Constantia" pitchFamily="18" charset="0"/>
            </a:endParaRPr>
          </a:p>
          <a:p>
            <a:pPr>
              <a:buSzPct val="100000"/>
            </a:pPr>
            <a:endParaRPr lang="en-US" sz="2000" dirty="0" smtClean="0">
              <a:latin typeface="Times New Roman"/>
              <a:cs typeface="Times New Roman"/>
            </a:endParaRPr>
          </a:p>
          <a:p>
            <a:pPr>
              <a:buSzPct val="100000"/>
            </a:pPr>
            <a:endParaRPr lang="en-US" sz="2000" dirty="0" smtClean="0">
              <a:latin typeface="Constantia" pitchFamily="18" charset="0"/>
            </a:endParaRPr>
          </a:p>
          <a:p>
            <a:endParaRPr lang="en-US" sz="2000" dirty="0">
              <a:latin typeface="Constantia" pitchFamily="18" charset="0"/>
            </a:endParaRPr>
          </a:p>
        </p:txBody>
      </p:sp>
      <p:sp>
        <p:nvSpPr>
          <p:cNvPr id="54278" name="Rectangle 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4279" name="Rectangle 7"/>
          <p:cNvSpPr>
            <a:spLocks noChangeArrowheads="1"/>
          </p:cNvSpPr>
          <p:nvPr/>
        </p:nvSpPr>
        <p:spPr bwMode="auto">
          <a:xfrm>
            <a:off x="0" y="7429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Title 1"/>
          <p:cNvSpPr txBox="1">
            <a:spLocks/>
          </p:cNvSpPr>
          <p:nvPr/>
        </p:nvSpPr>
        <p:spPr>
          <a:xfrm>
            <a:off x="381000" y="152400"/>
            <a:ext cx="8534400" cy="8080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bIns="91440" anchor="b" anchorCtr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5.2.5.</a:t>
            </a:r>
            <a:r>
              <a:rPr kumimoji="0" lang="en-US" sz="4000" b="0" i="0" u="none" strike="noStrike" kern="1200" cap="none" spc="0" normalizeH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kumimoji="0" lang="en-US" sz="4000" b="0" i="0" u="none" strike="noStrike" kern="1200" cap="none" spc="0" normalizeH="0" noProof="0" dirty="0" err="1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Mạch</a:t>
            </a:r>
            <a:r>
              <a:rPr kumimoji="0" lang="en-US" sz="4000" b="0" i="0" u="none" strike="noStrike" kern="1200" cap="none" spc="0" normalizeH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kumimoji="0" lang="en-US" sz="4000" b="0" i="0" u="none" strike="noStrike" kern="1200" cap="none" spc="0" normalizeH="0" noProof="0" dirty="0" err="1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dao</a:t>
            </a:r>
            <a:r>
              <a:rPr kumimoji="0" lang="en-US" sz="4000" b="0" i="0" u="none" strike="noStrike" kern="1200" cap="none" spc="0" normalizeH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kumimoji="0" lang="en-US" sz="4000" b="0" i="0" u="none" strike="noStrike" kern="1200" cap="none" spc="0" normalizeH="0" noProof="0" dirty="0" err="1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động</a:t>
            </a:r>
            <a:r>
              <a:rPr kumimoji="0" lang="en-US" sz="4000" b="0" i="0" u="none" strike="noStrike" kern="1200" cap="none" spc="0" normalizeH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kumimoji="0" lang="en-US" sz="4000" b="0" i="0" u="none" strike="noStrike" kern="1200" cap="none" spc="0" normalizeH="0" noProof="0" dirty="0" err="1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đa</a:t>
            </a:r>
            <a:r>
              <a:rPr kumimoji="0" lang="en-US" sz="4000" b="0" i="0" u="none" strike="noStrike" kern="1200" cap="none" spc="0" normalizeH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kumimoji="0" lang="en-US" sz="4000" b="0" i="0" u="none" strike="noStrike" kern="1200" cap="none" spc="0" normalizeH="0" noProof="0" dirty="0" err="1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hài</a:t>
            </a:r>
            <a:r>
              <a:rPr kumimoji="0" lang="en-US" sz="4000" b="0" i="0" u="none" strike="noStrike" kern="1200" cap="none" spc="0" normalizeH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 phi </a:t>
            </a:r>
            <a:r>
              <a:rPr kumimoji="0" lang="en-US" sz="4000" b="0" i="0" u="none" strike="noStrike" kern="1200" cap="none" spc="0" normalizeH="0" noProof="0" dirty="0" err="1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ổn</a:t>
            </a:r>
            <a:r>
              <a:rPr kumimoji="0" lang="en-US" sz="4000" b="0" i="0" u="none" strike="noStrike" kern="1200" cap="none" spc="0" normalizeH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Constantia" pitchFamily="18" charset="0"/>
              <a:ea typeface="+mj-ea"/>
              <a:cs typeface="+mj-cs"/>
            </a:endParaRPr>
          </a:p>
        </p:txBody>
      </p:sp>
      <p:grpSp>
        <p:nvGrpSpPr>
          <p:cNvPr id="34" name="Group 33"/>
          <p:cNvGrpSpPr/>
          <p:nvPr/>
        </p:nvGrpSpPr>
        <p:grpSpPr>
          <a:xfrm>
            <a:off x="5024344" y="971490"/>
            <a:ext cx="4395272" cy="2990910"/>
            <a:chOff x="5024344" y="971490"/>
            <a:chExt cx="4395272" cy="2990910"/>
          </a:xfrm>
        </p:grpSpPr>
        <p:grpSp>
          <p:nvGrpSpPr>
            <p:cNvPr id="35" name="Group 5"/>
            <p:cNvGrpSpPr/>
            <p:nvPr/>
          </p:nvGrpSpPr>
          <p:grpSpPr>
            <a:xfrm>
              <a:off x="5417973" y="971490"/>
              <a:ext cx="3726027" cy="2990910"/>
              <a:chOff x="5417973" y="971490"/>
              <a:chExt cx="3726027" cy="2990910"/>
            </a:xfrm>
          </p:grpSpPr>
          <p:grpSp>
            <p:nvGrpSpPr>
              <p:cNvPr id="39" name="Group 17"/>
              <p:cNvGrpSpPr/>
              <p:nvPr/>
            </p:nvGrpSpPr>
            <p:grpSpPr>
              <a:xfrm>
                <a:off x="5417973" y="971490"/>
                <a:ext cx="3726027" cy="2990910"/>
                <a:chOff x="845973" y="2057400"/>
                <a:chExt cx="3726027" cy="2990910"/>
              </a:xfrm>
            </p:grpSpPr>
            <p:pic>
              <p:nvPicPr>
                <p:cNvPr id="43" name="Picture 4"/>
                <p:cNvPicPr>
                  <a:picLocks noChangeAspect="1" noChangeArrowheads="1"/>
                </p:cNvPicPr>
                <p:nvPr/>
              </p:nvPicPr>
              <p:blipFill>
                <a:blip r:embed="rId2" cstate="print"/>
                <a:srcRect/>
                <a:stretch>
                  <a:fillRect/>
                </a:stretch>
              </p:blipFill>
              <p:spPr bwMode="auto">
                <a:xfrm>
                  <a:off x="845973" y="2057400"/>
                  <a:ext cx="3726027" cy="2971800"/>
                </a:xfrm>
                <a:prstGeom prst="rect">
                  <a:avLst/>
                </a:prstGeom>
                <a:noFill/>
              </p:spPr>
            </p:pic>
            <p:sp>
              <p:nvSpPr>
                <p:cNvPr id="44" name="TextBox 43"/>
                <p:cNvSpPr txBox="1"/>
                <p:nvPr/>
              </p:nvSpPr>
              <p:spPr>
                <a:xfrm>
                  <a:off x="1752600" y="4648200"/>
                  <a:ext cx="129540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000" b="1" i="1" dirty="0" smtClean="0">
                      <a:solidFill>
                        <a:srgbClr val="0070C0"/>
                      </a:solidFill>
                      <a:latin typeface="Constantia" pitchFamily="18" charset="0"/>
                    </a:rPr>
                    <a:t>C1 </a:t>
                  </a:r>
                  <a:r>
                    <a:rPr lang="en-US" sz="2000" b="1" i="1" dirty="0" err="1" smtClean="0">
                      <a:solidFill>
                        <a:srgbClr val="0070C0"/>
                      </a:solidFill>
                      <a:latin typeface="Constantia" pitchFamily="18" charset="0"/>
                    </a:rPr>
                    <a:t>nạp</a:t>
                  </a:r>
                  <a:endParaRPr lang="en-US" sz="2000" b="1" i="1" dirty="0">
                    <a:solidFill>
                      <a:srgbClr val="0070C0"/>
                    </a:solidFill>
                    <a:latin typeface="Constantia" pitchFamily="18" charset="0"/>
                  </a:endParaRPr>
                </a:p>
              </p:txBody>
            </p:sp>
            <p:sp>
              <p:nvSpPr>
                <p:cNvPr id="45" name="Up Arrow 44"/>
                <p:cNvSpPr/>
                <p:nvPr/>
              </p:nvSpPr>
              <p:spPr>
                <a:xfrm>
                  <a:off x="2133600" y="4038600"/>
                  <a:ext cx="533400" cy="609600"/>
                </a:xfrm>
                <a:prstGeom prst="upArrow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40" name="Group 27"/>
              <p:cNvGrpSpPr/>
              <p:nvPr/>
            </p:nvGrpSpPr>
            <p:grpSpPr>
              <a:xfrm>
                <a:off x="5732020" y="2370304"/>
                <a:ext cx="822804" cy="468206"/>
                <a:chOff x="5732020" y="2370304"/>
                <a:chExt cx="822804" cy="468206"/>
              </a:xfrm>
            </p:grpSpPr>
            <p:sp>
              <p:nvSpPr>
                <p:cNvPr id="41" name="TextBox 40"/>
                <p:cNvSpPr txBox="1"/>
                <p:nvPr/>
              </p:nvSpPr>
              <p:spPr>
                <a:xfrm>
                  <a:off x="6059524" y="2370304"/>
                  <a:ext cx="49530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000" b="1" dirty="0" smtClean="0"/>
                    <a:t> </a:t>
                  </a:r>
                  <a:r>
                    <a:rPr lang="en-US" sz="2400" b="1" dirty="0" smtClean="0"/>
                    <a:t>-</a:t>
                  </a:r>
                  <a:endParaRPr lang="en-US" sz="2000" b="1" dirty="0"/>
                </a:p>
              </p:txBody>
            </p:sp>
            <p:sp>
              <p:nvSpPr>
                <p:cNvPr id="42" name="TextBox 41"/>
                <p:cNvSpPr txBox="1"/>
                <p:nvPr/>
              </p:nvSpPr>
              <p:spPr>
                <a:xfrm>
                  <a:off x="5732020" y="2438400"/>
                  <a:ext cx="49530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000" b="1" dirty="0" smtClean="0"/>
                    <a:t> +</a:t>
                  </a:r>
                  <a:endParaRPr lang="en-US" sz="2000" b="1" dirty="0"/>
                </a:p>
              </p:txBody>
            </p:sp>
          </p:grpSp>
        </p:grpSp>
        <p:sp>
          <p:nvSpPr>
            <p:cNvPr id="36" name="Freeform 35"/>
            <p:cNvSpPr/>
            <p:nvPr/>
          </p:nvSpPr>
          <p:spPr>
            <a:xfrm>
              <a:off x="5727972" y="1215957"/>
              <a:ext cx="2501628" cy="2422188"/>
            </a:xfrm>
            <a:custGeom>
              <a:avLst/>
              <a:gdLst>
                <a:gd name="connsiteX0" fmla="*/ 137808 w 2603770"/>
                <a:gd name="connsiteY0" fmla="*/ 0 h 2422188"/>
                <a:gd name="connsiteX1" fmla="*/ 108625 w 2603770"/>
                <a:gd name="connsiteY1" fmla="*/ 1060315 h 2422188"/>
                <a:gd name="connsiteX2" fmla="*/ 789561 w 2603770"/>
                <a:gd name="connsiteY2" fmla="*/ 1196503 h 2422188"/>
                <a:gd name="connsiteX3" fmla="*/ 1558046 w 2603770"/>
                <a:gd name="connsiteY3" fmla="*/ 1702341 h 2422188"/>
                <a:gd name="connsiteX4" fmla="*/ 2443263 w 2603770"/>
                <a:gd name="connsiteY4" fmla="*/ 1673158 h 2422188"/>
                <a:gd name="connsiteX5" fmla="*/ 2521085 w 2603770"/>
                <a:gd name="connsiteY5" fmla="*/ 2422188 h 242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03770" h="2422188">
                  <a:moveTo>
                    <a:pt x="137808" y="0"/>
                  </a:moveTo>
                  <a:cubicBezTo>
                    <a:pt x="68904" y="430449"/>
                    <a:pt x="0" y="860898"/>
                    <a:pt x="108625" y="1060315"/>
                  </a:cubicBezTo>
                  <a:cubicBezTo>
                    <a:pt x="217251" y="1259732"/>
                    <a:pt x="547991" y="1089499"/>
                    <a:pt x="789561" y="1196503"/>
                  </a:cubicBezTo>
                  <a:cubicBezTo>
                    <a:pt x="1031131" y="1303507"/>
                    <a:pt x="1282429" y="1622899"/>
                    <a:pt x="1558046" y="1702341"/>
                  </a:cubicBezTo>
                  <a:cubicBezTo>
                    <a:pt x="1833663" y="1781784"/>
                    <a:pt x="2282757" y="1553184"/>
                    <a:pt x="2443263" y="1673158"/>
                  </a:cubicBezTo>
                  <a:cubicBezTo>
                    <a:pt x="2603770" y="1793133"/>
                    <a:pt x="2562427" y="2107660"/>
                    <a:pt x="2521085" y="2422188"/>
                  </a:cubicBezTo>
                </a:path>
              </a:pathLst>
            </a:custGeom>
            <a:ln w="19050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5024344" y="2782112"/>
              <a:ext cx="9144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i="1" dirty="0" err="1" smtClean="0">
                  <a:solidFill>
                    <a:srgbClr val="0070C0"/>
                  </a:solidFill>
                  <a:latin typeface="Constantia" pitchFamily="18" charset="0"/>
                </a:rPr>
                <a:t>Ngắt</a:t>
              </a:r>
              <a:endParaRPr lang="en-US" sz="2000" b="1" i="1" dirty="0">
                <a:solidFill>
                  <a:srgbClr val="0070C0"/>
                </a:solidFill>
                <a:latin typeface="Constantia" pitchFamily="18" charset="0"/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8124216" y="2799944"/>
              <a:ext cx="12954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i="1" dirty="0" err="1" smtClean="0">
                  <a:solidFill>
                    <a:srgbClr val="0070C0"/>
                  </a:solidFill>
                  <a:latin typeface="Constantia" pitchFamily="18" charset="0"/>
                </a:rPr>
                <a:t>Thông</a:t>
              </a:r>
              <a:endParaRPr lang="en-US" sz="2000" b="1" i="1" dirty="0">
                <a:solidFill>
                  <a:srgbClr val="0070C0"/>
                </a:solidFill>
                <a:latin typeface="Constantia" pitchFamily="18" charset="0"/>
              </a:endParaRPr>
            </a:p>
          </p:txBody>
        </p:sp>
      </p:grpSp>
      <p:grpSp>
        <p:nvGrpSpPr>
          <p:cNvPr id="51" name="Group 50"/>
          <p:cNvGrpSpPr/>
          <p:nvPr/>
        </p:nvGrpSpPr>
        <p:grpSpPr>
          <a:xfrm>
            <a:off x="4191000" y="3962400"/>
            <a:ext cx="4953000" cy="2971800"/>
            <a:chOff x="4191000" y="3962400"/>
            <a:chExt cx="4953000" cy="2971800"/>
          </a:xfrm>
        </p:grpSpPr>
        <p:grpSp>
          <p:nvGrpSpPr>
            <p:cNvPr id="48" name="Group 47"/>
            <p:cNvGrpSpPr/>
            <p:nvPr/>
          </p:nvGrpSpPr>
          <p:grpSpPr>
            <a:xfrm>
              <a:off x="4191000" y="3962400"/>
              <a:ext cx="4953000" cy="2971800"/>
              <a:chOff x="4191000" y="3886200"/>
              <a:chExt cx="4953000" cy="2971800"/>
            </a:xfrm>
          </p:grpSpPr>
          <p:grpSp>
            <p:nvGrpSpPr>
              <p:cNvPr id="16" name="Group 15"/>
              <p:cNvGrpSpPr/>
              <p:nvPr/>
            </p:nvGrpSpPr>
            <p:grpSpPr>
              <a:xfrm>
                <a:off x="4191000" y="3886200"/>
                <a:ext cx="4953000" cy="2971800"/>
                <a:chOff x="4191000" y="3886200"/>
                <a:chExt cx="4953000" cy="2971800"/>
              </a:xfrm>
            </p:grpSpPr>
            <p:grpSp>
              <p:nvGrpSpPr>
                <p:cNvPr id="17" name="Group 23"/>
                <p:cNvGrpSpPr/>
                <p:nvPr/>
              </p:nvGrpSpPr>
              <p:grpSpPr>
                <a:xfrm>
                  <a:off x="4191000" y="3886200"/>
                  <a:ext cx="4953000" cy="2971800"/>
                  <a:chOff x="4191000" y="3886200"/>
                  <a:chExt cx="4953000" cy="2971800"/>
                </a:xfrm>
              </p:grpSpPr>
              <p:sp>
                <p:nvSpPr>
                  <p:cNvPr id="25" name="TextBox 12"/>
                  <p:cNvSpPr txBox="1"/>
                  <p:nvPr/>
                </p:nvSpPr>
                <p:spPr>
                  <a:xfrm>
                    <a:off x="4191000" y="6321698"/>
                    <a:ext cx="1642360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000" b="1" i="1" dirty="0" smtClean="0">
                        <a:solidFill>
                          <a:srgbClr val="C00000"/>
                        </a:solidFill>
                        <a:latin typeface="Constantia" pitchFamily="18" charset="0"/>
                      </a:rPr>
                      <a:t>C2 </a:t>
                    </a:r>
                    <a:r>
                      <a:rPr lang="en-US" sz="2000" b="1" i="1" dirty="0" err="1" smtClean="0">
                        <a:solidFill>
                          <a:srgbClr val="C00000"/>
                        </a:solidFill>
                        <a:latin typeface="Constantia" pitchFamily="18" charset="0"/>
                      </a:rPr>
                      <a:t>phóng</a:t>
                    </a:r>
                    <a:endParaRPr lang="en-US" sz="2000" b="1" i="1" dirty="0">
                      <a:solidFill>
                        <a:srgbClr val="C00000"/>
                      </a:solidFill>
                      <a:latin typeface="Constantia" pitchFamily="18" charset="0"/>
                    </a:endParaRPr>
                  </a:p>
                </p:txBody>
              </p:sp>
              <p:sp>
                <p:nvSpPr>
                  <p:cNvPr id="26" name="Up Arrow 14"/>
                  <p:cNvSpPr/>
                  <p:nvPr/>
                </p:nvSpPr>
                <p:spPr>
                  <a:xfrm rot="2889755">
                    <a:off x="4888896" y="5541395"/>
                    <a:ext cx="545332" cy="889853"/>
                  </a:xfrm>
                  <a:prstGeom prst="upArrow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pic>
                <p:nvPicPr>
                  <p:cNvPr id="28" name="Picture 4"/>
                  <p:cNvPicPr>
                    <a:picLocks noChangeAspect="1" noChangeArrowheads="1"/>
                  </p:cNvPicPr>
                  <p:nvPr/>
                </p:nvPicPr>
                <p:blipFill>
                  <a:blip r:embed="rId2" cstate="print"/>
                  <a:srcRect/>
                  <a:stretch>
                    <a:fillRect/>
                  </a:stretch>
                </p:blipFill>
                <p:spPr bwMode="auto">
                  <a:xfrm>
                    <a:off x="5417973" y="3886200"/>
                    <a:ext cx="3726027" cy="2971800"/>
                  </a:xfrm>
                  <a:prstGeom prst="rect">
                    <a:avLst/>
                  </a:prstGeom>
                  <a:noFill/>
                </p:spPr>
              </p:pic>
            </p:grpSp>
            <p:grpSp>
              <p:nvGrpSpPr>
                <p:cNvPr id="18" name="Group 28"/>
                <p:cNvGrpSpPr/>
                <p:nvPr/>
              </p:nvGrpSpPr>
              <p:grpSpPr>
                <a:xfrm>
                  <a:off x="5724728" y="5267528"/>
                  <a:ext cx="831720" cy="523220"/>
                  <a:chOff x="5722292" y="2341120"/>
                  <a:chExt cx="831720" cy="523220"/>
                </a:xfrm>
              </p:grpSpPr>
              <p:sp>
                <p:nvSpPr>
                  <p:cNvPr id="23" name="TextBox 22"/>
                  <p:cNvSpPr txBox="1"/>
                  <p:nvPr/>
                </p:nvSpPr>
                <p:spPr>
                  <a:xfrm>
                    <a:off x="6058712" y="2341120"/>
                    <a:ext cx="495300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800" b="1" dirty="0" smtClean="0"/>
                      <a:t> -</a:t>
                    </a:r>
                    <a:endParaRPr lang="en-US" sz="2800" b="1" dirty="0"/>
                  </a:p>
                </p:txBody>
              </p:sp>
              <p:sp>
                <p:nvSpPr>
                  <p:cNvPr id="24" name="TextBox 23"/>
                  <p:cNvSpPr txBox="1"/>
                  <p:nvPr/>
                </p:nvSpPr>
                <p:spPr>
                  <a:xfrm>
                    <a:off x="5722292" y="2438400"/>
                    <a:ext cx="495300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000" b="1" dirty="0" smtClean="0"/>
                      <a:t> +</a:t>
                    </a:r>
                    <a:endParaRPr lang="en-US" sz="2000" b="1" dirty="0"/>
                  </a:p>
                </p:txBody>
              </p:sp>
            </p:grpSp>
            <p:grpSp>
              <p:nvGrpSpPr>
                <p:cNvPr id="19" name="Group 31"/>
                <p:cNvGrpSpPr/>
                <p:nvPr/>
              </p:nvGrpSpPr>
              <p:grpSpPr>
                <a:xfrm>
                  <a:off x="7268184" y="5235096"/>
                  <a:ext cx="763624" cy="523220"/>
                  <a:chOff x="5751476" y="2321664"/>
                  <a:chExt cx="763624" cy="523220"/>
                </a:xfrm>
              </p:grpSpPr>
              <p:sp>
                <p:nvSpPr>
                  <p:cNvPr id="20" name="TextBox 19"/>
                  <p:cNvSpPr txBox="1"/>
                  <p:nvPr/>
                </p:nvSpPr>
                <p:spPr>
                  <a:xfrm>
                    <a:off x="6019800" y="2438400"/>
                    <a:ext cx="495300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000" b="1" dirty="0" smtClean="0"/>
                      <a:t> +</a:t>
                    </a:r>
                    <a:endParaRPr lang="en-US" sz="2000" b="1" dirty="0"/>
                  </a:p>
                </p:txBody>
              </p:sp>
              <p:sp>
                <p:nvSpPr>
                  <p:cNvPr id="21" name="TextBox 20"/>
                  <p:cNvSpPr txBox="1"/>
                  <p:nvPr/>
                </p:nvSpPr>
                <p:spPr>
                  <a:xfrm>
                    <a:off x="5751476" y="2321664"/>
                    <a:ext cx="495300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000" b="1" dirty="0" smtClean="0"/>
                      <a:t> </a:t>
                    </a:r>
                    <a:r>
                      <a:rPr lang="en-US" sz="2800" b="1" dirty="0" smtClean="0"/>
                      <a:t>-</a:t>
                    </a:r>
                    <a:endParaRPr lang="en-US" sz="2800" b="1" dirty="0"/>
                  </a:p>
                </p:txBody>
              </p:sp>
            </p:grpSp>
          </p:grpSp>
          <p:sp>
            <p:nvSpPr>
              <p:cNvPr id="46" name="Freeform 45"/>
              <p:cNvSpPr/>
              <p:nvPr/>
            </p:nvSpPr>
            <p:spPr>
              <a:xfrm>
                <a:off x="7791855" y="5129719"/>
                <a:ext cx="513945" cy="1499681"/>
              </a:xfrm>
              <a:custGeom>
                <a:avLst/>
                <a:gdLst>
                  <a:gd name="connsiteX0" fmla="*/ 0 w 513945"/>
                  <a:gd name="connsiteY0" fmla="*/ 205903 h 1499681"/>
                  <a:gd name="connsiteX1" fmla="*/ 437745 w 513945"/>
                  <a:gd name="connsiteY1" fmla="*/ 215630 h 1499681"/>
                  <a:gd name="connsiteX2" fmla="*/ 457200 w 513945"/>
                  <a:gd name="connsiteY2" fmla="*/ 1499681 h 14996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13945" h="1499681">
                    <a:moveTo>
                      <a:pt x="0" y="205903"/>
                    </a:moveTo>
                    <a:cubicBezTo>
                      <a:pt x="180772" y="102951"/>
                      <a:pt x="361545" y="0"/>
                      <a:pt x="437745" y="215630"/>
                    </a:cubicBezTo>
                    <a:cubicBezTo>
                      <a:pt x="513945" y="431260"/>
                      <a:pt x="485572" y="965470"/>
                      <a:pt x="457200" y="1499681"/>
                    </a:cubicBezTo>
                  </a:path>
                </a:pathLst>
              </a:custGeom>
              <a:ln w="19050">
                <a:solidFill>
                  <a:srgbClr val="0033CC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Freeform 46"/>
              <p:cNvSpPr/>
              <p:nvPr/>
            </p:nvSpPr>
            <p:spPr>
              <a:xfrm>
                <a:off x="7226030" y="3964021"/>
                <a:ext cx="1178668" cy="1467256"/>
              </a:xfrm>
              <a:custGeom>
                <a:avLst/>
                <a:gdLst>
                  <a:gd name="connsiteX0" fmla="*/ 1178668 w 1178668"/>
                  <a:gd name="connsiteY0" fmla="*/ 189690 h 1467256"/>
                  <a:gd name="connsiteX1" fmla="*/ 186447 w 1178668"/>
                  <a:gd name="connsiteY1" fmla="*/ 179962 h 1467256"/>
                  <a:gd name="connsiteX2" fmla="*/ 59987 w 1178668"/>
                  <a:gd name="connsiteY2" fmla="*/ 1269460 h 1467256"/>
                  <a:gd name="connsiteX3" fmla="*/ 371272 w 1178668"/>
                  <a:gd name="connsiteY3" fmla="*/ 1366736 h 14672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78668" h="1467256">
                    <a:moveTo>
                      <a:pt x="1178668" y="189690"/>
                    </a:moveTo>
                    <a:cubicBezTo>
                      <a:pt x="775781" y="94845"/>
                      <a:pt x="372894" y="0"/>
                      <a:pt x="186447" y="179962"/>
                    </a:cubicBezTo>
                    <a:cubicBezTo>
                      <a:pt x="0" y="359924"/>
                      <a:pt x="29183" y="1071664"/>
                      <a:pt x="59987" y="1269460"/>
                    </a:cubicBezTo>
                    <a:cubicBezTo>
                      <a:pt x="90791" y="1467256"/>
                      <a:pt x="231031" y="1416996"/>
                      <a:pt x="371272" y="1366736"/>
                    </a:cubicBezTo>
                  </a:path>
                </a:pathLst>
              </a:custGeom>
              <a:ln w="19050">
                <a:solidFill>
                  <a:srgbClr val="0033CC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9" name="TextBox 48"/>
            <p:cNvSpPr txBox="1"/>
            <p:nvPr/>
          </p:nvSpPr>
          <p:spPr>
            <a:xfrm>
              <a:off x="6094376" y="6008448"/>
              <a:ext cx="9144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i="1" dirty="0" err="1" smtClean="0">
                  <a:solidFill>
                    <a:srgbClr val="0070C0"/>
                  </a:solidFill>
                  <a:latin typeface="Constantia" pitchFamily="18" charset="0"/>
                </a:rPr>
                <a:t>Ngắt</a:t>
              </a:r>
              <a:endParaRPr lang="en-US" sz="2000" b="1" i="1" dirty="0">
                <a:solidFill>
                  <a:srgbClr val="0070C0"/>
                </a:solidFill>
                <a:latin typeface="Constantia" pitchFamily="18" charset="0"/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7193608" y="6222464"/>
              <a:ext cx="9906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i="1" dirty="0" err="1" smtClean="0">
                  <a:solidFill>
                    <a:srgbClr val="0070C0"/>
                  </a:solidFill>
                  <a:latin typeface="Constantia" pitchFamily="18" charset="0"/>
                </a:rPr>
                <a:t>Thông</a:t>
              </a:r>
              <a:endParaRPr lang="en-US" sz="2000" b="1" i="1" dirty="0">
                <a:solidFill>
                  <a:srgbClr val="0070C0"/>
                </a:solidFill>
                <a:latin typeface="Constantia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381000" y="457200"/>
            <a:ext cx="8534400" cy="8080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bIns="91440" anchor="b" anchorCtr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5.2.5.</a:t>
            </a:r>
            <a:r>
              <a:rPr kumimoji="0" lang="en-US" sz="4000" b="0" i="0" u="none" strike="noStrike" kern="1200" cap="none" spc="0" normalizeH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kumimoji="0" lang="en-US" sz="4000" b="0" i="0" u="none" strike="noStrike" kern="1200" cap="none" spc="0" normalizeH="0" noProof="0" dirty="0" err="1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Mạch</a:t>
            </a:r>
            <a:r>
              <a:rPr kumimoji="0" lang="en-US" sz="4000" b="0" i="0" u="none" strike="noStrike" kern="1200" cap="none" spc="0" normalizeH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kumimoji="0" lang="en-US" sz="4000" b="0" i="0" u="none" strike="noStrike" kern="1200" cap="none" spc="0" normalizeH="0" noProof="0" dirty="0" err="1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dao</a:t>
            </a:r>
            <a:r>
              <a:rPr kumimoji="0" lang="en-US" sz="4000" b="0" i="0" u="none" strike="noStrike" kern="1200" cap="none" spc="0" normalizeH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kumimoji="0" lang="en-US" sz="4000" b="0" i="0" u="none" strike="noStrike" kern="1200" cap="none" spc="0" normalizeH="0" noProof="0" dirty="0" err="1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động</a:t>
            </a:r>
            <a:r>
              <a:rPr kumimoji="0" lang="en-US" sz="4000" b="0" i="0" u="none" strike="noStrike" kern="1200" cap="none" spc="0" normalizeH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kumimoji="0" lang="en-US" sz="4000" b="0" i="0" u="none" strike="noStrike" kern="1200" cap="none" spc="0" normalizeH="0" noProof="0" dirty="0" err="1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đa</a:t>
            </a:r>
            <a:r>
              <a:rPr kumimoji="0" lang="en-US" sz="4000" b="0" i="0" u="none" strike="noStrike" kern="1200" cap="none" spc="0" normalizeH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 </a:t>
            </a:r>
            <a:r>
              <a:rPr kumimoji="0" lang="en-US" sz="4000" b="0" i="0" u="none" strike="noStrike" kern="1200" cap="none" spc="0" normalizeH="0" noProof="0" dirty="0" err="1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hài</a:t>
            </a:r>
            <a:r>
              <a:rPr kumimoji="0" lang="en-US" sz="4000" b="0" i="0" u="none" strike="noStrike" kern="1200" cap="none" spc="0" normalizeH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 phi </a:t>
            </a:r>
            <a:r>
              <a:rPr kumimoji="0" lang="en-US" sz="4000" b="0" i="0" u="none" strike="noStrike" kern="1200" cap="none" spc="0" normalizeH="0" noProof="0" dirty="0" err="1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tantia" pitchFamily="18" charset="0"/>
                <a:ea typeface="+mj-ea"/>
                <a:cs typeface="Times New Roman" pitchFamily="18" charset="0"/>
              </a:rPr>
              <a:t>ổn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Constantia" pitchFamily="18" charset="0"/>
              <a:ea typeface="+mj-ea"/>
              <a:cs typeface="+mj-cs"/>
            </a:endParaRPr>
          </a:p>
        </p:txBody>
      </p:sp>
      <p:sp>
        <p:nvSpPr>
          <p:cNvPr id="54278" name="Rectangle 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4279" name="Rectangle 7"/>
          <p:cNvSpPr>
            <a:spLocks noChangeArrowheads="1"/>
          </p:cNvSpPr>
          <p:nvPr/>
        </p:nvSpPr>
        <p:spPr bwMode="auto">
          <a:xfrm>
            <a:off x="0" y="7429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4" name="Text Box 3"/>
          <p:cNvSpPr txBox="1">
            <a:spLocks noChangeArrowheads="1"/>
          </p:cNvSpPr>
          <p:nvPr/>
        </p:nvSpPr>
        <p:spPr bwMode="auto">
          <a:xfrm>
            <a:off x="609600" y="1447800"/>
            <a:ext cx="4093169" cy="46609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>
                <a:schemeClr val="accent1"/>
              </a:buClr>
              <a:buSzPct val="150000"/>
              <a:buFont typeface="Wingdings" pitchFamily="2" charset="2"/>
              <a:buChar char="Ø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Arial" pitchFamily="34" charset="0"/>
              </a:rPr>
              <a:t>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Constantia" pitchFamily="18" charset="0"/>
                <a:cs typeface="Arial" pitchFamily="34" charset="0"/>
              </a:rPr>
              <a:t>Giản</a:t>
            </a:r>
            <a:r>
              <a:rPr kumimoji="0" lang="en-US" sz="2400" b="0" i="0" u="none" strike="noStrike" cap="none" normalizeH="0" dirty="0" smtClean="0">
                <a:ln>
                  <a:noFill/>
                </a:ln>
                <a:solidFill>
                  <a:srgbClr val="FF0000"/>
                </a:solidFill>
                <a:effectLst/>
                <a:latin typeface="Constantia" pitchFamily="18" charset="0"/>
                <a:cs typeface="Arial" pitchFamily="34" charset="0"/>
              </a:rPr>
              <a:t> </a:t>
            </a:r>
            <a:r>
              <a:rPr kumimoji="0" lang="en-US" sz="2400" b="0" i="0" u="none" strike="noStrike" cap="none" normalizeH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Constantia" pitchFamily="18" charset="0"/>
                <a:cs typeface="Arial" pitchFamily="34" charset="0"/>
              </a:rPr>
              <a:t>đồ</a:t>
            </a:r>
            <a:r>
              <a:rPr kumimoji="0" lang="en-US" sz="2400" b="0" i="0" u="none" strike="noStrike" cap="none" normalizeH="0" dirty="0" smtClean="0">
                <a:ln>
                  <a:noFill/>
                </a:ln>
                <a:solidFill>
                  <a:srgbClr val="FF0000"/>
                </a:solidFill>
                <a:effectLst/>
                <a:latin typeface="Constantia" pitchFamily="18" charset="0"/>
                <a:cs typeface="Arial" pitchFamily="34" charset="0"/>
              </a:rPr>
              <a:t> </a:t>
            </a:r>
            <a:r>
              <a:rPr kumimoji="0" lang="en-US" sz="2400" b="0" i="0" u="none" strike="noStrike" cap="none" normalizeH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Constantia" pitchFamily="18" charset="0"/>
                <a:cs typeface="Arial" pitchFamily="34" charset="0"/>
              </a:rPr>
              <a:t>xung</a:t>
            </a:r>
            <a:endParaRPr kumimoji="0" lang="en-US" sz="3200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Constantia" pitchFamily="18" charset="0"/>
              <a:cs typeface="Arial" pitchFamily="34" charset="0"/>
            </a:endParaRPr>
          </a:p>
        </p:txBody>
      </p:sp>
      <p:grpSp>
        <p:nvGrpSpPr>
          <p:cNvPr id="72" name="Group 71"/>
          <p:cNvGrpSpPr/>
          <p:nvPr/>
        </p:nvGrpSpPr>
        <p:grpSpPr>
          <a:xfrm>
            <a:off x="2057400" y="2047875"/>
            <a:ext cx="6068157" cy="4258310"/>
            <a:chOff x="2057400" y="2047875"/>
            <a:chExt cx="6068157" cy="4258310"/>
          </a:xfrm>
        </p:grpSpPr>
        <p:grpSp>
          <p:nvGrpSpPr>
            <p:cNvPr id="54274" name="Group 2"/>
            <p:cNvGrpSpPr>
              <a:grpSpLocks/>
            </p:cNvGrpSpPr>
            <p:nvPr/>
          </p:nvGrpSpPr>
          <p:grpSpPr bwMode="auto">
            <a:xfrm>
              <a:off x="2057400" y="2051050"/>
              <a:ext cx="6068157" cy="4255135"/>
              <a:chOff x="5174" y="1132"/>
              <a:chExt cx="6259" cy="6701"/>
            </a:xfrm>
          </p:grpSpPr>
          <p:cxnSp>
            <p:nvCxnSpPr>
              <p:cNvPr id="54275" name="AutoShape 3"/>
              <p:cNvCxnSpPr>
                <a:cxnSpLocks noChangeShapeType="1"/>
              </p:cNvCxnSpPr>
              <p:nvPr/>
            </p:nvCxnSpPr>
            <p:spPr bwMode="auto">
              <a:xfrm flipV="1">
                <a:off x="6829" y="2807"/>
                <a:ext cx="1" cy="3889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prstDash val="lgDash"/>
                <a:round/>
                <a:headEnd/>
                <a:tailEnd type="none" w="sm" len="med"/>
              </a:ln>
            </p:spPr>
          </p:cxnSp>
          <p:cxnSp>
            <p:nvCxnSpPr>
              <p:cNvPr id="54276" name="AutoShape 4"/>
              <p:cNvCxnSpPr>
                <a:cxnSpLocks noChangeShapeType="1"/>
              </p:cNvCxnSpPr>
              <p:nvPr/>
            </p:nvCxnSpPr>
            <p:spPr bwMode="auto">
              <a:xfrm flipV="1">
                <a:off x="7729" y="4335"/>
                <a:ext cx="1" cy="3498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prstDash val="lgDash"/>
                <a:round/>
                <a:headEnd/>
                <a:tailEnd type="none" w="sm" len="med"/>
              </a:ln>
            </p:spPr>
          </p:cxnSp>
          <p:cxnSp>
            <p:nvCxnSpPr>
              <p:cNvPr id="54277" name="AutoShape 5"/>
              <p:cNvCxnSpPr>
                <a:cxnSpLocks noChangeShapeType="1"/>
              </p:cNvCxnSpPr>
              <p:nvPr/>
            </p:nvCxnSpPr>
            <p:spPr bwMode="auto">
              <a:xfrm flipV="1">
                <a:off x="8627" y="2763"/>
                <a:ext cx="22" cy="4718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prstDash val="lgDash"/>
                <a:round/>
                <a:headEnd/>
                <a:tailEnd type="none" w="sm" len="med"/>
              </a:ln>
            </p:spPr>
          </p:cxnSp>
          <p:cxnSp>
            <p:nvCxnSpPr>
              <p:cNvPr id="3" name="AutoShape 6"/>
              <p:cNvCxnSpPr>
                <a:cxnSpLocks noChangeShapeType="1"/>
              </p:cNvCxnSpPr>
              <p:nvPr/>
            </p:nvCxnSpPr>
            <p:spPr bwMode="auto">
              <a:xfrm>
                <a:off x="5887" y="4136"/>
                <a:ext cx="5219" cy="1"/>
              </a:xfrm>
              <a:prstGeom prst="straightConnector1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 type="triangle" w="sm" len="med"/>
              </a:ln>
            </p:spPr>
          </p:cxnSp>
          <p:sp>
            <p:nvSpPr>
              <p:cNvPr id="4" name="Text Box 7"/>
              <p:cNvSpPr txBox="1">
                <a:spLocks noChangeArrowheads="1"/>
              </p:cNvSpPr>
              <p:nvPr/>
            </p:nvSpPr>
            <p:spPr bwMode="auto">
              <a:xfrm>
                <a:off x="11010" y="3925"/>
                <a:ext cx="405" cy="52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cs typeface="Arial" pitchFamily="34" charset="0"/>
                  </a:rPr>
                  <a:t>t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54280" name="Text Box 8"/>
              <p:cNvSpPr txBox="1">
                <a:spLocks noChangeArrowheads="1"/>
              </p:cNvSpPr>
              <p:nvPr/>
            </p:nvSpPr>
            <p:spPr bwMode="auto">
              <a:xfrm>
                <a:off x="5256" y="2499"/>
                <a:ext cx="817" cy="52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cxnSp>
            <p:nvCxnSpPr>
              <p:cNvPr id="54281" name="AutoShape 9"/>
              <p:cNvCxnSpPr>
                <a:cxnSpLocks noChangeShapeType="1"/>
              </p:cNvCxnSpPr>
              <p:nvPr/>
            </p:nvCxnSpPr>
            <p:spPr bwMode="auto">
              <a:xfrm flipV="1">
                <a:off x="5899" y="2712"/>
                <a:ext cx="1" cy="1542"/>
              </a:xfrm>
              <a:prstGeom prst="straightConnector1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 type="triangle" w="sm" len="med"/>
              </a:ln>
            </p:spPr>
          </p:cxnSp>
          <p:sp>
            <p:nvSpPr>
              <p:cNvPr id="54282" name="Text Box 10"/>
              <p:cNvSpPr txBox="1">
                <a:spLocks noChangeArrowheads="1"/>
              </p:cNvSpPr>
              <p:nvPr/>
            </p:nvSpPr>
            <p:spPr bwMode="auto">
              <a:xfrm>
                <a:off x="6112" y="3554"/>
                <a:ext cx="817" cy="52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cxnSp>
            <p:nvCxnSpPr>
              <p:cNvPr id="54283" name="AutoShape 11"/>
              <p:cNvCxnSpPr>
                <a:cxnSpLocks noChangeShapeType="1"/>
              </p:cNvCxnSpPr>
              <p:nvPr/>
            </p:nvCxnSpPr>
            <p:spPr bwMode="auto">
              <a:xfrm flipV="1">
                <a:off x="6199" y="4137"/>
                <a:ext cx="1" cy="278"/>
              </a:xfrm>
              <a:prstGeom prst="straightConnector1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 type="triangle" w="sm" len="med"/>
              </a:ln>
            </p:spPr>
          </p:cxnSp>
          <p:cxnSp>
            <p:nvCxnSpPr>
              <p:cNvPr id="54284" name="AutoShape 12"/>
              <p:cNvCxnSpPr>
                <a:cxnSpLocks noChangeShapeType="1"/>
              </p:cNvCxnSpPr>
              <p:nvPr/>
            </p:nvCxnSpPr>
            <p:spPr bwMode="auto">
              <a:xfrm flipV="1">
                <a:off x="6199" y="3672"/>
                <a:ext cx="1" cy="278"/>
              </a:xfrm>
              <a:prstGeom prst="straightConnector1">
                <a:avLst/>
              </a:prstGeom>
              <a:noFill/>
              <a:ln w="15875">
                <a:solidFill>
                  <a:srgbClr val="000000"/>
                </a:solidFill>
                <a:round/>
                <a:headEnd type="triangle" w="sm" len="med"/>
                <a:tailEnd type="none" w="sm" len="med"/>
              </a:ln>
            </p:spPr>
          </p:cxnSp>
          <p:cxnSp>
            <p:nvCxnSpPr>
              <p:cNvPr id="54285" name="AutoShape 13"/>
              <p:cNvCxnSpPr>
                <a:cxnSpLocks noChangeShapeType="1"/>
              </p:cNvCxnSpPr>
              <p:nvPr/>
            </p:nvCxnSpPr>
            <p:spPr bwMode="auto">
              <a:xfrm flipV="1">
                <a:off x="5892" y="4362"/>
                <a:ext cx="1" cy="1287"/>
              </a:xfrm>
              <a:prstGeom prst="straightConnector1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 type="triangle" w="sm" len="med"/>
              </a:ln>
            </p:spPr>
          </p:cxnSp>
          <p:pic>
            <p:nvPicPr>
              <p:cNvPr id="54287" name="Picture 15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auto">
              <a:xfrm>
                <a:off x="5762" y="3112"/>
                <a:ext cx="4847" cy="975"/>
              </a:xfrm>
              <a:prstGeom prst="rect">
                <a:avLst/>
              </a:prstGeom>
              <a:noFill/>
            </p:spPr>
          </p:pic>
          <p:cxnSp>
            <p:nvCxnSpPr>
              <p:cNvPr id="54288" name="AutoShape 16"/>
              <p:cNvCxnSpPr>
                <a:cxnSpLocks noChangeShapeType="1"/>
              </p:cNvCxnSpPr>
              <p:nvPr/>
            </p:nvCxnSpPr>
            <p:spPr bwMode="auto">
              <a:xfrm>
                <a:off x="5898" y="2169"/>
                <a:ext cx="5208" cy="1"/>
              </a:xfrm>
              <a:prstGeom prst="straightConnector1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 type="triangle" w="sm" len="med"/>
              </a:ln>
            </p:spPr>
          </p:cxnSp>
          <p:sp>
            <p:nvSpPr>
              <p:cNvPr id="54289" name="Text Box 17"/>
              <p:cNvSpPr txBox="1">
                <a:spLocks noChangeArrowheads="1"/>
              </p:cNvSpPr>
              <p:nvPr/>
            </p:nvSpPr>
            <p:spPr bwMode="auto">
              <a:xfrm>
                <a:off x="11026" y="1961"/>
                <a:ext cx="405" cy="52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cs typeface="Arial" pitchFamily="34" charset="0"/>
                  </a:rPr>
                  <a:t>t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cxnSp>
            <p:nvCxnSpPr>
              <p:cNvPr id="54290" name="AutoShape 18"/>
              <p:cNvCxnSpPr>
                <a:cxnSpLocks noChangeShapeType="1"/>
              </p:cNvCxnSpPr>
              <p:nvPr/>
            </p:nvCxnSpPr>
            <p:spPr bwMode="auto">
              <a:xfrm>
                <a:off x="5891" y="1765"/>
                <a:ext cx="930" cy="1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54291" name="AutoShape 19"/>
              <p:cNvCxnSpPr>
                <a:cxnSpLocks noChangeShapeType="1"/>
              </p:cNvCxnSpPr>
              <p:nvPr/>
            </p:nvCxnSpPr>
            <p:spPr bwMode="auto">
              <a:xfrm>
                <a:off x="7718" y="1764"/>
                <a:ext cx="930" cy="1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54292" name="AutoShape 20"/>
              <p:cNvCxnSpPr>
                <a:cxnSpLocks noChangeShapeType="1"/>
              </p:cNvCxnSpPr>
              <p:nvPr/>
            </p:nvCxnSpPr>
            <p:spPr bwMode="auto">
              <a:xfrm>
                <a:off x="6821" y="1765"/>
                <a:ext cx="1" cy="992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</p:cxnSp>
          <p:sp>
            <p:nvSpPr>
              <p:cNvPr id="54293" name="Arc 21"/>
              <p:cNvSpPr>
                <a:spLocks/>
              </p:cNvSpPr>
              <p:nvPr/>
            </p:nvSpPr>
            <p:spPr bwMode="auto">
              <a:xfrm flipH="1">
                <a:off x="6822" y="1765"/>
                <a:ext cx="896" cy="992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cxnSp>
            <p:nvCxnSpPr>
              <p:cNvPr id="54294" name="AutoShape 22"/>
              <p:cNvCxnSpPr>
                <a:cxnSpLocks noChangeShapeType="1"/>
              </p:cNvCxnSpPr>
              <p:nvPr/>
            </p:nvCxnSpPr>
            <p:spPr bwMode="auto">
              <a:xfrm flipV="1">
                <a:off x="5891" y="1369"/>
                <a:ext cx="1" cy="1032"/>
              </a:xfrm>
              <a:prstGeom prst="straightConnector1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 type="triangle" w="sm" len="med"/>
              </a:ln>
            </p:spPr>
          </p:cxnSp>
          <p:sp>
            <p:nvSpPr>
              <p:cNvPr id="54295" name="Text Box 23"/>
              <p:cNvSpPr txBox="1">
                <a:spLocks noChangeArrowheads="1"/>
              </p:cNvSpPr>
              <p:nvPr/>
            </p:nvSpPr>
            <p:spPr bwMode="auto">
              <a:xfrm>
                <a:off x="5243" y="1132"/>
                <a:ext cx="817" cy="52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54296" name="Text Box 24"/>
              <p:cNvSpPr txBox="1">
                <a:spLocks noChangeArrowheads="1"/>
              </p:cNvSpPr>
              <p:nvPr/>
            </p:nvSpPr>
            <p:spPr bwMode="auto">
              <a:xfrm>
                <a:off x="6078" y="1764"/>
                <a:ext cx="817" cy="52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cxnSp>
            <p:nvCxnSpPr>
              <p:cNvPr id="54297" name="AutoShape 25"/>
              <p:cNvCxnSpPr>
                <a:cxnSpLocks noChangeShapeType="1"/>
              </p:cNvCxnSpPr>
              <p:nvPr/>
            </p:nvCxnSpPr>
            <p:spPr bwMode="auto">
              <a:xfrm flipV="1">
                <a:off x="6192" y="2169"/>
                <a:ext cx="1" cy="278"/>
              </a:xfrm>
              <a:prstGeom prst="straightConnector1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 type="triangle" w="sm" len="med"/>
              </a:ln>
            </p:spPr>
          </p:cxnSp>
          <p:cxnSp>
            <p:nvCxnSpPr>
              <p:cNvPr id="54298" name="AutoShape 26"/>
              <p:cNvCxnSpPr>
                <a:cxnSpLocks noChangeShapeType="1"/>
              </p:cNvCxnSpPr>
              <p:nvPr/>
            </p:nvCxnSpPr>
            <p:spPr bwMode="auto">
              <a:xfrm flipV="1">
                <a:off x="6193" y="1477"/>
                <a:ext cx="1" cy="278"/>
              </a:xfrm>
              <a:prstGeom prst="straightConnector1">
                <a:avLst/>
              </a:prstGeom>
              <a:noFill/>
              <a:ln w="15875">
                <a:solidFill>
                  <a:srgbClr val="000000"/>
                </a:solidFill>
                <a:round/>
                <a:headEnd type="triangle" w="sm" len="med"/>
                <a:tailEnd type="none" w="sm" len="med"/>
              </a:ln>
            </p:spPr>
          </p:cxnSp>
          <p:sp>
            <p:nvSpPr>
              <p:cNvPr id="54299" name="Text Box 27"/>
              <p:cNvSpPr txBox="1">
                <a:spLocks noChangeArrowheads="1"/>
              </p:cNvSpPr>
              <p:nvPr/>
            </p:nvSpPr>
            <p:spPr bwMode="auto">
              <a:xfrm>
                <a:off x="6665" y="2614"/>
                <a:ext cx="2147" cy="37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cs typeface="Arial" pitchFamily="34" charset="0"/>
                  </a:rPr>
                  <a:t>Tụ C</a:t>
                </a:r>
                <a:r>
                  <a:rPr kumimoji="0" lang="en-US" sz="1200" b="0" i="0" u="none" strike="noStrike" cap="none" normalizeH="0" baseline="-2500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cs typeface="Arial" pitchFamily="34" charset="0"/>
                  </a:rPr>
                  <a:t>2</a:t>
                </a:r>
                <a:r>
                  <a:rPr kumimoji="0" lang="en-US" sz="12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cs typeface="Arial" pitchFamily="34" charset="0"/>
                  </a:rPr>
                  <a:t> phóng điện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54300" name="AutoShape 28"/>
              <p:cNvSpPr>
                <a:spLocks noChangeArrowheads="1"/>
              </p:cNvSpPr>
              <p:nvPr/>
            </p:nvSpPr>
            <p:spPr bwMode="auto">
              <a:xfrm rot="18000000">
                <a:off x="7163" y="2093"/>
                <a:ext cx="109" cy="536"/>
              </a:xfrm>
              <a:prstGeom prst="upArrow">
                <a:avLst>
                  <a:gd name="adj1" fmla="val 50000"/>
                  <a:gd name="adj2" fmla="val 122936"/>
                </a:avLst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eaVert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grpSp>
            <p:nvGrpSpPr>
              <p:cNvPr id="54301" name="Group 29"/>
              <p:cNvGrpSpPr>
                <a:grpSpLocks/>
              </p:cNvGrpSpPr>
              <p:nvPr/>
            </p:nvGrpSpPr>
            <p:grpSpPr bwMode="auto">
              <a:xfrm>
                <a:off x="8648" y="1755"/>
                <a:ext cx="1827" cy="993"/>
                <a:chOff x="5370" y="9343"/>
                <a:chExt cx="1827" cy="993"/>
              </a:xfrm>
            </p:grpSpPr>
            <p:cxnSp>
              <p:nvCxnSpPr>
                <p:cNvPr id="54302" name="AutoShape 30"/>
                <p:cNvCxnSpPr>
                  <a:cxnSpLocks noChangeShapeType="1"/>
                </p:cNvCxnSpPr>
                <p:nvPr/>
              </p:nvCxnSpPr>
              <p:spPr bwMode="auto">
                <a:xfrm>
                  <a:off x="6267" y="9343"/>
                  <a:ext cx="930" cy="1"/>
                </a:xfrm>
                <a:prstGeom prst="straightConnector1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</p:spPr>
            </p:cxnSp>
            <p:cxnSp>
              <p:nvCxnSpPr>
                <p:cNvPr id="54303" name="AutoShape 31"/>
                <p:cNvCxnSpPr>
                  <a:cxnSpLocks noChangeShapeType="1"/>
                </p:cNvCxnSpPr>
                <p:nvPr/>
              </p:nvCxnSpPr>
              <p:spPr bwMode="auto">
                <a:xfrm>
                  <a:off x="5370" y="9344"/>
                  <a:ext cx="1" cy="992"/>
                </a:xfrm>
                <a:prstGeom prst="straightConnector1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</p:spPr>
            </p:cxnSp>
            <p:sp>
              <p:nvSpPr>
                <p:cNvPr id="54304" name="Arc 32"/>
                <p:cNvSpPr>
                  <a:spLocks/>
                </p:cNvSpPr>
                <p:nvPr/>
              </p:nvSpPr>
              <p:spPr bwMode="auto">
                <a:xfrm flipH="1">
                  <a:off x="5371" y="9344"/>
                  <a:ext cx="896" cy="992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pic>
            <p:nvPicPr>
              <p:cNvPr id="54305" name="Picture 33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5771" y="6495"/>
                <a:ext cx="4847" cy="975"/>
              </a:xfrm>
              <a:prstGeom prst="rect">
                <a:avLst/>
              </a:prstGeom>
              <a:noFill/>
            </p:spPr>
          </p:pic>
          <p:sp>
            <p:nvSpPr>
              <p:cNvPr id="54306" name="Text Box 34"/>
              <p:cNvSpPr txBox="1">
                <a:spLocks noChangeArrowheads="1"/>
              </p:cNvSpPr>
              <p:nvPr/>
            </p:nvSpPr>
            <p:spPr bwMode="auto">
              <a:xfrm>
                <a:off x="5174" y="5786"/>
                <a:ext cx="817" cy="52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54307" name="Text Box 35"/>
              <p:cNvSpPr txBox="1">
                <a:spLocks noChangeArrowheads="1"/>
              </p:cNvSpPr>
              <p:nvPr/>
            </p:nvSpPr>
            <p:spPr bwMode="auto">
              <a:xfrm>
                <a:off x="10980" y="7292"/>
                <a:ext cx="405" cy="52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cs typeface="Arial" pitchFamily="34" charset="0"/>
                  </a:rPr>
                  <a:t>t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cxnSp>
            <p:nvCxnSpPr>
              <p:cNvPr id="54308" name="AutoShape 36"/>
              <p:cNvCxnSpPr>
                <a:cxnSpLocks noChangeShapeType="1"/>
              </p:cNvCxnSpPr>
              <p:nvPr/>
            </p:nvCxnSpPr>
            <p:spPr bwMode="auto">
              <a:xfrm flipV="1">
                <a:off x="5918" y="6051"/>
                <a:ext cx="1" cy="1542"/>
              </a:xfrm>
              <a:prstGeom prst="straightConnector1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 type="triangle" w="sm" len="med"/>
              </a:ln>
            </p:spPr>
          </p:cxnSp>
          <p:cxnSp>
            <p:nvCxnSpPr>
              <p:cNvPr id="54309" name="AutoShape 37"/>
              <p:cNvCxnSpPr>
                <a:cxnSpLocks noChangeShapeType="1"/>
              </p:cNvCxnSpPr>
              <p:nvPr/>
            </p:nvCxnSpPr>
            <p:spPr bwMode="auto">
              <a:xfrm flipV="1">
                <a:off x="6210" y="6624"/>
                <a:ext cx="1" cy="918"/>
              </a:xfrm>
              <a:prstGeom prst="straightConnector1">
                <a:avLst/>
              </a:prstGeom>
              <a:noFill/>
              <a:ln w="15875">
                <a:solidFill>
                  <a:srgbClr val="FF0000"/>
                </a:solidFill>
                <a:round/>
                <a:headEnd type="triangle" w="sm" len="med"/>
                <a:tailEnd type="triangle" w="sm" len="med"/>
              </a:ln>
            </p:spPr>
          </p:cxnSp>
          <p:sp>
            <p:nvSpPr>
              <p:cNvPr id="54310" name="Text Box 38"/>
              <p:cNvSpPr txBox="1">
                <a:spLocks noChangeArrowheads="1"/>
              </p:cNvSpPr>
              <p:nvPr/>
            </p:nvSpPr>
            <p:spPr bwMode="auto">
              <a:xfrm>
                <a:off x="6091" y="6824"/>
                <a:ext cx="817" cy="52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cxnSp>
            <p:nvCxnSpPr>
              <p:cNvPr id="54311" name="AutoShape 39"/>
              <p:cNvCxnSpPr>
                <a:cxnSpLocks noChangeShapeType="1"/>
              </p:cNvCxnSpPr>
              <p:nvPr/>
            </p:nvCxnSpPr>
            <p:spPr bwMode="auto">
              <a:xfrm>
                <a:off x="5925" y="7508"/>
                <a:ext cx="5181" cy="1"/>
              </a:xfrm>
              <a:prstGeom prst="straightConnector1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 type="triangle" w="sm" len="med"/>
              </a:ln>
            </p:spPr>
          </p:cxnSp>
          <p:sp>
            <p:nvSpPr>
              <p:cNvPr id="54312" name="Text Box 40"/>
              <p:cNvSpPr txBox="1">
                <a:spLocks noChangeArrowheads="1"/>
              </p:cNvSpPr>
              <p:nvPr/>
            </p:nvSpPr>
            <p:spPr bwMode="auto">
              <a:xfrm>
                <a:off x="6029" y="5968"/>
                <a:ext cx="2147" cy="37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cs typeface="Arial" pitchFamily="34" charset="0"/>
                  </a:rPr>
                  <a:t>Tụ C</a:t>
                </a:r>
                <a:r>
                  <a:rPr kumimoji="0" lang="en-US" sz="1200" b="0" i="0" u="none" strike="noStrike" cap="none" normalizeH="0" baseline="-2500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cs typeface="Arial" pitchFamily="34" charset="0"/>
                  </a:rPr>
                  <a:t>1</a:t>
                </a:r>
                <a:r>
                  <a:rPr kumimoji="0" lang="en-US" sz="12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cs typeface="Arial" pitchFamily="34" charset="0"/>
                  </a:rPr>
                  <a:t> phóng điện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54313" name="Text Box 41"/>
              <p:cNvSpPr txBox="1">
                <a:spLocks noChangeArrowheads="1"/>
              </p:cNvSpPr>
              <p:nvPr/>
            </p:nvSpPr>
            <p:spPr bwMode="auto">
              <a:xfrm>
                <a:off x="5177" y="4094"/>
                <a:ext cx="817" cy="52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54314" name="Text Box 42"/>
              <p:cNvSpPr txBox="1">
                <a:spLocks noChangeArrowheads="1"/>
              </p:cNvSpPr>
              <p:nvPr/>
            </p:nvSpPr>
            <p:spPr bwMode="auto">
              <a:xfrm>
                <a:off x="11028" y="4786"/>
                <a:ext cx="405" cy="52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cs typeface="Arial" pitchFamily="34" charset="0"/>
                  </a:rPr>
                  <a:t>t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cxnSp>
            <p:nvCxnSpPr>
              <p:cNvPr id="54315" name="AutoShape 43"/>
              <p:cNvCxnSpPr>
                <a:cxnSpLocks noChangeShapeType="1"/>
              </p:cNvCxnSpPr>
              <p:nvPr/>
            </p:nvCxnSpPr>
            <p:spPr bwMode="auto">
              <a:xfrm flipV="1">
                <a:off x="5902" y="4995"/>
                <a:ext cx="5204" cy="18"/>
              </a:xfrm>
              <a:prstGeom prst="straightConnector1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 type="triangle" w="sm" len="med"/>
              </a:ln>
            </p:spPr>
          </p:cxnSp>
          <p:grpSp>
            <p:nvGrpSpPr>
              <p:cNvPr id="54316" name="Group 44"/>
              <p:cNvGrpSpPr>
                <a:grpSpLocks/>
              </p:cNvGrpSpPr>
              <p:nvPr/>
            </p:nvGrpSpPr>
            <p:grpSpPr bwMode="auto">
              <a:xfrm>
                <a:off x="5906" y="4623"/>
                <a:ext cx="1826" cy="993"/>
                <a:chOff x="4463" y="5371"/>
                <a:chExt cx="1826" cy="993"/>
              </a:xfrm>
            </p:grpSpPr>
            <p:cxnSp>
              <p:nvCxnSpPr>
                <p:cNvPr id="54317" name="AutoShape 45"/>
                <p:cNvCxnSpPr>
                  <a:cxnSpLocks noChangeShapeType="1"/>
                </p:cNvCxnSpPr>
                <p:nvPr/>
              </p:nvCxnSpPr>
              <p:spPr bwMode="auto">
                <a:xfrm>
                  <a:off x="5359" y="5371"/>
                  <a:ext cx="930" cy="1"/>
                </a:xfrm>
                <a:prstGeom prst="straightConnector1">
                  <a:avLst/>
                </a:prstGeom>
                <a:noFill/>
                <a:ln w="19050">
                  <a:solidFill>
                    <a:srgbClr val="0000FF"/>
                  </a:solidFill>
                  <a:round/>
                  <a:headEnd/>
                  <a:tailEnd/>
                </a:ln>
              </p:spPr>
            </p:cxnSp>
            <p:sp>
              <p:nvSpPr>
                <p:cNvPr id="54318" name="Arc 46"/>
                <p:cNvSpPr>
                  <a:spLocks/>
                </p:cNvSpPr>
                <p:nvPr/>
              </p:nvSpPr>
              <p:spPr bwMode="auto">
                <a:xfrm flipH="1">
                  <a:off x="4463" y="5372"/>
                  <a:ext cx="896" cy="992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905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cxnSp>
              <p:nvCxnSpPr>
                <p:cNvPr id="54319" name="AutoShape 47"/>
                <p:cNvCxnSpPr>
                  <a:cxnSpLocks noChangeShapeType="1"/>
                </p:cNvCxnSpPr>
                <p:nvPr/>
              </p:nvCxnSpPr>
              <p:spPr bwMode="auto">
                <a:xfrm>
                  <a:off x="6281" y="5372"/>
                  <a:ext cx="1" cy="992"/>
                </a:xfrm>
                <a:prstGeom prst="straightConnector1">
                  <a:avLst/>
                </a:prstGeom>
                <a:noFill/>
                <a:ln w="19050">
                  <a:solidFill>
                    <a:srgbClr val="0000FF"/>
                  </a:solidFill>
                  <a:round/>
                  <a:headEnd/>
                  <a:tailEnd/>
                </a:ln>
              </p:spPr>
            </p:cxnSp>
          </p:grpSp>
          <p:grpSp>
            <p:nvGrpSpPr>
              <p:cNvPr id="54320" name="Group 48"/>
              <p:cNvGrpSpPr>
                <a:grpSpLocks/>
              </p:cNvGrpSpPr>
              <p:nvPr/>
            </p:nvGrpSpPr>
            <p:grpSpPr bwMode="auto">
              <a:xfrm>
                <a:off x="7744" y="4625"/>
                <a:ext cx="1826" cy="993"/>
                <a:chOff x="4463" y="5371"/>
                <a:chExt cx="1826" cy="993"/>
              </a:xfrm>
            </p:grpSpPr>
            <p:cxnSp>
              <p:nvCxnSpPr>
                <p:cNvPr id="54321" name="AutoShape 49"/>
                <p:cNvCxnSpPr>
                  <a:cxnSpLocks noChangeShapeType="1"/>
                </p:cNvCxnSpPr>
                <p:nvPr/>
              </p:nvCxnSpPr>
              <p:spPr bwMode="auto">
                <a:xfrm>
                  <a:off x="5359" y="5371"/>
                  <a:ext cx="930" cy="1"/>
                </a:xfrm>
                <a:prstGeom prst="straightConnector1">
                  <a:avLst/>
                </a:prstGeom>
                <a:noFill/>
                <a:ln w="19050">
                  <a:solidFill>
                    <a:srgbClr val="0000FF"/>
                  </a:solidFill>
                  <a:round/>
                  <a:headEnd/>
                  <a:tailEnd/>
                </a:ln>
              </p:spPr>
            </p:cxnSp>
            <p:sp>
              <p:nvSpPr>
                <p:cNvPr id="54322" name="Arc 50"/>
                <p:cNvSpPr>
                  <a:spLocks/>
                </p:cNvSpPr>
                <p:nvPr/>
              </p:nvSpPr>
              <p:spPr bwMode="auto">
                <a:xfrm flipH="1">
                  <a:off x="4463" y="5372"/>
                  <a:ext cx="896" cy="992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905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cxnSp>
              <p:nvCxnSpPr>
                <p:cNvPr id="54323" name="AutoShape 51"/>
                <p:cNvCxnSpPr>
                  <a:cxnSpLocks noChangeShapeType="1"/>
                </p:cNvCxnSpPr>
                <p:nvPr/>
              </p:nvCxnSpPr>
              <p:spPr bwMode="auto">
                <a:xfrm>
                  <a:off x="6281" y="5372"/>
                  <a:ext cx="1" cy="992"/>
                </a:xfrm>
                <a:prstGeom prst="straightConnector1">
                  <a:avLst/>
                </a:prstGeom>
                <a:noFill/>
                <a:ln w="19050">
                  <a:solidFill>
                    <a:srgbClr val="0000FF"/>
                  </a:solidFill>
                  <a:round/>
                  <a:headEnd/>
                  <a:tailEnd/>
                </a:ln>
              </p:spPr>
            </p:cxnSp>
          </p:grpSp>
          <p:sp>
            <p:nvSpPr>
              <p:cNvPr id="54324" name="AutoShape 52"/>
              <p:cNvSpPr>
                <a:spLocks noChangeArrowheads="1"/>
              </p:cNvSpPr>
              <p:nvPr/>
            </p:nvSpPr>
            <p:spPr bwMode="auto">
              <a:xfrm rot="19200000">
                <a:off x="6321" y="4995"/>
                <a:ext cx="109" cy="856"/>
              </a:xfrm>
              <a:prstGeom prst="upArrow">
                <a:avLst>
                  <a:gd name="adj1" fmla="val 50000"/>
                  <a:gd name="adj2" fmla="val 196330"/>
                </a:avLst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eaVert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cxnSp>
            <p:nvCxnSpPr>
              <p:cNvPr id="54325" name="AutoShape 53"/>
              <p:cNvCxnSpPr>
                <a:cxnSpLocks noChangeShapeType="1"/>
              </p:cNvCxnSpPr>
              <p:nvPr/>
            </p:nvCxnSpPr>
            <p:spPr bwMode="auto">
              <a:xfrm flipV="1">
                <a:off x="9547" y="4329"/>
                <a:ext cx="22" cy="3112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prstDash val="lgDash"/>
                <a:round/>
                <a:headEnd/>
                <a:tailEnd type="none" w="sm" len="med"/>
              </a:ln>
            </p:spPr>
          </p:cxnSp>
        </p:grpSp>
        <p:sp>
          <p:nvSpPr>
            <p:cNvPr id="68" name="Text Box 38"/>
            <p:cNvSpPr txBox="1">
              <a:spLocks noChangeArrowheads="1"/>
            </p:cNvSpPr>
            <p:nvPr/>
          </p:nvSpPr>
          <p:spPr bwMode="auto">
            <a:xfrm>
              <a:off x="2314575" y="2047875"/>
              <a:ext cx="533400" cy="2923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b="0" i="1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onstantia" pitchFamily="18" charset="0"/>
                  <a:cs typeface="Arial" pitchFamily="34" charset="0"/>
                </a:rPr>
                <a:t>v</a:t>
              </a:r>
              <a:r>
                <a:rPr lang="en-US" i="1" baseline="-25000" dirty="0" smtClean="0">
                  <a:latin typeface="Constantia" pitchFamily="18" charset="0"/>
                  <a:cs typeface="Arial" pitchFamily="34" charset="0"/>
                </a:rPr>
                <a:t>B1</a:t>
              </a:r>
              <a:endParaRPr kumimoji="0" lang="en-US" sz="2800" b="0" i="1" u="none" strike="noStrike" cap="none" normalizeH="0" baseline="-25000" dirty="0" smtClean="0">
                <a:ln>
                  <a:noFill/>
                </a:ln>
                <a:solidFill>
                  <a:schemeClr val="tx1"/>
                </a:solidFill>
                <a:effectLst/>
                <a:latin typeface="Constantia" pitchFamily="18" charset="0"/>
                <a:cs typeface="Arial" pitchFamily="34" charset="0"/>
              </a:endParaRPr>
            </a:p>
          </p:txBody>
        </p:sp>
        <p:sp>
          <p:nvSpPr>
            <p:cNvPr id="69" name="Text Box 38"/>
            <p:cNvSpPr txBox="1">
              <a:spLocks noChangeArrowheads="1"/>
            </p:cNvSpPr>
            <p:nvPr/>
          </p:nvSpPr>
          <p:spPr bwMode="auto">
            <a:xfrm>
              <a:off x="2314575" y="2924175"/>
              <a:ext cx="533400" cy="2923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b="0" i="1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onstantia" pitchFamily="18" charset="0"/>
                  <a:cs typeface="Arial" pitchFamily="34" charset="0"/>
                </a:rPr>
                <a:t>v</a:t>
              </a:r>
              <a:r>
                <a:rPr lang="en-US" i="1" baseline="-25000" dirty="0" smtClean="0">
                  <a:latin typeface="Constantia" pitchFamily="18" charset="0"/>
                  <a:cs typeface="Arial" pitchFamily="34" charset="0"/>
                </a:rPr>
                <a:t>C</a:t>
              </a:r>
              <a:r>
                <a:rPr kumimoji="0" lang="en-US" b="0" i="1" u="none" strike="noStrike" cap="none" normalizeH="0" baseline="-2500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onstantia" pitchFamily="18" charset="0"/>
                  <a:cs typeface="Arial" pitchFamily="34" charset="0"/>
                </a:rPr>
                <a:t>1</a:t>
              </a:r>
              <a:endParaRPr kumimoji="0" lang="en-US" sz="2800" b="0" i="1" u="none" strike="noStrike" cap="none" normalizeH="0" baseline="-25000" dirty="0" smtClean="0">
                <a:ln>
                  <a:noFill/>
                </a:ln>
                <a:solidFill>
                  <a:schemeClr val="tx1"/>
                </a:solidFill>
                <a:effectLst/>
                <a:latin typeface="Constantia" pitchFamily="18" charset="0"/>
                <a:cs typeface="Arial" pitchFamily="34" charset="0"/>
              </a:endParaRPr>
            </a:p>
          </p:txBody>
        </p:sp>
        <p:sp>
          <p:nvSpPr>
            <p:cNvPr id="70" name="Text Box 38"/>
            <p:cNvSpPr txBox="1">
              <a:spLocks noChangeArrowheads="1"/>
            </p:cNvSpPr>
            <p:nvPr/>
          </p:nvSpPr>
          <p:spPr bwMode="auto">
            <a:xfrm>
              <a:off x="2314575" y="3981450"/>
              <a:ext cx="533400" cy="2923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b="0" i="1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onstantia" pitchFamily="18" charset="0"/>
                  <a:cs typeface="Arial" pitchFamily="34" charset="0"/>
                </a:rPr>
                <a:t>v</a:t>
              </a:r>
              <a:r>
                <a:rPr lang="en-US" i="1" baseline="-25000" dirty="0" smtClean="0">
                  <a:latin typeface="Constantia" pitchFamily="18" charset="0"/>
                  <a:cs typeface="Arial" pitchFamily="34" charset="0"/>
                </a:rPr>
                <a:t>B2</a:t>
              </a:r>
              <a:endParaRPr kumimoji="0" lang="en-US" sz="2800" b="0" i="1" u="none" strike="noStrike" cap="none" normalizeH="0" baseline="-25000" dirty="0" smtClean="0">
                <a:ln>
                  <a:noFill/>
                </a:ln>
                <a:solidFill>
                  <a:schemeClr val="tx1"/>
                </a:solidFill>
                <a:effectLst/>
                <a:latin typeface="Constantia" pitchFamily="18" charset="0"/>
                <a:cs typeface="Arial" pitchFamily="34" charset="0"/>
              </a:endParaRPr>
            </a:p>
          </p:txBody>
        </p:sp>
        <p:sp>
          <p:nvSpPr>
            <p:cNvPr id="71" name="Text Box 38"/>
            <p:cNvSpPr txBox="1">
              <a:spLocks noChangeArrowheads="1"/>
            </p:cNvSpPr>
            <p:nvPr/>
          </p:nvSpPr>
          <p:spPr bwMode="auto">
            <a:xfrm>
              <a:off x="2305050" y="5057775"/>
              <a:ext cx="533400" cy="2923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b="0" i="1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onstantia" pitchFamily="18" charset="0"/>
                  <a:cs typeface="Arial" pitchFamily="34" charset="0"/>
                </a:rPr>
                <a:t>v</a:t>
              </a:r>
              <a:r>
                <a:rPr lang="en-US" i="1" baseline="-25000" dirty="0" smtClean="0">
                  <a:latin typeface="Constantia" pitchFamily="18" charset="0"/>
                  <a:cs typeface="Arial" pitchFamily="34" charset="0"/>
                </a:rPr>
                <a:t>C</a:t>
              </a:r>
              <a:r>
                <a:rPr kumimoji="0" lang="en-US" b="0" i="1" u="none" strike="noStrike" cap="none" normalizeH="0" baseline="-2500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onstantia" pitchFamily="18" charset="0"/>
                  <a:cs typeface="Arial" pitchFamily="34" charset="0"/>
                </a:rPr>
                <a:t>2</a:t>
              </a:r>
              <a:endParaRPr kumimoji="0" lang="en-US" sz="2800" b="0" i="1" u="none" strike="noStrike" cap="none" normalizeH="0" baseline="-25000" dirty="0" smtClean="0">
                <a:ln>
                  <a:noFill/>
                </a:ln>
                <a:solidFill>
                  <a:schemeClr val="tx1"/>
                </a:solidFill>
                <a:effectLst/>
                <a:latin typeface="Constantia" pitchFamily="18" charset="0"/>
                <a:cs typeface="Arial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609600"/>
            <a:ext cx="7772400" cy="808038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dirty="0" smtClean="0">
                <a:solidFill>
                  <a:srgbClr val="0033CC"/>
                </a:solidFill>
                <a:latin typeface="Constantia" pitchFamily="18" charset="0"/>
                <a:cs typeface="Times New Roman" pitchFamily="18" charset="0"/>
              </a:rPr>
              <a:t>5.3. </a:t>
            </a:r>
            <a:r>
              <a:rPr lang="en-US" dirty="0" err="1" smtClean="0">
                <a:solidFill>
                  <a:srgbClr val="0033CC"/>
                </a:solidFill>
                <a:latin typeface="Constantia" pitchFamily="18" charset="0"/>
                <a:cs typeface="Times New Roman" pitchFamily="18" charset="0"/>
              </a:rPr>
              <a:t>Mạch</a:t>
            </a:r>
            <a:r>
              <a:rPr lang="en-US" dirty="0" smtClean="0">
                <a:solidFill>
                  <a:srgbClr val="0033CC"/>
                </a:solidFill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33CC"/>
                </a:solidFill>
                <a:latin typeface="Constantia" pitchFamily="18" charset="0"/>
                <a:cs typeface="Times New Roman" pitchFamily="18" charset="0"/>
              </a:rPr>
              <a:t>định</a:t>
            </a:r>
            <a:r>
              <a:rPr lang="en-US" dirty="0" smtClean="0">
                <a:solidFill>
                  <a:srgbClr val="0033CC"/>
                </a:solidFill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33CC"/>
                </a:solidFill>
                <a:latin typeface="Constantia" pitchFamily="18" charset="0"/>
                <a:cs typeface="Times New Roman" pitchFamily="18" charset="0"/>
              </a:rPr>
              <a:t>thời</a:t>
            </a:r>
            <a:r>
              <a:rPr lang="en-US" dirty="0" smtClean="0">
                <a:solidFill>
                  <a:srgbClr val="0033CC"/>
                </a:solidFill>
                <a:latin typeface="Constantia" pitchFamily="18" charset="0"/>
                <a:cs typeface="Times New Roman" pitchFamily="18" charset="0"/>
              </a:rPr>
              <a:t> 555</a:t>
            </a:r>
            <a:endParaRPr lang="en-US" dirty="0">
              <a:solidFill>
                <a:srgbClr val="0033CC"/>
              </a:solidFill>
              <a:latin typeface="Constantia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752600"/>
            <a:ext cx="5638800" cy="4495800"/>
          </a:xfrm>
        </p:spPr>
        <p:txBody>
          <a:bodyPr>
            <a:normAutofit fontScale="92500" lnSpcReduction="10000"/>
          </a:bodyPr>
          <a:lstStyle/>
          <a:p>
            <a:pPr>
              <a:buClr>
                <a:srgbClr val="C00000"/>
              </a:buClr>
              <a:buSzPct val="150000"/>
              <a:buFont typeface="Arial" pitchFamily="34" charset="0"/>
              <a:buChar char="•"/>
              <a:defRPr/>
            </a:pPr>
            <a:r>
              <a:rPr lang="en-US" dirty="0" err="1" smtClean="0">
                <a:latin typeface="Constantia" pitchFamily="18" charset="0"/>
              </a:rPr>
              <a:t>Mạch</a:t>
            </a:r>
            <a:r>
              <a:rPr lang="en-US" dirty="0" smtClean="0">
                <a:latin typeface="Constantia" pitchFamily="18" charset="0"/>
              </a:rPr>
              <a:t> </a:t>
            </a:r>
            <a:r>
              <a:rPr lang="en-US" dirty="0" err="1" smtClean="0">
                <a:latin typeface="Constantia" pitchFamily="18" charset="0"/>
              </a:rPr>
              <a:t>định</a:t>
            </a:r>
            <a:r>
              <a:rPr lang="en-US" dirty="0" smtClean="0">
                <a:latin typeface="Constantia" pitchFamily="18" charset="0"/>
              </a:rPr>
              <a:t> </a:t>
            </a:r>
            <a:r>
              <a:rPr lang="en-US" dirty="0" err="1" smtClean="0">
                <a:latin typeface="Constantia" pitchFamily="18" charset="0"/>
              </a:rPr>
              <a:t>thời</a:t>
            </a:r>
            <a:r>
              <a:rPr lang="en-US" dirty="0" smtClean="0">
                <a:latin typeface="Constantia" pitchFamily="18" charset="0"/>
              </a:rPr>
              <a:t> 555 </a:t>
            </a:r>
            <a:r>
              <a:rPr lang="en-US" dirty="0" err="1" smtClean="0">
                <a:latin typeface="Constantia" pitchFamily="18" charset="0"/>
              </a:rPr>
              <a:t>là</a:t>
            </a:r>
            <a:r>
              <a:rPr lang="en-US" dirty="0" smtClean="0">
                <a:latin typeface="Constantia" pitchFamily="18" charset="0"/>
              </a:rPr>
              <a:t> </a:t>
            </a:r>
            <a:r>
              <a:rPr lang="en-US" dirty="0" err="1" smtClean="0">
                <a:latin typeface="Constantia" pitchFamily="18" charset="0"/>
              </a:rPr>
              <a:t>một</a:t>
            </a:r>
            <a:r>
              <a:rPr lang="en-US" dirty="0" smtClean="0">
                <a:latin typeface="Constantia" pitchFamily="18" charset="0"/>
              </a:rPr>
              <a:t> </a:t>
            </a:r>
            <a:r>
              <a:rPr lang="en-US" dirty="0" err="1" smtClean="0">
                <a:latin typeface="Constantia" pitchFamily="18" charset="0"/>
              </a:rPr>
              <a:t>linh</a:t>
            </a:r>
            <a:r>
              <a:rPr lang="en-US" dirty="0" smtClean="0">
                <a:latin typeface="Constantia" pitchFamily="18" charset="0"/>
              </a:rPr>
              <a:t> </a:t>
            </a:r>
            <a:r>
              <a:rPr lang="en-US" dirty="0" err="1" smtClean="0">
                <a:latin typeface="Constantia" pitchFamily="18" charset="0"/>
              </a:rPr>
              <a:t>kiện</a:t>
            </a:r>
            <a:r>
              <a:rPr lang="en-US" dirty="0" smtClean="0">
                <a:latin typeface="Constantia" pitchFamily="18" charset="0"/>
              </a:rPr>
              <a:t> </a:t>
            </a:r>
            <a:r>
              <a:rPr lang="en-US" dirty="0" err="1" smtClean="0">
                <a:latin typeface="Constantia" pitchFamily="18" charset="0"/>
              </a:rPr>
              <a:t>khá</a:t>
            </a:r>
            <a:r>
              <a:rPr lang="en-US" dirty="0" smtClean="0">
                <a:latin typeface="Constantia" pitchFamily="18" charset="0"/>
              </a:rPr>
              <a:t> </a:t>
            </a:r>
            <a:r>
              <a:rPr lang="en-US" dirty="0" err="1" smtClean="0">
                <a:latin typeface="Constantia" pitchFamily="18" charset="0"/>
              </a:rPr>
              <a:t>phổ</a:t>
            </a:r>
            <a:r>
              <a:rPr lang="en-US" dirty="0" smtClean="0">
                <a:latin typeface="Constantia" pitchFamily="18" charset="0"/>
              </a:rPr>
              <a:t> </a:t>
            </a:r>
            <a:r>
              <a:rPr lang="en-US" dirty="0" err="1" smtClean="0">
                <a:latin typeface="Constantia" pitchFamily="18" charset="0"/>
              </a:rPr>
              <a:t>biến</a:t>
            </a:r>
            <a:r>
              <a:rPr lang="en-US" dirty="0" smtClean="0">
                <a:latin typeface="Constantia" pitchFamily="18" charset="0"/>
              </a:rPr>
              <a:t>, </a:t>
            </a:r>
            <a:r>
              <a:rPr lang="en-US" dirty="0" err="1" smtClean="0">
                <a:latin typeface="Constantia" pitchFamily="18" charset="0"/>
              </a:rPr>
              <a:t>dễ</a:t>
            </a:r>
            <a:r>
              <a:rPr lang="en-US" dirty="0" smtClean="0">
                <a:latin typeface="Constantia" pitchFamily="18" charset="0"/>
              </a:rPr>
              <a:t> </a:t>
            </a:r>
            <a:r>
              <a:rPr lang="en-US" dirty="0" err="1" smtClean="0">
                <a:latin typeface="Constantia" pitchFamily="18" charset="0"/>
              </a:rPr>
              <a:t>dàng</a:t>
            </a:r>
            <a:r>
              <a:rPr lang="en-US" dirty="0" smtClean="0">
                <a:latin typeface="Constantia" pitchFamily="18" charset="0"/>
              </a:rPr>
              <a:t> </a:t>
            </a:r>
            <a:r>
              <a:rPr lang="en-US" dirty="0" err="1" smtClean="0">
                <a:latin typeface="Constantia" pitchFamily="18" charset="0"/>
              </a:rPr>
              <a:t>tạo</a:t>
            </a:r>
            <a:r>
              <a:rPr lang="en-US" dirty="0" smtClean="0">
                <a:latin typeface="Constantia" pitchFamily="18" charset="0"/>
              </a:rPr>
              <a:t> </a:t>
            </a:r>
            <a:r>
              <a:rPr lang="en-US" dirty="0" err="1" smtClean="0">
                <a:latin typeface="Constantia" pitchFamily="18" charset="0"/>
              </a:rPr>
              <a:t>xung</a:t>
            </a:r>
            <a:r>
              <a:rPr lang="en-US" dirty="0" smtClean="0">
                <a:latin typeface="Constantia" pitchFamily="18" charset="0"/>
              </a:rPr>
              <a:t> </a:t>
            </a:r>
            <a:r>
              <a:rPr lang="en-US" dirty="0" err="1" smtClean="0">
                <a:latin typeface="Constantia" pitchFamily="18" charset="0"/>
              </a:rPr>
              <a:t>vuông</a:t>
            </a:r>
            <a:r>
              <a:rPr lang="en-US" dirty="0" smtClean="0">
                <a:latin typeface="Constantia" pitchFamily="18" charset="0"/>
              </a:rPr>
              <a:t> </a:t>
            </a:r>
            <a:r>
              <a:rPr lang="en-US" dirty="0" err="1" smtClean="0">
                <a:latin typeface="Constantia" pitchFamily="18" charset="0"/>
              </a:rPr>
              <a:t>và</a:t>
            </a:r>
            <a:r>
              <a:rPr lang="en-US" dirty="0" smtClean="0">
                <a:latin typeface="Constantia" pitchFamily="18" charset="0"/>
              </a:rPr>
              <a:t> </a:t>
            </a:r>
            <a:r>
              <a:rPr lang="en-US" dirty="0" err="1" smtClean="0">
                <a:latin typeface="Constantia" pitchFamily="18" charset="0"/>
              </a:rPr>
              <a:t>có</a:t>
            </a:r>
            <a:r>
              <a:rPr lang="en-US" dirty="0" smtClean="0">
                <a:latin typeface="Constantia" pitchFamily="18" charset="0"/>
              </a:rPr>
              <a:t> </a:t>
            </a:r>
            <a:r>
              <a:rPr lang="en-US" dirty="0" err="1" smtClean="0">
                <a:latin typeface="Constantia" pitchFamily="18" charset="0"/>
              </a:rPr>
              <a:t>thể</a:t>
            </a:r>
            <a:r>
              <a:rPr lang="en-US" dirty="0" smtClean="0">
                <a:latin typeface="Constantia" pitchFamily="18" charset="0"/>
              </a:rPr>
              <a:t> </a:t>
            </a:r>
            <a:r>
              <a:rPr lang="en-US" dirty="0" err="1" smtClean="0">
                <a:latin typeface="Constantia" pitchFamily="18" charset="0"/>
              </a:rPr>
              <a:t>thay</a:t>
            </a:r>
            <a:r>
              <a:rPr lang="en-US" dirty="0" smtClean="0">
                <a:latin typeface="Constantia" pitchFamily="18" charset="0"/>
              </a:rPr>
              <a:t> </a:t>
            </a:r>
            <a:r>
              <a:rPr lang="en-US" dirty="0" err="1" smtClean="0">
                <a:latin typeface="Constantia" pitchFamily="18" charset="0"/>
              </a:rPr>
              <a:t>đổi</a:t>
            </a:r>
            <a:r>
              <a:rPr lang="en-US" dirty="0" smtClean="0">
                <a:latin typeface="Constantia" pitchFamily="18" charset="0"/>
              </a:rPr>
              <a:t> </a:t>
            </a:r>
            <a:r>
              <a:rPr lang="en-US" dirty="0" err="1" smtClean="0">
                <a:latin typeface="Constantia" pitchFamily="18" charset="0"/>
              </a:rPr>
              <a:t>tần</a:t>
            </a:r>
            <a:r>
              <a:rPr lang="en-US" dirty="0" smtClean="0">
                <a:latin typeface="Constantia" pitchFamily="18" charset="0"/>
              </a:rPr>
              <a:t> </a:t>
            </a:r>
            <a:r>
              <a:rPr lang="en-US" dirty="0" err="1" smtClean="0">
                <a:latin typeface="Constantia" pitchFamily="18" charset="0"/>
              </a:rPr>
              <a:t>số</a:t>
            </a:r>
            <a:r>
              <a:rPr lang="en-US" dirty="0" smtClean="0">
                <a:latin typeface="Constantia" pitchFamily="18" charset="0"/>
              </a:rPr>
              <a:t> </a:t>
            </a:r>
            <a:r>
              <a:rPr lang="en-US" dirty="0" err="1" smtClean="0">
                <a:latin typeface="Constantia" pitchFamily="18" charset="0"/>
              </a:rPr>
              <a:t>tùy</a:t>
            </a:r>
            <a:r>
              <a:rPr lang="en-US" dirty="0" smtClean="0">
                <a:latin typeface="Constantia" pitchFamily="18" charset="0"/>
              </a:rPr>
              <a:t> </a:t>
            </a:r>
            <a:r>
              <a:rPr lang="en-US" dirty="0" err="1" smtClean="0">
                <a:latin typeface="Constantia" pitchFamily="18" charset="0"/>
              </a:rPr>
              <a:t>thích</a:t>
            </a:r>
            <a:endParaRPr lang="en-US" dirty="0" smtClean="0">
              <a:latin typeface="Constantia" pitchFamily="18" charset="0"/>
            </a:endParaRPr>
          </a:p>
          <a:p>
            <a:pPr>
              <a:buClr>
                <a:srgbClr val="C00000"/>
              </a:buClr>
              <a:buSzPct val="150000"/>
              <a:buFont typeface="Arial" pitchFamily="34" charset="0"/>
              <a:buChar char="•"/>
              <a:defRPr/>
            </a:pPr>
            <a:r>
              <a:rPr lang="en-US" dirty="0" err="1" smtClean="0">
                <a:latin typeface="Constantia" pitchFamily="18" charset="0"/>
              </a:rPr>
              <a:t>Sơ</a:t>
            </a:r>
            <a:r>
              <a:rPr lang="en-US" dirty="0" smtClean="0">
                <a:latin typeface="Constantia" pitchFamily="18" charset="0"/>
              </a:rPr>
              <a:t> </a:t>
            </a:r>
            <a:r>
              <a:rPr lang="en-US" dirty="0" err="1" smtClean="0">
                <a:latin typeface="Constantia" pitchFamily="18" charset="0"/>
              </a:rPr>
              <a:t>đồ</a:t>
            </a:r>
            <a:r>
              <a:rPr lang="en-US" dirty="0" smtClean="0">
                <a:latin typeface="Constantia" pitchFamily="18" charset="0"/>
              </a:rPr>
              <a:t> </a:t>
            </a:r>
            <a:r>
              <a:rPr lang="en-US" dirty="0" err="1" smtClean="0">
                <a:latin typeface="Constantia" pitchFamily="18" charset="0"/>
              </a:rPr>
              <a:t>mạch</a:t>
            </a:r>
            <a:r>
              <a:rPr lang="en-US" dirty="0" smtClean="0">
                <a:latin typeface="Constantia" pitchFamily="18" charset="0"/>
              </a:rPr>
              <a:t> </a:t>
            </a:r>
            <a:r>
              <a:rPr lang="en-US" dirty="0" err="1" smtClean="0">
                <a:latin typeface="Constantia" pitchFamily="18" charset="0"/>
              </a:rPr>
              <a:t>đơn</a:t>
            </a:r>
            <a:r>
              <a:rPr lang="en-US" dirty="0" smtClean="0">
                <a:latin typeface="Constantia" pitchFamily="18" charset="0"/>
              </a:rPr>
              <a:t> </a:t>
            </a:r>
            <a:r>
              <a:rPr lang="en-US" dirty="0" err="1" smtClean="0">
                <a:latin typeface="Constantia" pitchFamily="18" charset="0"/>
              </a:rPr>
              <a:t>giản</a:t>
            </a:r>
            <a:r>
              <a:rPr lang="en-US" dirty="0" smtClean="0">
                <a:latin typeface="Constantia" pitchFamily="18" charset="0"/>
              </a:rPr>
              <a:t> </a:t>
            </a:r>
            <a:r>
              <a:rPr lang="en-US" dirty="0" err="1" smtClean="0">
                <a:latin typeface="Constantia" pitchFamily="18" charset="0"/>
              </a:rPr>
              <a:t>và</a:t>
            </a:r>
            <a:r>
              <a:rPr lang="en-US" dirty="0" smtClean="0">
                <a:latin typeface="Constantia" pitchFamily="18" charset="0"/>
              </a:rPr>
              <a:t> </a:t>
            </a:r>
            <a:r>
              <a:rPr lang="en-US" dirty="0" err="1" smtClean="0">
                <a:latin typeface="Constantia" pitchFamily="18" charset="0"/>
              </a:rPr>
              <a:t>có</a:t>
            </a:r>
            <a:r>
              <a:rPr lang="en-US" dirty="0" smtClean="0">
                <a:latin typeface="Constantia" pitchFamily="18" charset="0"/>
              </a:rPr>
              <a:t> </a:t>
            </a:r>
            <a:r>
              <a:rPr lang="en-US" dirty="0" err="1" smtClean="0">
                <a:latin typeface="Constantia" pitchFamily="18" charset="0"/>
              </a:rPr>
              <a:t>khả</a:t>
            </a:r>
            <a:r>
              <a:rPr lang="en-US" dirty="0" smtClean="0">
                <a:latin typeface="Constantia" pitchFamily="18" charset="0"/>
              </a:rPr>
              <a:t> </a:t>
            </a:r>
            <a:r>
              <a:rPr lang="en-US" dirty="0" err="1" smtClean="0">
                <a:latin typeface="Constantia" pitchFamily="18" charset="0"/>
              </a:rPr>
              <a:t>năng</a:t>
            </a:r>
            <a:r>
              <a:rPr lang="en-US" dirty="0" smtClean="0">
                <a:latin typeface="Constantia" pitchFamily="18" charset="0"/>
              </a:rPr>
              <a:t> </a:t>
            </a:r>
            <a:r>
              <a:rPr lang="en-US" dirty="0" err="1" smtClean="0">
                <a:latin typeface="Constantia" pitchFamily="18" charset="0"/>
              </a:rPr>
              <a:t>thay</a:t>
            </a:r>
            <a:r>
              <a:rPr lang="en-US" dirty="0" smtClean="0">
                <a:latin typeface="Constantia" pitchFamily="18" charset="0"/>
              </a:rPr>
              <a:t> </a:t>
            </a:r>
            <a:r>
              <a:rPr lang="en-US" dirty="0" err="1" smtClean="0">
                <a:latin typeface="Constantia" pitchFamily="18" charset="0"/>
              </a:rPr>
              <a:t>đổi</a:t>
            </a:r>
            <a:r>
              <a:rPr lang="en-US" dirty="0" smtClean="0">
                <a:latin typeface="Constantia" pitchFamily="18" charset="0"/>
              </a:rPr>
              <a:t> </a:t>
            </a:r>
            <a:r>
              <a:rPr lang="en-US" dirty="0" err="1" smtClean="0">
                <a:latin typeface="Constantia" pitchFamily="18" charset="0"/>
              </a:rPr>
              <a:t>được</a:t>
            </a:r>
            <a:r>
              <a:rPr lang="en-US" dirty="0" smtClean="0">
                <a:latin typeface="Constantia" pitchFamily="18" charset="0"/>
              </a:rPr>
              <a:t> </a:t>
            </a:r>
            <a:r>
              <a:rPr lang="en-US" dirty="0" err="1" smtClean="0">
                <a:latin typeface="Constantia" pitchFamily="18" charset="0"/>
              </a:rPr>
              <a:t>độ</a:t>
            </a:r>
            <a:r>
              <a:rPr lang="en-US" dirty="0" smtClean="0">
                <a:latin typeface="Constantia" pitchFamily="18" charset="0"/>
              </a:rPr>
              <a:t> </a:t>
            </a:r>
            <a:r>
              <a:rPr lang="en-US" dirty="0" err="1" smtClean="0">
                <a:latin typeface="Constantia" pitchFamily="18" charset="0"/>
              </a:rPr>
              <a:t>rộng</a:t>
            </a:r>
            <a:r>
              <a:rPr lang="en-US" dirty="0" smtClean="0">
                <a:latin typeface="Constantia" pitchFamily="18" charset="0"/>
              </a:rPr>
              <a:t> </a:t>
            </a:r>
            <a:r>
              <a:rPr lang="en-US" dirty="0" err="1" smtClean="0">
                <a:latin typeface="Constantia" pitchFamily="18" charset="0"/>
              </a:rPr>
              <a:t>xung</a:t>
            </a:r>
            <a:r>
              <a:rPr lang="en-US" dirty="0" smtClean="0">
                <a:latin typeface="Constantia" pitchFamily="18" charset="0"/>
              </a:rPr>
              <a:t>. </a:t>
            </a:r>
          </a:p>
          <a:p>
            <a:r>
              <a:rPr lang="en-US" i="1" dirty="0" err="1" smtClean="0">
                <a:latin typeface="Constantia" pitchFamily="18" charset="0"/>
              </a:rPr>
              <a:t>Các</a:t>
            </a:r>
            <a:r>
              <a:rPr lang="en-US" i="1" dirty="0" smtClean="0">
                <a:latin typeface="Constantia" pitchFamily="18" charset="0"/>
              </a:rPr>
              <a:t> </a:t>
            </a:r>
            <a:r>
              <a:rPr lang="en-US" i="1" dirty="0" err="1" smtClean="0">
                <a:latin typeface="Constantia" pitchFamily="18" charset="0"/>
              </a:rPr>
              <a:t>tham</a:t>
            </a:r>
            <a:r>
              <a:rPr lang="en-US" i="1" dirty="0" smtClean="0">
                <a:latin typeface="Constantia" pitchFamily="18" charset="0"/>
              </a:rPr>
              <a:t> </a:t>
            </a:r>
            <a:r>
              <a:rPr lang="en-US" i="1" dirty="0" err="1" smtClean="0">
                <a:latin typeface="Constantia" pitchFamily="18" charset="0"/>
              </a:rPr>
              <a:t>số</a:t>
            </a:r>
            <a:r>
              <a:rPr lang="en-US" i="1" dirty="0" smtClean="0">
                <a:latin typeface="Constantia" pitchFamily="18" charset="0"/>
              </a:rPr>
              <a:t> </a:t>
            </a:r>
            <a:r>
              <a:rPr lang="en-US" i="1" dirty="0" err="1" smtClean="0">
                <a:latin typeface="Constantia" pitchFamily="18" charset="0"/>
              </a:rPr>
              <a:t>của</a:t>
            </a:r>
            <a:r>
              <a:rPr lang="en-US" i="1" dirty="0" smtClean="0">
                <a:latin typeface="Constantia" pitchFamily="18" charset="0"/>
              </a:rPr>
              <a:t> IC 555</a:t>
            </a:r>
            <a:endParaRPr lang="en-US" dirty="0" smtClean="0">
              <a:latin typeface="Constantia" pitchFamily="18" charset="0"/>
            </a:endParaRPr>
          </a:p>
          <a:p>
            <a:pPr lvl="0">
              <a:buNone/>
            </a:pPr>
            <a:r>
              <a:rPr lang="en-US" dirty="0" smtClean="0">
                <a:latin typeface="Constantia" pitchFamily="18" charset="0"/>
              </a:rPr>
              <a:t>	   </a:t>
            </a:r>
            <a:r>
              <a:rPr lang="en-US" dirty="0" err="1" smtClean="0">
                <a:latin typeface="Constantia" pitchFamily="18" charset="0"/>
              </a:rPr>
              <a:t>Điện</a:t>
            </a:r>
            <a:r>
              <a:rPr lang="en-US" dirty="0" smtClean="0">
                <a:latin typeface="Constantia" pitchFamily="18" charset="0"/>
              </a:rPr>
              <a:t> </a:t>
            </a:r>
            <a:r>
              <a:rPr lang="en-US" dirty="0" err="1" smtClean="0">
                <a:latin typeface="Constantia" pitchFamily="18" charset="0"/>
              </a:rPr>
              <a:t>áp</a:t>
            </a:r>
            <a:r>
              <a:rPr lang="en-US" dirty="0" smtClean="0">
                <a:latin typeface="Constantia" pitchFamily="18" charset="0"/>
              </a:rPr>
              <a:t> </a:t>
            </a:r>
            <a:r>
              <a:rPr lang="en-US" dirty="0" err="1" smtClean="0">
                <a:latin typeface="Constantia" pitchFamily="18" charset="0"/>
              </a:rPr>
              <a:t>đầu</a:t>
            </a:r>
            <a:r>
              <a:rPr lang="en-US" dirty="0" smtClean="0">
                <a:latin typeface="Constantia" pitchFamily="18" charset="0"/>
              </a:rPr>
              <a:t> </a:t>
            </a:r>
            <a:r>
              <a:rPr lang="en-US" dirty="0" err="1" smtClean="0">
                <a:latin typeface="Constantia" pitchFamily="18" charset="0"/>
              </a:rPr>
              <a:t>vào</a:t>
            </a:r>
            <a:r>
              <a:rPr lang="en-US" dirty="0" smtClean="0">
                <a:latin typeface="Constantia" pitchFamily="18" charset="0"/>
              </a:rPr>
              <a:t>: 2-18V</a:t>
            </a:r>
          </a:p>
          <a:p>
            <a:pPr lvl="0">
              <a:buNone/>
            </a:pPr>
            <a:r>
              <a:rPr lang="en-US" dirty="0" smtClean="0">
                <a:latin typeface="Constantia" pitchFamily="18" charset="0"/>
              </a:rPr>
              <a:t>	   </a:t>
            </a:r>
            <a:r>
              <a:rPr lang="en-US" dirty="0" err="1" smtClean="0">
                <a:latin typeface="Constantia" pitchFamily="18" charset="0"/>
              </a:rPr>
              <a:t>Dòng</a:t>
            </a:r>
            <a:r>
              <a:rPr lang="en-US" dirty="0" smtClean="0">
                <a:latin typeface="Constantia" pitchFamily="18" charset="0"/>
              </a:rPr>
              <a:t> </a:t>
            </a:r>
            <a:r>
              <a:rPr lang="en-US" dirty="0" err="1" smtClean="0">
                <a:latin typeface="Constantia" pitchFamily="18" charset="0"/>
              </a:rPr>
              <a:t>điện</a:t>
            </a:r>
            <a:r>
              <a:rPr lang="en-US" dirty="0" smtClean="0">
                <a:latin typeface="Constantia" pitchFamily="18" charset="0"/>
              </a:rPr>
              <a:t> </a:t>
            </a:r>
            <a:r>
              <a:rPr lang="en-US" dirty="0" err="1" smtClean="0">
                <a:latin typeface="Constantia" pitchFamily="18" charset="0"/>
              </a:rPr>
              <a:t>cung</a:t>
            </a:r>
            <a:r>
              <a:rPr lang="en-US" dirty="0" smtClean="0">
                <a:latin typeface="Constantia" pitchFamily="18" charset="0"/>
              </a:rPr>
              <a:t> </a:t>
            </a:r>
            <a:r>
              <a:rPr lang="en-US" dirty="0" err="1" smtClean="0">
                <a:latin typeface="Constantia" pitchFamily="18" charset="0"/>
              </a:rPr>
              <a:t>cấp</a:t>
            </a:r>
            <a:r>
              <a:rPr lang="en-US" dirty="0" smtClean="0">
                <a:latin typeface="Constantia" pitchFamily="18" charset="0"/>
              </a:rPr>
              <a:t>: 6mA-15mA</a:t>
            </a:r>
          </a:p>
          <a:p>
            <a:pPr lvl="0">
              <a:buNone/>
            </a:pPr>
            <a:r>
              <a:rPr lang="en-US" dirty="0" smtClean="0">
                <a:latin typeface="Constantia" pitchFamily="18" charset="0"/>
              </a:rPr>
              <a:t>	   </a:t>
            </a:r>
            <a:r>
              <a:rPr lang="en-US" dirty="0" err="1" smtClean="0">
                <a:latin typeface="Constantia" pitchFamily="18" charset="0"/>
              </a:rPr>
              <a:t>Điện</a:t>
            </a:r>
            <a:r>
              <a:rPr lang="en-US" dirty="0" smtClean="0">
                <a:latin typeface="Constantia" pitchFamily="18" charset="0"/>
              </a:rPr>
              <a:t> </a:t>
            </a:r>
            <a:r>
              <a:rPr lang="en-US" dirty="0" err="1" smtClean="0">
                <a:latin typeface="Constantia" pitchFamily="18" charset="0"/>
              </a:rPr>
              <a:t>áp</a:t>
            </a:r>
            <a:r>
              <a:rPr lang="en-US" dirty="0" smtClean="0">
                <a:latin typeface="Constantia" pitchFamily="18" charset="0"/>
              </a:rPr>
              <a:t> logic ở </a:t>
            </a:r>
            <a:r>
              <a:rPr lang="en-US" dirty="0" err="1" smtClean="0">
                <a:latin typeface="Constantia" pitchFamily="18" charset="0"/>
              </a:rPr>
              <a:t>mức</a:t>
            </a:r>
            <a:r>
              <a:rPr lang="en-US" dirty="0" smtClean="0">
                <a:latin typeface="Constantia" pitchFamily="18" charset="0"/>
              </a:rPr>
              <a:t> </a:t>
            </a:r>
            <a:r>
              <a:rPr lang="en-US" dirty="0" err="1" smtClean="0">
                <a:latin typeface="Constantia" pitchFamily="18" charset="0"/>
              </a:rPr>
              <a:t>cao</a:t>
            </a:r>
            <a:r>
              <a:rPr lang="en-US" dirty="0" smtClean="0">
                <a:latin typeface="Constantia" pitchFamily="18" charset="0"/>
              </a:rPr>
              <a:t>: 0,5-15V</a:t>
            </a:r>
          </a:p>
          <a:p>
            <a:pPr lvl="0">
              <a:buNone/>
            </a:pPr>
            <a:r>
              <a:rPr lang="en-US" dirty="0" smtClean="0">
                <a:latin typeface="Constantia" pitchFamily="18" charset="0"/>
              </a:rPr>
              <a:t>	   </a:t>
            </a:r>
            <a:r>
              <a:rPr lang="en-US" dirty="0" err="1" smtClean="0">
                <a:latin typeface="Constantia" pitchFamily="18" charset="0"/>
              </a:rPr>
              <a:t>Điện</a:t>
            </a:r>
            <a:r>
              <a:rPr lang="en-US" dirty="0" smtClean="0">
                <a:latin typeface="Constantia" pitchFamily="18" charset="0"/>
              </a:rPr>
              <a:t> </a:t>
            </a:r>
            <a:r>
              <a:rPr lang="en-US" dirty="0" err="1" smtClean="0">
                <a:latin typeface="Constantia" pitchFamily="18" charset="0"/>
              </a:rPr>
              <a:t>áp</a:t>
            </a:r>
            <a:r>
              <a:rPr lang="en-US" dirty="0" smtClean="0">
                <a:latin typeface="Constantia" pitchFamily="18" charset="0"/>
              </a:rPr>
              <a:t> logic ở </a:t>
            </a:r>
            <a:r>
              <a:rPr lang="en-US" dirty="0" err="1" smtClean="0">
                <a:latin typeface="Constantia" pitchFamily="18" charset="0"/>
              </a:rPr>
              <a:t>mức</a:t>
            </a:r>
            <a:r>
              <a:rPr lang="en-US" dirty="0" smtClean="0">
                <a:latin typeface="Constantia" pitchFamily="18" charset="0"/>
              </a:rPr>
              <a:t> </a:t>
            </a:r>
            <a:r>
              <a:rPr lang="en-US" dirty="0" err="1" smtClean="0">
                <a:latin typeface="Constantia" pitchFamily="18" charset="0"/>
              </a:rPr>
              <a:t>thấp</a:t>
            </a:r>
            <a:r>
              <a:rPr lang="en-US" dirty="0" smtClean="0">
                <a:latin typeface="Constantia" pitchFamily="18" charset="0"/>
              </a:rPr>
              <a:t>: 0,03-0,06V</a:t>
            </a:r>
          </a:p>
          <a:p>
            <a:pPr lvl="0">
              <a:buNone/>
            </a:pPr>
            <a:r>
              <a:rPr lang="en-US" dirty="0" smtClean="0">
                <a:latin typeface="Constantia" pitchFamily="18" charset="0"/>
              </a:rPr>
              <a:t>	   </a:t>
            </a:r>
            <a:r>
              <a:rPr lang="en-US" dirty="0" err="1" smtClean="0">
                <a:latin typeface="Constantia" pitchFamily="18" charset="0"/>
              </a:rPr>
              <a:t>Công</a:t>
            </a:r>
            <a:r>
              <a:rPr lang="en-US" dirty="0" smtClean="0">
                <a:latin typeface="Constantia" pitchFamily="18" charset="0"/>
              </a:rPr>
              <a:t> </a:t>
            </a:r>
            <a:r>
              <a:rPr lang="en-US" dirty="0" err="1" smtClean="0">
                <a:latin typeface="Constantia" pitchFamily="18" charset="0"/>
              </a:rPr>
              <a:t>suất</a:t>
            </a:r>
            <a:r>
              <a:rPr lang="en-US" dirty="0" smtClean="0">
                <a:latin typeface="Constantia" pitchFamily="18" charset="0"/>
              </a:rPr>
              <a:t> </a:t>
            </a:r>
            <a:r>
              <a:rPr lang="en-US" dirty="0" err="1" smtClean="0">
                <a:latin typeface="Constantia" pitchFamily="18" charset="0"/>
              </a:rPr>
              <a:t>cực</a:t>
            </a:r>
            <a:r>
              <a:rPr lang="en-US" dirty="0" smtClean="0">
                <a:latin typeface="Constantia" pitchFamily="18" charset="0"/>
              </a:rPr>
              <a:t> </a:t>
            </a:r>
            <a:r>
              <a:rPr lang="en-US" dirty="0" err="1" smtClean="0">
                <a:latin typeface="Constantia" pitchFamily="18" charset="0"/>
              </a:rPr>
              <a:t>đại</a:t>
            </a:r>
            <a:r>
              <a:rPr lang="en-US" dirty="0" smtClean="0">
                <a:latin typeface="Constantia" pitchFamily="18" charset="0"/>
              </a:rPr>
              <a:t>: 600mW</a:t>
            </a:r>
          </a:p>
          <a:p>
            <a:pPr>
              <a:buClr>
                <a:srgbClr val="C00000"/>
              </a:buClr>
              <a:buSzPct val="150000"/>
              <a:buFont typeface="Arial" pitchFamily="34" charset="0"/>
              <a:buChar char="•"/>
              <a:defRPr/>
            </a:pPr>
            <a:endParaRPr lang="en-US" dirty="0" smtClean="0"/>
          </a:p>
          <a:p>
            <a:pPr>
              <a:buClr>
                <a:srgbClr val="C00000"/>
              </a:buClr>
              <a:buSzPct val="150000"/>
              <a:buFont typeface="Arial" pitchFamily="34" charset="0"/>
              <a:buChar char="•"/>
              <a:defRPr/>
            </a:pPr>
            <a:endParaRPr lang="en-US" dirty="0">
              <a:latin typeface="Constantia" pitchFamily="18" charset="0"/>
            </a:endParaRPr>
          </a:p>
        </p:txBody>
      </p:sp>
      <p:grpSp>
        <p:nvGrpSpPr>
          <p:cNvPr id="55298" name="Group 2"/>
          <p:cNvGrpSpPr>
            <a:grpSpLocks/>
          </p:cNvGrpSpPr>
          <p:nvPr/>
        </p:nvGrpSpPr>
        <p:grpSpPr bwMode="auto">
          <a:xfrm>
            <a:off x="6172200" y="1828800"/>
            <a:ext cx="2743200" cy="2794000"/>
            <a:chOff x="4747" y="5743"/>
            <a:chExt cx="4186" cy="3801"/>
          </a:xfrm>
        </p:grpSpPr>
        <p:sp>
          <p:nvSpPr>
            <p:cNvPr id="55299" name="Text Box 3"/>
            <p:cNvSpPr txBox="1">
              <a:spLocks noChangeArrowheads="1"/>
            </p:cNvSpPr>
            <p:nvPr/>
          </p:nvSpPr>
          <p:spPr bwMode="auto">
            <a:xfrm>
              <a:off x="5992" y="9039"/>
              <a:ext cx="2260" cy="505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IC 555 </a:t>
              </a:r>
              <a:endPara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55300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4747" y="5743"/>
              <a:ext cx="4186" cy="3159"/>
            </a:xfrm>
            <a:prstGeom prst="rect">
              <a:avLst/>
            </a:prstGeom>
            <a:noFill/>
          </p:spPr>
        </p:pic>
      </p:grpSp>
      <p:sp>
        <p:nvSpPr>
          <p:cNvPr id="7" name="TextBox 6"/>
          <p:cNvSpPr txBox="1"/>
          <p:nvPr/>
        </p:nvSpPr>
        <p:spPr>
          <a:xfrm>
            <a:off x="5715000" y="4495800"/>
            <a:ext cx="3200400" cy="224676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buSzPct val="150000"/>
              <a:buFont typeface="Arial" pitchFamily="34" charset="0"/>
              <a:buChar char="•"/>
            </a:pPr>
            <a:r>
              <a:rPr lang="en-US" sz="2000" i="1" dirty="0" smtClean="0">
                <a:solidFill>
                  <a:srgbClr val="FF0000"/>
                </a:solidFill>
                <a:latin typeface="Constantia" pitchFamily="18" charset="0"/>
              </a:rPr>
              <a:t> </a:t>
            </a:r>
            <a:r>
              <a:rPr lang="en-US" sz="2000" i="1" dirty="0" err="1" smtClean="0">
                <a:solidFill>
                  <a:srgbClr val="FF0000"/>
                </a:solidFill>
                <a:latin typeface="Constantia" pitchFamily="18" charset="0"/>
              </a:rPr>
              <a:t>Ứng</a:t>
            </a:r>
            <a:r>
              <a:rPr lang="en-US" sz="2000" i="1" dirty="0" smtClean="0">
                <a:solidFill>
                  <a:srgbClr val="FF0000"/>
                </a:solidFill>
                <a:latin typeface="Constantia" pitchFamily="18" charset="0"/>
              </a:rPr>
              <a:t> </a:t>
            </a:r>
            <a:r>
              <a:rPr lang="en-US" sz="2000" i="1" dirty="0" err="1" smtClean="0">
                <a:solidFill>
                  <a:srgbClr val="FF0000"/>
                </a:solidFill>
                <a:latin typeface="Constantia" pitchFamily="18" charset="0"/>
              </a:rPr>
              <a:t>dụng</a:t>
            </a:r>
            <a:r>
              <a:rPr lang="en-US" sz="2000" i="1" dirty="0" smtClean="0">
                <a:solidFill>
                  <a:srgbClr val="FF0000"/>
                </a:solidFill>
                <a:latin typeface="Constantia" pitchFamily="18" charset="0"/>
              </a:rPr>
              <a:t> </a:t>
            </a:r>
            <a:r>
              <a:rPr lang="en-US" sz="2000" i="1" dirty="0" err="1" smtClean="0">
                <a:solidFill>
                  <a:srgbClr val="FF0000"/>
                </a:solidFill>
                <a:latin typeface="Constantia" pitchFamily="18" charset="0"/>
              </a:rPr>
              <a:t>của</a:t>
            </a:r>
            <a:r>
              <a:rPr lang="en-US" sz="2000" i="1" dirty="0" smtClean="0">
                <a:solidFill>
                  <a:srgbClr val="FF0000"/>
                </a:solidFill>
                <a:latin typeface="Constantia" pitchFamily="18" charset="0"/>
              </a:rPr>
              <a:t> IC 555</a:t>
            </a:r>
            <a:endParaRPr lang="en-US" sz="2000" dirty="0" smtClean="0">
              <a:solidFill>
                <a:srgbClr val="FF0000"/>
              </a:solidFill>
              <a:latin typeface="Constantia" pitchFamily="18" charset="0"/>
            </a:endParaRPr>
          </a:p>
          <a:p>
            <a:pPr lvl="0"/>
            <a:r>
              <a:rPr lang="en-US" sz="2000" dirty="0" err="1" smtClean="0">
                <a:latin typeface="Constantia" pitchFamily="18" charset="0"/>
              </a:rPr>
              <a:t>Là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thiết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bị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tạo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xung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chính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xác</a:t>
            </a:r>
            <a:endParaRPr lang="en-US" sz="2000" dirty="0" smtClean="0">
              <a:latin typeface="Constantia" pitchFamily="18" charset="0"/>
            </a:endParaRPr>
          </a:p>
          <a:p>
            <a:pPr lvl="0"/>
            <a:r>
              <a:rPr lang="en-US" sz="2000" dirty="0" err="1" smtClean="0">
                <a:latin typeface="Constantia" pitchFamily="18" charset="0"/>
              </a:rPr>
              <a:t>Máy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phát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xung</a:t>
            </a:r>
            <a:endParaRPr lang="en-US" sz="2000" dirty="0" smtClean="0">
              <a:latin typeface="Constantia" pitchFamily="18" charset="0"/>
            </a:endParaRPr>
          </a:p>
          <a:p>
            <a:pPr lvl="0"/>
            <a:r>
              <a:rPr lang="en-US" sz="2000" dirty="0" err="1" smtClean="0">
                <a:latin typeface="Constantia" pitchFamily="18" charset="0"/>
              </a:rPr>
              <a:t>Điều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chế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độ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rộng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xung</a:t>
            </a:r>
            <a:r>
              <a:rPr lang="en-US" sz="2000" dirty="0" smtClean="0">
                <a:latin typeface="Constantia" pitchFamily="18" charset="0"/>
              </a:rPr>
              <a:t> (PWM)</a:t>
            </a:r>
          </a:p>
          <a:p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609600"/>
            <a:ext cx="7772400" cy="808038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dirty="0" smtClean="0">
                <a:solidFill>
                  <a:srgbClr val="0033CC"/>
                </a:solidFill>
                <a:latin typeface="Constantia" pitchFamily="18" charset="0"/>
                <a:cs typeface="Times New Roman" pitchFamily="18" charset="0"/>
              </a:rPr>
              <a:t>5.3. </a:t>
            </a:r>
            <a:r>
              <a:rPr lang="en-US" dirty="0" err="1" smtClean="0">
                <a:solidFill>
                  <a:srgbClr val="0033CC"/>
                </a:solidFill>
                <a:latin typeface="Constantia" pitchFamily="18" charset="0"/>
                <a:cs typeface="Times New Roman" pitchFamily="18" charset="0"/>
              </a:rPr>
              <a:t>Mạch</a:t>
            </a:r>
            <a:r>
              <a:rPr lang="en-US" dirty="0" smtClean="0">
                <a:solidFill>
                  <a:srgbClr val="0033CC"/>
                </a:solidFill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33CC"/>
                </a:solidFill>
                <a:latin typeface="Constantia" pitchFamily="18" charset="0"/>
                <a:cs typeface="Times New Roman" pitchFamily="18" charset="0"/>
              </a:rPr>
              <a:t>định</a:t>
            </a:r>
            <a:r>
              <a:rPr lang="en-US" dirty="0" smtClean="0">
                <a:solidFill>
                  <a:srgbClr val="0033CC"/>
                </a:solidFill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33CC"/>
                </a:solidFill>
                <a:latin typeface="Constantia" pitchFamily="18" charset="0"/>
                <a:cs typeface="Times New Roman" pitchFamily="18" charset="0"/>
              </a:rPr>
              <a:t>thời</a:t>
            </a:r>
            <a:r>
              <a:rPr lang="en-US" dirty="0" smtClean="0">
                <a:solidFill>
                  <a:srgbClr val="0033CC"/>
                </a:solidFill>
                <a:latin typeface="Constantia" pitchFamily="18" charset="0"/>
                <a:cs typeface="Times New Roman" pitchFamily="18" charset="0"/>
              </a:rPr>
              <a:t> 555</a:t>
            </a:r>
            <a:endParaRPr lang="en-US" dirty="0">
              <a:solidFill>
                <a:srgbClr val="0033CC"/>
              </a:solidFill>
              <a:latin typeface="Constantia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143000" y="1752600"/>
            <a:ext cx="7790688" cy="4495800"/>
          </a:xfrm>
        </p:spPr>
        <p:txBody>
          <a:bodyPr/>
          <a:lstStyle/>
          <a:p>
            <a:pPr>
              <a:buClr>
                <a:srgbClr val="C00000"/>
              </a:buClr>
              <a:buFont typeface="Wingdings" pitchFamily="2" charset="2"/>
              <a:buChar char="Ø"/>
              <a:defRPr/>
            </a:pP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Sơ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đồ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chân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IC 555 </a:t>
            </a:r>
            <a:endParaRPr lang="en-US" dirty="0">
              <a:latin typeface="Constantia" pitchFamily="18" charset="0"/>
            </a:endParaRPr>
          </a:p>
        </p:txBody>
      </p:sp>
      <p:grpSp>
        <p:nvGrpSpPr>
          <p:cNvPr id="56322" name="Group 2"/>
          <p:cNvGrpSpPr>
            <a:grpSpLocks/>
          </p:cNvGrpSpPr>
          <p:nvPr/>
        </p:nvGrpSpPr>
        <p:grpSpPr bwMode="auto">
          <a:xfrm>
            <a:off x="1143000" y="2514600"/>
            <a:ext cx="6477000" cy="3870325"/>
            <a:chOff x="1266" y="7463"/>
            <a:chExt cx="6595" cy="5133"/>
          </a:xfrm>
        </p:grpSpPr>
        <p:sp>
          <p:nvSpPr>
            <p:cNvPr id="56323" name="Text Box 3"/>
            <p:cNvSpPr txBox="1">
              <a:spLocks noChangeArrowheads="1"/>
            </p:cNvSpPr>
            <p:nvPr/>
          </p:nvSpPr>
          <p:spPr bwMode="auto">
            <a:xfrm>
              <a:off x="2534" y="12091"/>
              <a:ext cx="5043" cy="505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Hình 3.27. Sơ đồ bên trong của IC 555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56324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266" y="7463"/>
              <a:ext cx="6595" cy="4463"/>
            </a:xfrm>
            <a:prstGeom prst="rect">
              <a:avLst/>
            </a:prstGeom>
            <a:noFill/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609600"/>
            <a:ext cx="7772400" cy="808038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dirty="0" smtClean="0">
                <a:solidFill>
                  <a:srgbClr val="0033CC"/>
                </a:solidFill>
                <a:latin typeface="Constantia" pitchFamily="18" charset="0"/>
                <a:cs typeface="Times New Roman" pitchFamily="18" charset="0"/>
              </a:rPr>
              <a:t>5.3. </a:t>
            </a:r>
            <a:r>
              <a:rPr lang="en-US" dirty="0" err="1" smtClean="0">
                <a:solidFill>
                  <a:srgbClr val="0033CC"/>
                </a:solidFill>
                <a:latin typeface="Constantia" pitchFamily="18" charset="0"/>
                <a:cs typeface="Times New Roman" pitchFamily="18" charset="0"/>
              </a:rPr>
              <a:t>Mạch</a:t>
            </a:r>
            <a:r>
              <a:rPr lang="en-US" dirty="0" smtClean="0">
                <a:solidFill>
                  <a:srgbClr val="0033CC"/>
                </a:solidFill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33CC"/>
                </a:solidFill>
                <a:latin typeface="Constantia" pitchFamily="18" charset="0"/>
                <a:cs typeface="Times New Roman" pitchFamily="18" charset="0"/>
              </a:rPr>
              <a:t>định</a:t>
            </a:r>
            <a:r>
              <a:rPr lang="en-US" dirty="0" smtClean="0">
                <a:solidFill>
                  <a:srgbClr val="0033CC"/>
                </a:solidFill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33CC"/>
                </a:solidFill>
                <a:latin typeface="Constantia" pitchFamily="18" charset="0"/>
                <a:cs typeface="Times New Roman" pitchFamily="18" charset="0"/>
              </a:rPr>
              <a:t>thời</a:t>
            </a:r>
            <a:r>
              <a:rPr lang="en-US" dirty="0" smtClean="0">
                <a:solidFill>
                  <a:srgbClr val="0033CC"/>
                </a:solidFill>
                <a:latin typeface="Constantia" pitchFamily="18" charset="0"/>
                <a:cs typeface="Times New Roman" pitchFamily="18" charset="0"/>
              </a:rPr>
              <a:t> 555</a:t>
            </a:r>
            <a:endParaRPr lang="en-US" dirty="0">
              <a:solidFill>
                <a:srgbClr val="0033CC"/>
              </a:solidFill>
              <a:latin typeface="Constantia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600200"/>
            <a:ext cx="8628888" cy="5029200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  <a:buClr>
                <a:srgbClr val="C00000"/>
              </a:buClr>
              <a:buFont typeface="Wingdings" pitchFamily="2" charset="2"/>
              <a:buChar char="Ø"/>
              <a:defRPr/>
            </a:pPr>
            <a:r>
              <a:rPr lang="en-US" sz="1600" b="1" i="1" dirty="0" err="1" smtClean="0">
                <a:solidFill>
                  <a:srgbClr val="C00000"/>
                </a:solidFill>
                <a:latin typeface="Constantia" pitchFamily="18" charset="0"/>
                <a:cs typeface="Times New Roman" pitchFamily="18" charset="0"/>
              </a:rPr>
              <a:t>Chức</a:t>
            </a:r>
            <a:r>
              <a:rPr lang="en-US" sz="1600" b="1" i="1" dirty="0" smtClean="0">
                <a:solidFill>
                  <a:srgbClr val="C00000"/>
                </a:solidFill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600" b="1" i="1" dirty="0" err="1" smtClean="0">
                <a:solidFill>
                  <a:srgbClr val="C00000"/>
                </a:solidFill>
                <a:latin typeface="Constantia" pitchFamily="18" charset="0"/>
                <a:cs typeface="Times New Roman" pitchFamily="18" charset="0"/>
              </a:rPr>
              <a:t>năng</a:t>
            </a:r>
            <a:r>
              <a:rPr lang="en-US" sz="1600" b="1" i="1" dirty="0" smtClean="0">
                <a:solidFill>
                  <a:srgbClr val="C00000"/>
                </a:solidFill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600" b="1" i="1" dirty="0" err="1" smtClean="0">
                <a:solidFill>
                  <a:srgbClr val="C00000"/>
                </a:solidFill>
                <a:latin typeface="Constantia" pitchFamily="18" charset="0"/>
                <a:cs typeface="Times New Roman" pitchFamily="18" charset="0"/>
              </a:rPr>
              <a:t>từng</a:t>
            </a:r>
            <a:r>
              <a:rPr lang="en-US" sz="1600" b="1" i="1" dirty="0" smtClean="0">
                <a:solidFill>
                  <a:srgbClr val="C00000"/>
                </a:solidFill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600" b="1" i="1" dirty="0" err="1" smtClean="0">
                <a:solidFill>
                  <a:srgbClr val="C00000"/>
                </a:solidFill>
                <a:latin typeface="Constantia" pitchFamily="18" charset="0"/>
                <a:cs typeface="Times New Roman" pitchFamily="18" charset="0"/>
              </a:rPr>
              <a:t>chân</a:t>
            </a:r>
            <a:r>
              <a:rPr lang="en-US" sz="1600" b="1" i="1" dirty="0" smtClean="0">
                <a:solidFill>
                  <a:srgbClr val="C00000"/>
                </a:solidFill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1600" b="1" i="1" dirty="0" err="1" smtClean="0">
                <a:solidFill>
                  <a:srgbClr val="C00000"/>
                </a:solidFill>
                <a:latin typeface="Constantia" pitchFamily="18" charset="0"/>
                <a:cs typeface="Times New Roman" pitchFamily="18" charset="0"/>
              </a:rPr>
              <a:t>của</a:t>
            </a:r>
            <a:r>
              <a:rPr lang="en-US" sz="1600" b="1" i="1" dirty="0" smtClean="0">
                <a:solidFill>
                  <a:srgbClr val="C00000"/>
                </a:solidFill>
                <a:latin typeface="Constantia" pitchFamily="18" charset="0"/>
                <a:cs typeface="Times New Roman" pitchFamily="18" charset="0"/>
              </a:rPr>
              <a:t> IC 555</a:t>
            </a:r>
          </a:p>
          <a:p>
            <a:pPr lvl="0">
              <a:lnSpc>
                <a:spcPct val="120000"/>
              </a:lnSpc>
            </a:pPr>
            <a:r>
              <a:rPr lang="en-US" sz="1600" b="1" dirty="0" err="1" smtClean="0">
                <a:latin typeface="Constantia" pitchFamily="18" charset="0"/>
              </a:rPr>
              <a:t>Chân</a:t>
            </a:r>
            <a:r>
              <a:rPr lang="en-US" sz="1600" b="1" dirty="0" smtClean="0">
                <a:latin typeface="Constantia" pitchFamily="18" charset="0"/>
              </a:rPr>
              <a:t> </a:t>
            </a:r>
            <a:r>
              <a:rPr lang="en-US" sz="1600" b="1" dirty="0" err="1" smtClean="0">
                <a:latin typeface="Constantia" pitchFamily="18" charset="0"/>
              </a:rPr>
              <a:t>số</a:t>
            </a:r>
            <a:r>
              <a:rPr lang="en-US" sz="1600" b="1" dirty="0" smtClean="0">
                <a:latin typeface="Constantia" pitchFamily="18" charset="0"/>
              </a:rPr>
              <a:t> 1(GND)</a:t>
            </a:r>
            <a:r>
              <a:rPr lang="en-US" sz="1600" dirty="0" smtClean="0">
                <a:latin typeface="Constantia" pitchFamily="18" charset="0"/>
              </a:rPr>
              <a:t>: </a:t>
            </a:r>
            <a:r>
              <a:rPr lang="en-US" sz="1600" dirty="0" err="1" smtClean="0">
                <a:latin typeface="Constantia" pitchFamily="18" charset="0"/>
              </a:rPr>
              <a:t>là</a:t>
            </a:r>
            <a:r>
              <a:rPr lang="en-US" sz="1600" dirty="0" smtClean="0">
                <a:latin typeface="Constantia" pitchFamily="18" charset="0"/>
              </a:rPr>
              <a:t> </a:t>
            </a:r>
            <a:r>
              <a:rPr lang="en-US" sz="1600" dirty="0" err="1" smtClean="0">
                <a:latin typeface="Constantia" pitchFamily="18" charset="0"/>
              </a:rPr>
              <a:t>chân</a:t>
            </a:r>
            <a:r>
              <a:rPr lang="en-US" sz="1600" dirty="0" smtClean="0">
                <a:latin typeface="Constantia" pitchFamily="18" charset="0"/>
              </a:rPr>
              <a:t> </a:t>
            </a:r>
            <a:r>
              <a:rPr lang="en-US" sz="1600" dirty="0" err="1" smtClean="0">
                <a:latin typeface="Constantia" pitchFamily="18" charset="0"/>
              </a:rPr>
              <a:t>nối</a:t>
            </a:r>
            <a:r>
              <a:rPr lang="en-US" sz="1600" dirty="0" smtClean="0">
                <a:latin typeface="Constantia" pitchFamily="18" charset="0"/>
              </a:rPr>
              <a:t> </a:t>
            </a:r>
            <a:r>
              <a:rPr lang="en-US" sz="1600" dirty="0" err="1" smtClean="0">
                <a:latin typeface="Constantia" pitchFamily="18" charset="0"/>
              </a:rPr>
              <a:t>đất</a:t>
            </a:r>
            <a:r>
              <a:rPr lang="en-US" sz="1600" dirty="0" smtClean="0">
                <a:latin typeface="Constantia" pitchFamily="18" charset="0"/>
              </a:rPr>
              <a:t> </a:t>
            </a:r>
            <a:r>
              <a:rPr lang="en-US" sz="1600" dirty="0" err="1" smtClean="0">
                <a:latin typeface="Constantia" pitchFamily="18" charset="0"/>
              </a:rPr>
              <a:t>để</a:t>
            </a:r>
            <a:r>
              <a:rPr lang="en-US" sz="1600" dirty="0" smtClean="0">
                <a:latin typeface="Constantia" pitchFamily="18" charset="0"/>
              </a:rPr>
              <a:t> </a:t>
            </a:r>
            <a:r>
              <a:rPr lang="en-US" sz="1600" dirty="0" err="1" smtClean="0">
                <a:latin typeface="Constantia" pitchFamily="18" charset="0"/>
              </a:rPr>
              <a:t>lấy</a:t>
            </a:r>
            <a:r>
              <a:rPr lang="en-US" sz="1600" dirty="0" smtClean="0">
                <a:latin typeface="Constantia" pitchFamily="18" charset="0"/>
              </a:rPr>
              <a:t> </a:t>
            </a:r>
            <a:r>
              <a:rPr lang="en-US" sz="1600" dirty="0" err="1" smtClean="0">
                <a:latin typeface="Constantia" pitchFamily="18" charset="0"/>
              </a:rPr>
              <a:t>dòng</a:t>
            </a:r>
            <a:r>
              <a:rPr lang="en-US" sz="1600" dirty="0" smtClean="0">
                <a:latin typeface="Constantia" pitchFamily="18" charset="0"/>
              </a:rPr>
              <a:t> </a:t>
            </a:r>
            <a:r>
              <a:rPr lang="en-US" sz="1600" dirty="0" err="1" smtClean="0">
                <a:latin typeface="Constantia" pitchFamily="18" charset="0"/>
              </a:rPr>
              <a:t>cấp</a:t>
            </a:r>
            <a:r>
              <a:rPr lang="en-US" sz="1600" dirty="0" smtClean="0">
                <a:latin typeface="Constantia" pitchFamily="18" charset="0"/>
              </a:rPr>
              <a:t> </a:t>
            </a:r>
            <a:r>
              <a:rPr lang="en-US" sz="1600" dirty="0" err="1" smtClean="0">
                <a:latin typeface="Constantia" pitchFamily="18" charset="0"/>
              </a:rPr>
              <a:t>cho</a:t>
            </a:r>
            <a:r>
              <a:rPr lang="en-US" sz="1600" dirty="0" smtClean="0">
                <a:latin typeface="Constantia" pitchFamily="18" charset="0"/>
              </a:rPr>
              <a:t> IC</a:t>
            </a:r>
          </a:p>
          <a:p>
            <a:pPr lvl="0">
              <a:lnSpc>
                <a:spcPct val="120000"/>
              </a:lnSpc>
            </a:pPr>
            <a:r>
              <a:rPr lang="en-US" sz="1600" b="1" dirty="0" err="1" smtClean="0">
                <a:latin typeface="Constantia" pitchFamily="18" charset="0"/>
              </a:rPr>
              <a:t>Chân</a:t>
            </a:r>
            <a:r>
              <a:rPr lang="en-US" sz="1600" b="1" dirty="0" smtClean="0">
                <a:latin typeface="Constantia" pitchFamily="18" charset="0"/>
              </a:rPr>
              <a:t> </a:t>
            </a:r>
            <a:r>
              <a:rPr lang="en-US" sz="1600" b="1" dirty="0" err="1" smtClean="0">
                <a:latin typeface="Constantia" pitchFamily="18" charset="0"/>
              </a:rPr>
              <a:t>số</a:t>
            </a:r>
            <a:r>
              <a:rPr lang="en-US" sz="1600" b="1" dirty="0" smtClean="0">
                <a:latin typeface="Constantia" pitchFamily="18" charset="0"/>
              </a:rPr>
              <a:t> 2 (TRIGGER)</a:t>
            </a:r>
            <a:r>
              <a:rPr lang="en-US" sz="1600" dirty="0" smtClean="0">
                <a:latin typeface="Constantia" pitchFamily="18" charset="0"/>
              </a:rPr>
              <a:t>: </a:t>
            </a:r>
            <a:r>
              <a:rPr lang="en-US" sz="1600" dirty="0" err="1" smtClean="0">
                <a:latin typeface="Constantia" pitchFamily="18" charset="0"/>
              </a:rPr>
              <a:t>là</a:t>
            </a:r>
            <a:r>
              <a:rPr lang="en-US" sz="1600" dirty="0" smtClean="0">
                <a:latin typeface="Constantia" pitchFamily="18" charset="0"/>
              </a:rPr>
              <a:t> </a:t>
            </a:r>
            <a:r>
              <a:rPr lang="en-US" sz="1600" dirty="0" err="1" smtClean="0">
                <a:latin typeface="Constantia" pitchFamily="18" charset="0"/>
              </a:rPr>
              <a:t>chân</a:t>
            </a:r>
            <a:r>
              <a:rPr lang="en-US" sz="1600" dirty="0" smtClean="0">
                <a:latin typeface="Constantia" pitchFamily="18" charset="0"/>
              </a:rPr>
              <a:t> </a:t>
            </a:r>
            <a:r>
              <a:rPr lang="en-US" sz="1600" dirty="0" err="1" smtClean="0">
                <a:latin typeface="Constantia" pitchFamily="18" charset="0"/>
              </a:rPr>
              <a:t>đầu</a:t>
            </a:r>
            <a:r>
              <a:rPr lang="en-US" sz="1600" dirty="0" smtClean="0">
                <a:latin typeface="Constantia" pitchFamily="18" charset="0"/>
              </a:rPr>
              <a:t> </a:t>
            </a:r>
            <a:r>
              <a:rPr lang="en-US" sz="1600" dirty="0" err="1" smtClean="0">
                <a:latin typeface="Constantia" pitchFamily="18" charset="0"/>
              </a:rPr>
              <a:t>vào</a:t>
            </a:r>
            <a:r>
              <a:rPr lang="en-US" sz="1600" dirty="0" smtClean="0">
                <a:latin typeface="Constantia" pitchFamily="18" charset="0"/>
              </a:rPr>
              <a:t> (</a:t>
            </a:r>
            <a:r>
              <a:rPr lang="en-US" sz="1600" dirty="0" err="1" smtClean="0">
                <a:latin typeface="Constantia" pitchFamily="18" charset="0"/>
              </a:rPr>
              <a:t>kích</a:t>
            </a:r>
            <a:r>
              <a:rPr lang="en-US" sz="1600" dirty="0" smtClean="0">
                <a:latin typeface="Constantia" pitchFamily="18" charset="0"/>
              </a:rPr>
              <a:t> </a:t>
            </a:r>
            <a:r>
              <a:rPr lang="en-US" sz="1600" dirty="0" err="1" smtClean="0">
                <a:latin typeface="Constantia" pitchFamily="18" charset="0"/>
              </a:rPr>
              <a:t>khởi</a:t>
            </a:r>
            <a:r>
              <a:rPr lang="en-US" sz="1600" dirty="0" smtClean="0">
                <a:latin typeface="Constantia" pitchFamily="18" charset="0"/>
              </a:rPr>
              <a:t>), </a:t>
            </a:r>
            <a:r>
              <a:rPr lang="en-US" sz="1600" dirty="0" err="1" smtClean="0">
                <a:latin typeface="Constantia" pitchFamily="18" charset="0"/>
              </a:rPr>
              <a:t>với</a:t>
            </a:r>
            <a:r>
              <a:rPr lang="en-US" sz="1600" dirty="0" smtClean="0">
                <a:latin typeface="Constantia" pitchFamily="18" charset="0"/>
              </a:rPr>
              <a:t> </a:t>
            </a:r>
            <a:r>
              <a:rPr lang="en-US" sz="1600" dirty="0" err="1" smtClean="0">
                <a:latin typeface="Constantia" pitchFamily="18" charset="0"/>
              </a:rPr>
              <a:t>mức</a:t>
            </a:r>
            <a:r>
              <a:rPr lang="en-US" sz="1600" dirty="0" smtClean="0">
                <a:latin typeface="Constantia" pitchFamily="18" charset="0"/>
              </a:rPr>
              <a:t> </a:t>
            </a:r>
            <a:r>
              <a:rPr lang="en-US" sz="1600" dirty="0" err="1" smtClean="0">
                <a:latin typeface="Constantia" pitchFamily="18" charset="0"/>
              </a:rPr>
              <a:t>điện</a:t>
            </a:r>
            <a:r>
              <a:rPr lang="en-US" sz="1600" dirty="0" smtClean="0">
                <a:latin typeface="Constantia" pitchFamily="18" charset="0"/>
              </a:rPr>
              <a:t> </a:t>
            </a:r>
            <a:r>
              <a:rPr lang="en-US" sz="1600" dirty="0" err="1" smtClean="0">
                <a:latin typeface="Constantia" pitchFamily="18" charset="0"/>
              </a:rPr>
              <a:t>áp</a:t>
            </a:r>
            <a:r>
              <a:rPr lang="en-US" sz="1600" dirty="0" smtClean="0">
                <a:latin typeface="Constantia" pitchFamily="18" charset="0"/>
              </a:rPr>
              <a:t> </a:t>
            </a:r>
            <a:r>
              <a:rPr lang="en-US" sz="1600" dirty="0" err="1" smtClean="0">
                <a:latin typeface="Constantia" pitchFamily="18" charset="0"/>
              </a:rPr>
              <a:t>chuẩn</a:t>
            </a:r>
            <a:r>
              <a:rPr lang="en-US" sz="1600" dirty="0" smtClean="0">
                <a:latin typeface="Constantia" pitchFamily="18" charset="0"/>
              </a:rPr>
              <a:t> </a:t>
            </a:r>
            <a:r>
              <a:rPr lang="en-US" sz="1600" dirty="0" err="1" smtClean="0">
                <a:latin typeface="Constantia" pitchFamily="18" charset="0"/>
              </a:rPr>
              <a:t>là</a:t>
            </a:r>
            <a:r>
              <a:rPr lang="en-US" sz="1600" dirty="0" smtClean="0">
                <a:latin typeface="Constantia" pitchFamily="18" charset="0"/>
              </a:rPr>
              <a:t> 1/3V</a:t>
            </a:r>
            <a:r>
              <a:rPr lang="en-US" sz="1600" baseline="-25000" dirty="0" smtClean="0">
                <a:latin typeface="Constantia" pitchFamily="18" charset="0"/>
              </a:rPr>
              <a:t>CC</a:t>
            </a:r>
            <a:endParaRPr lang="en-US" sz="1600" dirty="0" smtClean="0">
              <a:latin typeface="Constantia" pitchFamily="18" charset="0"/>
            </a:endParaRPr>
          </a:p>
          <a:p>
            <a:pPr lvl="0">
              <a:lnSpc>
                <a:spcPct val="120000"/>
              </a:lnSpc>
            </a:pPr>
            <a:r>
              <a:rPr lang="en-US" sz="1600" b="1" dirty="0" err="1" smtClean="0">
                <a:latin typeface="Constantia" pitchFamily="18" charset="0"/>
              </a:rPr>
              <a:t>Chân</a:t>
            </a:r>
            <a:r>
              <a:rPr lang="en-US" sz="1600" b="1" dirty="0" smtClean="0">
                <a:latin typeface="Constantia" pitchFamily="18" charset="0"/>
              </a:rPr>
              <a:t> </a:t>
            </a:r>
            <a:r>
              <a:rPr lang="en-US" sz="1600" b="1" dirty="0" err="1" smtClean="0">
                <a:latin typeface="Constantia" pitchFamily="18" charset="0"/>
              </a:rPr>
              <a:t>số</a:t>
            </a:r>
            <a:r>
              <a:rPr lang="en-US" sz="1600" b="1" dirty="0" smtClean="0">
                <a:latin typeface="Constantia" pitchFamily="18" charset="0"/>
              </a:rPr>
              <a:t> 3 (OUTPUT)</a:t>
            </a:r>
            <a:r>
              <a:rPr lang="en-US" sz="1600" dirty="0" smtClean="0">
                <a:latin typeface="Constantia" pitchFamily="18" charset="0"/>
              </a:rPr>
              <a:t>: </a:t>
            </a:r>
            <a:r>
              <a:rPr lang="en-US" sz="1600" dirty="0" err="1" smtClean="0">
                <a:latin typeface="Constantia" pitchFamily="18" charset="0"/>
              </a:rPr>
              <a:t>là</a:t>
            </a:r>
            <a:r>
              <a:rPr lang="en-US" sz="1600" dirty="0" smtClean="0">
                <a:latin typeface="Constantia" pitchFamily="18" charset="0"/>
              </a:rPr>
              <a:t> </a:t>
            </a:r>
            <a:r>
              <a:rPr lang="en-US" sz="1600" dirty="0" err="1" smtClean="0">
                <a:latin typeface="Constantia" pitchFamily="18" charset="0"/>
              </a:rPr>
              <a:t>chân</a:t>
            </a:r>
            <a:r>
              <a:rPr lang="en-US" sz="1600" dirty="0" smtClean="0">
                <a:latin typeface="Constantia" pitchFamily="18" charset="0"/>
              </a:rPr>
              <a:t> </a:t>
            </a:r>
            <a:r>
              <a:rPr lang="en-US" sz="1600" dirty="0" err="1" smtClean="0">
                <a:latin typeface="Constantia" pitchFamily="18" charset="0"/>
              </a:rPr>
              <a:t>đầu</a:t>
            </a:r>
            <a:r>
              <a:rPr lang="en-US" sz="1600" dirty="0" smtClean="0">
                <a:latin typeface="Constantia" pitchFamily="18" charset="0"/>
              </a:rPr>
              <a:t> </a:t>
            </a:r>
            <a:r>
              <a:rPr lang="en-US" sz="1600" dirty="0" err="1" smtClean="0">
                <a:latin typeface="Constantia" pitchFamily="18" charset="0"/>
              </a:rPr>
              <a:t>ra</a:t>
            </a:r>
            <a:r>
              <a:rPr lang="en-US" sz="1600" dirty="0" smtClean="0">
                <a:latin typeface="Constantia" pitchFamily="18" charset="0"/>
              </a:rPr>
              <a:t>, </a:t>
            </a:r>
            <a:r>
              <a:rPr lang="en-US" sz="1600" dirty="0" err="1" smtClean="0">
                <a:latin typeface="Constantia" pitchFamily="18" charset="0"/>
              </a:rPr>
              <a:t>thường</a:t>
            </a:r>
            <a:r>
              <a:rPr lang="en-US" sz="1600" dirty="0" smtClean="0">
                <a:latin typeface="Constantia" pitchFamily="18" charset="0"/>
              </a:rPr>
              <a:t> ở </a:t>
            </a:r>
            <a:r>
              <a:rPr lang="en-US" sz="1600" dirty="0" err="1" smtClean="0">
                <a:latin typeface="Constantia" pitchFamily="18" charset="0"/>
              </a:rPr>
              <a:t>mức</a:t>
            </a:r>
            <a:r>
              <a:rPr lang="en-US" sz="1600" dirty="0" smtClean="0">
                <a:latin typeface="Constantia" pitchFamily="18" charset="0"/>
              </a:rPr>
              <a:t> </a:t>
            </a:r>
            <a:r>
              <a:rPr lang="en-US" sz="1600" dirty="0" err="1" smtClean="0">
                <a:latin typeface="Constantia" pitchFamily="18" charset="0"/>
              </a:rPr>
              <a:t>điện</a:t>
            </a:r>
            <a:r>
              <a:rPr lang="en-US" sz="1600" dirty="0" smtClean="0">
                <a:latin typeface="Constantia" pitchFamily="18" charset="0"/>
              </a:rPr>
              <a:t> </a:t>
            </a:r>
            <a:r>
              <a:rPr lang="en-US" sz="1600" dirty="0" err="1" smtClean="0">
                <a:latin typeface="Constantia" pitchFamily="18" charset="0"/>
              </a:rPr>
              <a:t>áp</a:t>
            </a:r>
            <a:r>
              <a:rPr lang="en-US" sz="1600" dirty="0" smtClean="0">
                <a:latin typeface="Constantia" pitchFamily="18" charset="0"/>
              </a:rPr>
              <a:t> </a:t>
            </a:r>
            <a:r>
              <a:rPr lang="en-US" sz="1600" dirty="0" err="1" smtClean="0">
                <a:latin typeface="Constantia" pitchFamily="18" charset="0"/>
              </a:rPr>
              <a:t>thấp</a:t>
            </a:r>
            <a:r>
              <a:rPr lang="en-US" sz="1600" dirty="0" smtClean="0">
                <a:latin typeface="Constantia" pitchFamily="18" charset="0"/>
              </a:rPr>
              <a:t> </a:t>
            </a:r>
            <a:r>
              <a:rPr lang="en-US" sz="1600" dirty="0" err="1" smtClean="0">
                <a:latin typeface="Constantia" pitchFamily="18" charset="0"/>
              </a:rPr>
              <a:t>và</a:t>
            </a:r>
            <a:r>
              <a:rPr lang="en-US" sz="1600" dirty="0" smtClean="0">
                <a:latin typeface="Constantia" pitchFamily="18" charset="0"/>
              </a:rPr>
              <a:t> </a:t>
            </a:r>
            <a:r>
              <a:rPr lang="en-US" sz="1600" dirty="0" err="1" smtClean="0">
                <a:latin typeface="Constantia" pitchFamily="18" charset="0"/>
              </a:rPr>
              <a:t>chỉ</a:t>
            </a:r>
            <a:r>
              <a:rPr lang="en-US" sz="1600" dirty="0" smtClean="0">
                <a:latin typeface="Constantia" pitchFamily="18" charset="0"/>
              </a:rPr>
              <a:t> ở </a:t>
            </a:r>
            <a:r>
              <a:rPr lang="en-US" sz="1600" dirty="0" err="1" smtClean="0">
                <a:latin typeface="Constantia" pitchFamily="18" charset="0"/>
              </a:rPr>
              <a:t>trạng</a:t>
            </a:r>
            <a:r>
              <a:rPr lang="en-US" sz="1600" dirty="0" smtClean="0">
                <a:latin typeface="Constantia" pitchFamily="18" charset="0"/>
              </a:rPr>
              <a:t> </a:t>
            </a:r>
            <a:r>
              <a:rPr lang="en-US" sz="1600" dirty="0" err="1" smtClean="0">
                <a:latin typeface="Constantia" pitchFamily="18" charset="0"/>
              </a:rPr>
              <a:t>thái</a:t>
            </a:r>
            <a:r>
              <a:rPr lang="en-US" sz="1600" dirty="0" smtClean="0">
                <a:latin typeface="Constantia" pitchFamily="18" charset="0"/>
              </a:rPr>
              <a:t> </a:t>
            </a:r>
            <a:r>
              <a:rPr lang="en-US" sz="1600" dirty="0" err="1" smtClean="0">
                <a:latin typeface="Constantia" pitchFamily="18" charset="0"/>
              </a:rPr>
              <a:t>mức</a:t>
            </a:r>
            <a:r>
              <a:rPr lang="en-US" sz="1600" dirty="0" smtClean="0">
                <a:latin typeface="Constantia" pitchFamily="18" charset="0"/>
              </a:rPr>
              <a:t> </a:t>
            </a:r>
            <a:r>
              <a:rPr lang="en-US" sz="1600" dirty="0" err="1" smtClean="0">
                <a:latin typeface="Constantia" pitchFamily="18" charset="0"/>
              </a:rPr>
              <a:t>điện</a:t>
            </a:r>
            <a:r>
              <a:rPr lang="en-US" sz="1600" dirty="0" smtClean="0">
                <a:latin typeface="Constantia" pitchFamily="18" charset="0"/>
              </a:rPr>
              <a:t> </a:t>
            </a:r>
            <a:r>
              <a:rPr lang="en-US" sz="1600" dirty="0" err="1" smtClean="0">
                <a:latin typeface="Constantia" pitchFamily="18" charset="0"/>
              </a:rPr>
              <a:t>áp</a:t>
            </a:r>
            <a:r>
              <a:rPr lang="en-US" sz="1600" dirty="0" smtClean="0">
                <a:latin typeface="Constantia" pitchFamily="18" charset="0"/>
              </a:rPr>
              <a:t> </a:t>
            </a:r>
            <a:r>
              <a:rPr lang="en-US" sz="1600" dirty="0" err="1" smtClean="0">
                <a:latin typeface="Constantia" pitchFamily="18" charset="0"/>
              </a:rPr>
              <a:t>cao</a:t>
            </a:r>
            <a:r>
              <a:rPr lang="en-US" sz="1600" dirty="0" smtClean="0">
                <a:latin typeface="Constantia" pitchFamily="18" charset="0"/>
              </a:rPr>
              <a:t> </a:t>
            </a:r>
            <a:r>
              <a:rPr lang="en-US" sz="1600" dirty="0" err="1" smtClean="0">
                <a:latin typeface="Constantia" pitchFamily="18" charset="0"/>
              </a:rPr>
              <a:t>trong</a:t>
            </a:r>
            <a:r>
              <a:rPr lang="en-US" sz="1600" dirty="0" smtClean="0">
                <a:latin typeface="Constantia" pitchFamily="18" charset="0"/>
              </a:rPr>
              <a:t> </a:t>
            </a:r>
            <a:r>
              <a:rPr lang="en-US" sz="1600" dirty="0" err="1" smtClean="0">
                <a:latin typeface="Constantia" pitchFamily="18" charset="0"/>
              </a:rPr>
              <a:t>một</a:t>
            </a:r>
            <a:r>
              <a:rPr lang="en-US" sz="1600" dirty="0" smtClean="0">
                <a:latin typeface="Constantia" pitchFamily="18" charset="0"/>
              </a:rPr>
              <a:t> </a:t>
            </a:r>
            <a:r>
              <a:rPr lang="en-US" sz="1600" dirty="0" err="1" smtClean="0">
                <a:latin typeface="Constantia" pitchFamily="18" charset="0"/>
              </a:rPr>
              <a:t>khoảng</a:t>
            </a:r>
            <a:r>
              <a:rPr lang="en-US" sz="1600" dirty="0" smtClean="0">
                <a:latin typeface="Constantia" pitchFamily="18" charset="0"/>
              </a:rPr>
              <a:t> </a:t>
            </a:r>
            <a:r>
              <a:rPr lang="en-US" sz="1600" dirty="0" err="1" smtClean="0">
                <a:latin typeface="Constantia" pitchFamily="18" charset="0"/>
              </a:rPr>
              <a:t>thời</a:t>
            </a:r>
            <a:r>
              <a:rPr lang="en-US" sz="1600" dirty="0" smtClean="0">
                <a:latin typeface="Constantia" pitchFamily="18" charset="0"/>
              </a:rPr>
              <a:t> </a:t>
            </a:r>
            <a:r>
              <a:rPr lang="en-US" sz="1600" dirty="0" err="1" smtClean="0">
                <a:latin typeface="Constantia" pitchFamily="18" charset="0"/>
              </a:rPr>
              <a:t>gian</a:t>
            </a:r>
            <a:r>
              <a:rPr lang="en-US" sz="1600" dirty="0" smtClean="0">
                <a:latin typeface="Constantia" pitchFamily="18" charset="0"/>
              </a:rPr>
              <a:t> </a:t>
            </a:r>
            <a:r>
              <a:rPr lang="en-US" sz="1600" dirty="0" err="1" smtClean="0">
                <a:latin typeface="Constantia" pitchFamily="18" charset="0"/>
              </a:rPr>
              <a:t>định</a:t>
            </a:r>
            <a:r>
              <a:rPr lang="en-US" sz="1600" dirty="0" smtClean="0">
                <a:latin typeface="Constantia" pitchFamily="18" charset="0"/>
              </a:rPr>
              <a:t> </a:t>
            </a:r>
            <a:r>
              <a:rPr lang="en-US" sz="1600" dirty="0" err="1" smtClean="0">
                <a:latin typeface="Constantia" pitchFamily="18" charset="0"/>
              </a:rPr>
              <a:t>thì</a:t>
            </a:r>
            <a:endParaRPr lang="en-US" sz="1600" dirty="0" smtClean="0">
              <a:latin typeface="Constantia" pitchFamily="18" charset="0"/>
            </a:endParaRPr>
          </a:p>
          <a:p>
            <a:pPr lvl="0">
              <a:lnSpc>
                <a:spcPct val="120000"/>
              </a:lnSpc>
            </a:pPr>
            <a:r>
              <a:rPr lang="en-US" sz="1600" b="1" dirty="0" err="1" smtClean="0">
                <a:latin typeface="Constantia" pitchFamily="18" charset="0"/>
              </a:rPr>
              <a:t>Chân</a:t>
            </a:r>
            <a:r>
              <a:rPr lang="en-US" sz="1600" b="1" dirty="0" smtClean="0">
                <a:latin typeface="Constantia" pitchFamily="18" charset="0"/>
              </a:rPr>
              <a:t> </a:t>
            </a:r>
            <a:r>
              <a:rPr lang="en-US" sz="1600" b="1" dirty="0" err="1" smtClean="0">
                <a:latin typeface="Constantia" pitchFamily="18" charset="0"/>
              </a:rPr>
              <a:t>số</a:t>
            </a:r>
            <a:r>
              <a:rPr lang="en-US" sz="1600" b="1" dirty="0" smtClean="0">
                <a:latin typeface="Constantia" pitchFamily="18" charset="0"/>
              </a:rPr>
              <a:t> 4 (RESET)</a:t>
            </a:r>
            <a:r>
              <a:rPr lang="en-US" sz="1600" dirty="0" smtClean="0">
                <a:latin typeface="Constantia" pitchFamily="18" charset="0"/>
              </a:rPr>
              <a:t>: </a:t>
            </a:r>
            <a:r>
              <a:rPr lang="en-US" sz="1600" dirty="0" err="1" smtClean="0">
                <a:latin typeface="Constantia" pitchFamily="18" charset="0"/>
              </a:rPr>
              <a:t>Khi</a:t>
            </a:r>
            <a:r>
              <a:rPr lang="en-US" sz="1600" dirty="0" smtClean="0">
                <a:latin typeface="Constantia" pitchFamily="18" charset="0"/>
              </a:rPr>
              <a:t> </a:t>
            </a:r>
            <a:r>
              <a:rPr lang="en-US" sz="1600" dirty="0" err="1" smtClean="0">
                <a:latin typeface="Constantia" pitchFamily="18" charset="0"/>
              </a:rPr>
              <a:t>điện</a:t>
            </a:r>
            <a:r>
              <a:rPr lang="en-US" sz="1600" dirty="0" smtClean="0">
                <a:latin typeface="Constantia" pitchFamily="18" charset="0"/>
              </a:rPr>
              <a:t> </a:t>
            </a:r>
            <a:r>
              <a:rPr lang="en-US" sz="1600" dirty="0" err="1" smtClean="0">
                <a:latin typeface="Constantia" pitchFamily="18" charset="0"/>
              </a:rPr>
              <a:t>áp</a:t>
            </a:r>
            <a:r>
              <a:rPr lang="en-US" sz="1600" dirty="0" smtClean="0">
                <a:latin typeface="Constantia" pitchFamily="18" charset="0"/>
              </a:rPr>
              <a:t> </a:t>
            </a:r>
            <a:r>
              <a:rPr lang="en-US" sz="1600" dirty="0" err="1" smtClean="0">
                <a:latin typeface="Constantia" pitchFamily="18" charset="0"/>
              </a:rPr>
              <a:t>tại</a:t>
            </a:r>
            <a:r>
              <a:rPr lang="en-US" sz="1600" dirty="0" smtClean="0">
                <a:latin typeface="Constantia" pitchFamily="18" charset="0"/>
              </a:rPr>
              <a:t> </a:t>
            </a:r>
            <a:r>
              <a:rPr lang="en-US" sz="1600" dirty="0" err="1" smtClean="0">
                <a:latin typeface="Constantia" pitchFamily="18" charset="0"/>
              </a:rPr>
              <a:t>chân</a:t>
            </a:r>
            <a:r>
              <a:rPr lang="en-US" sz="1600" dirty="0" smtClean="0">
                <a:latin typeface="Constantia" pitchFamily="18" charset="0"/>
              </a:rPr>
              <a:t> </a:t>
            </a:r>
            <a:r>
              <a:rPr lang="en-US" sz="1600" dirty="0" err="1" smtClean="0">
                <a:latin typeface="Constantia" pitchFamily="18" charset="0"/>
              </a:rPr>
              <a:t>này</a:t>
            </a:r>
            <a:r>
              <a:rPr lang="en-US" sz="1600" dirty="0" smtClean="0">
                <a:latin typeface="Constantia" pitchFamily="18" charset="0"/>
              </a:rPr>
              <a:t> </a:t>
            </a:r>
            <a:r>
              <a:rPr lang="en-US" sz="1600" dirty="0" err="1" smtClean="0">
                <a:latin typeface="Constantia" pitchFamily="18" charset="0"/>
              </a:rPr>
              <a:t>nhỏ</a:t>
            </a:r>
            <a:r>
              <a:rPr lang="en-US" sz="1600" dirty="0" smtClean="0">
                <a:latin typeface="Constantia" pitchFamily="18" charset="0"/>
              </a:rPr>
              <a:t> </a:t>
            </a:r>
            <a:r>
              <a:rPr lang="en-US" sz="1600" dirty="0" err="1" smtClean="0">
                <a:latin typeface="Constantia" pitchFamily="18" charset="0"/>
              </a:rPr>
              <a:t>hơn</a:t>
            </a:r>
            <a:r>
              <a:rPr lang="en-US" sz="1600" dirty="0" smtClean="0">
                <a:latin typeface="Constantia" pitchFamily="18" charset="0"/>
              </a:rPr>
              <a:t> 0,4V </a:t>
            </a:r>
            <a:r>
              <a:rPr lang="en-US" sz="1600" dirty="0" err="1" smtClean="0">
                <a:latin typeface="Constantia" pitchFamily="18" charset="0"/>
              </a:rPr>
              <a:t>thì</a:t>
            </a:r>
            <a:r>
              <a:rPr lang="en-US" sz="1600" dirty="0" smtClean="0">
                <a:latin typeface="Constantia" pitchFamily="18" charset="0"/>
              </a:rPr>
              <a:t> </a:t>
            </a:r>
            <a:r>
              <a:rPr lang="en-US" sz="1600" dirty="0" err="1" smtClean="0">
                <a:latin typeface="Constantia" pitchFamily="18" charset="0"/>
              </a:rPr>
              <a:t>chu</a:t>
            </a:r>
            <a:r>
              <a:rPr lang="en-US" sz="1600" dirty="0" smtClean="0">
                <a:latin typeface="Constantia" pitchFamily="18" charset="0"/>
              </a:rPr>
              <a:t> </a:t>
            </a:r>
            <a:r>
              <a:rPr lang="en-US" sz="1600" dirty="0" err="1" smtClean="0">
                <a:latin typeface="Constantia" pitchFamily="18" charset="0"/>
              </a:rPr>
              <a:t>kỳ</a:t>
            </a:r>
            <a:r>
              <a:rPr lang="en-US" sz="1600" dirty="0" smtClean="0">
                <a:latin typeface="Constantia" pitchFamily="18" charset="0"/>
              </a:rPr>
              <a:t> </a:t>
            </a:r>
            <a:r>
              <a:rPr lang="en-US" sz="1600" dirty="0" err="1" smtClean="0">
                <a:latin typeface="Constantia" pitchFamily="18" charset="0"/>
              </a:rPr>
              <a:t>định</a:t>
            </a:r>
            <a:r>
              <a:rPr lang="en-US" sz="1600" dirty="0" smtClean="0">
                <a:latin typeface="Constantia" pitchFamily="18" charset="0"/>
              </a:rPr>
              <a:t> </a:t>
            </a:r>
            <a:r>
              <a:rPr lang="en-US" sz="1600" dirty="0" err="1" smtClean="0">
                <a:latin typeface="Constantia" pitchFamily="18" charset="0"/>
              </a:rPr>
              <a:t>thì</a:t>
            </a:r>
            <a:r>
              <a:rPr lang="en-US" sz="1600" dirty="0" smtClean="0">
                <a:latin typeface="Constantia" pitchFamily="18" charset="0"/>
              </a:rPr>
              <a:t> </a:t>
            </a:r>
            <a:r>
              <a:rPr lang="en-US" sz="1600" dirty="0" err="1" smtClean="0">
                <a:latin typeface="Constantia" pitchFamily="18" charset="0"/>
              </a:rPr>
              <a:t>bị</a:t>
            </a:r>
            <a:r>
              <a:rPr lang="en-US" sz="1600" dirty="0" smtClean="0">
                <a:latin typeface="Constantia" pitchFamily="18" charset="0"/>
              </a:rPr>
              <a:t> </a:t>
            </a:r>
            <a:r>
              <a:rPr lang="en-US" sz="1600" dirty="0" err="1" smtClean="0">
                <a:latin typeface="Constantia" pitchFamily="18" charset="0"/>
              </a:rPr>
              <a:t>ngắt</a:t>
            </a:r>
            <a:r>
              <a:rPr lang="en-US" sz="1600" dirty="0" smtClean="0">
                <a:latin typeface="Constantia" pitchFamily="18" charset="0"/>
              </a:rPr>
              <a:t> </a:t>
            </a:r>
            <a:r>
              <a:rPr lang="en-US" sz="1600" dirty="0" err="1" smtClean="0">
                <a:latin typeface="Constantia" pitchFamily="18" charset="0"/>
              </a:rPr>
              <a:t>và</a:t>
            </a:r>
            <a:r>
              <a:rPr lang="en-US" sz="1600" dirty="0" smtClean="0">
                <a:latin typeface="Constantia" pitchFamily="18" charset="0"/>
              </a:rPr>
              <a:t> </a:t>
            </a:r>
            <a:r>
              <a:rPr lang="en-US" sz="1600" dirty="0" err="1" smtClean="0">
                <a:latin typeface="Constantia" pitchFamily="18" charset="0"/>
              </a:rPr>
              <a:t>đưa</a:t>
            </a:r>
            <a:r>
              <a:rPr lang="en-US" sz="1600" dirty="0" smtClean="0">
                <a:latin typeface="Constantia" pitchFamily="18" charset="0"/>
              </a:rPr>
              <a:t> IC 555 </a:t>
            </a:r>
            <a:r>
              <a:rPr lang="en-US" sz="1600" dirty="0" err="1" smtClean="0">
                <a:latin typeface="Constantia" pitchFamily="18" charset="0"/>
              </a:rPr>
              <a:t>trở</a:t>
            </a:r>
            <a:r>
              <a:rPr lang="en-US" sz="1600" dirty="0" smtClean="0">
                <a:latin typeface="Constantia" pitchFamily="18" charset="0"/>
              </a:rPr>
              <a:t> </a:t>
            </a:r>
            <a:r>
              <a:rPr lang="en-US" sz="1600" dirty="0" err="1" smtClean="0">
                <a:latin typeface="Constantia" pitchFamily="18" charset="0"/>
              </a:rPr>
              <a:t>về</a:t>
            </a:r>
            <a:r>
              <a:rPr lang="en-US" sz="1600" dirty="0" smtClean="0">
                <a:latin typeface="Constantia" pitchFamily="18" charset="0"/>
              </a:rPr>
              <a:t> </a:t>
            </a:r>
            <a:r>
              <a:rPr lang="en-US" sz="1600" dirty="0" err="1" smtClean="0">
                <a:latin typeface="Constantia" pitchFamily="18" charset="0"/>
              </a:rPr>
              <a:t>trạng</a:t>
            </a:r>
            <a:r>
              <a:rPr lang="en-US" sz="1600" dirty="0" smtClean="0">
                <a:latin typeface="Constantia" pitchFamily="18" charset="0"/>
              </a:rPr>
              <a:t> </a:t>
            </a:r>
            <a:r>
              <a:rPr lang="en-US" sz="1600" dirty="0" err="1" smtClean="0">
                <a:latin typeface="Constantia" pitchFamily="18" charset="0"/>
              </a:rPr>
              <a:t>thái</a:t>
            </a:r>
            <a:r>
              <a:rPr lang="en-US" sz="1600" dirty="0" smtClean="0">
                <a:latin typeface="Constantia" pitchFamily="18" charset="0"/>
              </a:rPr>
              <a:t> </a:t>
            </a:r>
            <a:r>
              <a:rPr lang="en-US" sz="1600" dirty="0" err="1" smtClean="0">
                <a:latin typeface="Constantia" pitchFamily="18" charset="0"/>
              </a:rPr>
              <a:t>không</a:t>
            </a:r>
            <a:r>
              <a:rPr lang="en-US" sz="1600" dirty="0" smtClean="0">
                <a:latin typeface="Constantia" pitchFamily="18" charset="0"/>
              </a:rPr>
              <a:t> </a:t>
            </a:r>
            <a:r>
              <a:rPr lang="en-US" sz="1600" dirty="0" err="1" smtClean="0">
                <a:latin typeface="Constantia" pitchFamily="18" charset="0"/>
              </a:rPr>
              <a:t>có</a:t>
            </a:r>
            <a:r>
              <a:rPr lang="en-US" sz="1600" dirty="0" smtClean="0">
                <a:latin typeface="Constantia" pitchFamily="18" charset="0"/>
              </a:rPr>
              <a:t> </a:t>
            </a:r>
            <a:r>
              <a:rPr lang="en-US" sz="1600" dirty="0" err="1" smtClean="0">
                <a:latin typeface="Constantia" pitchFamily="18" charset="0"/>
              </a:rPr>
              <a:t>xung</a:t>
            </a:r>
            <a:r>
              <a:rPr lang="en-US" sz="1600" dirty="0" smtClean="0">
                <a:latin typeface="Constantia" pitchFamily="18" charset="0"/>
              </a:rPr>
              <a:t> </a:t>
            </a:r>
            <a:r>
              <a:rPr lang="en-US" sz="1600" dirty="0" err="1" smtClean="0">
                <a:latin typeface="Constantia" pitchFamily="18" charset="0"/>
              </a:rPr>
              <a:t>kích</a:t>
            </a:r>
            <a:r>
              <a:rPr lang="en-US" sz="1600" dirty="0" smtClean="0">
                <a:latin typeface="Constantia" pitchFamily="18" charset="0"/>
              </a:rPr>
              <a:t>. </a:t>
            </a:r>
            <a:r>
              <a:rPr lang="en-US" sz="1600" dirty="0" err="1" smtClean="0">
                <a:latin typeface="Constantia" pitchFamily="18" charset="0"/>
              </a:rPr>
              <a:t>Khi</a:t>
            </a:r>
            <a:r>
              <a:rPr lang="en-US" sz="1600" dirty="0" smtClean="0">
                <a:latin typeface="Constantia" pitchFamily="18" charset="0"/>
              </a:rPr>
              <a:t> </a:t>
            </a:r>
            <a:r>
              <a:rPr lang="en-US" sz="1600" dirty="0" err="1" smtClean="0">
                <a:latin typeface="Constantia" pitchFamily="18" charset="0"/>
              </a:rPr>
              <a:t>không</a:t>
            </a:r>
            <a:r>
              <a:rPr lang="en-US" sz="1600" dirty="0" smtClean="0">
                <a:latin typeface="Constantia" pitchFamily="18" charset="0"/>
              </a:rPr>
              <a:t> </a:t>
            </a:r>
            <a:r>
              <a:rPr lang="en-US" sz="1600" dirty="0" err="1" smtClean="0">
                <a:latin typeface="Constantia" pitchFamily="18" charset="0"/>
              </a:rPr>
              <a:t>sử</a:t>
            </a:r>
            <a:r>
              <a:rPr lang="en-US" sz="1600" dirty="0" smtClean="0">
                <a:latin typeface="Constantia" pitchFamily="18" charset="0"/>
              </a:rPr>
              <a:t> </a:t>
            </a:r>
            <a:r>
              <a:rPr lang="en-US" sz="1600" dirty="0" err="1" smtClean="0">
                <a:latin typeface="Constantia" pitchFamily="18" charset="0"/>
              </a:rPr>
              <a:t>dụng</a:t>
            </a:r>
            <a:r>
              <a:rPr lang="en-US" sz="1600" dirty="0" smtClean="0">
                <a:latin typeface="Constantia" pitchFamily="18" charset="0"/>
              </a:rPr>
              <a:t> </a:t>
            </a:r>
            <a:r>
              <a:rPr lang="en-US" sz="1600" dirty="0" err="1" smtClean="0">
                <a:latin typeface="Constantia" pitchFamily="18" charset="0"/>
              </a:rPr>
              <a:t>chân</a:t>
            </a:r>
            <a:r>
              <a:rPr lang="en-US" sz="1600" dirty="0" smtClean="0">
                <a:latin typeface="Constantia" pitchFamily="18" charset="0"/>
              </a:rPr>
              <a:t> </a:t>
            </a:r>
            <a:r>
              <a:rPr lang="en-US" sz="1600" dirty="0" err="1" smtClean="0">
                <a:latin typeface="Constantia" pitchFamily="18" charset="0"/>
              </a:rPr>
              <a:t>số</a:t>
            </a:r>
            <a:r>
              <a:rPr lang="en-US" sz="1600" dirty="0" smtClean="0">
                <a:latin typeface="Constantia" pitchFamily="18" charset="0"/>
              </a:rPr>
              <a:t> 4 </a:t>
            </a:r>
            <a:r>
              <a:rPr lang="en-US" sz="1600" dirty="0" err="1" smtClean="0">
                <a:latin typeface="Constantia" pitchFamily="18" charset="0"/>
              </a:rPr>
              <a:t>được</a:t>
            </a:r>
            <a:r>
              <a:rPr lang="en-US" sz="1600" dirty="0" smtClean="0">
                <a:latin typeface="Constantia" pitchFamily="18" charset="0"/>
              </a:rPr>
              <a:t> </a:t>
            </a:r>
            <a:r>
              <a:rPr lang="en-US" sz="1600" dirty="0" err="1" smtClean="0">
                <a:latin typeface="Constantia" pitchFamily="18" charset="0"/>
              </a:rPr>
              <a:t>nối</a:t>
            </a:r>
            <a:r>
              <a:rPr lang="en-US" sz="1600" dirty="0" smtClean="0">
                <a:latin typeface="Constantia" pitchFamily="18" charset="0"/>
              </a:rPr>
              <a:t> </a:t>
            </a:r>
            <a:r>
              <a:rPr lang="en-US" sz="1600" dirty="0" err="1" smtClean="0">
                <a:latin typeface="Constantia" pitchFamily="18" charset="0"/>
              </a:rPr>
              <a:t>với</a:t>
            </a:r>
            <a:r>
              <a:rPr lang="en-US" sz="1600" dirty="0" smtClean="0">
                <a:latin typeface="Constantia" pitchFamily="18" charset="0"/>
              </a:rPr>
              <a:t> </a:t>
            </a:r>
            <a:r>
              <a:rPr lang="en-US" sz="1600" dirty="0" err="1" smtClean="0">
                <a:latin typeface="Constantia" pitchFamily="18" charset="0"/>
              </a:rPr>
              <a:t>nguồn</a:t>
            </a:r>
            <a:r>
              <a:rPr lang="en-US" sz="1600" dirty="0" smtClean="0">
                <a:latin typeface="Constantia" pitchFamily="18" charset="0"/>
              </a:rPr>
              <a:t> </a:t>
            </a:r>
            <a:r>
              <a:rPr lang="en-US" sz="1600" dirty="0" err="1" smtClean="0">
                <a:latin typeface="Constantia" pitchFamily="18" charset="0"/>
              </a:rPr>
              <a:t>cấp</a:t>
            </a:r>
            <a:r>
              <a:rPr lang="en-US" sz="1600" dirty="0" smtClean="0">
                <a:latin typeface="Constantia" pitchFamily="18" charset="0"/>
              </a:rPr>
              <a:t> .</a:t>
            </a:r>
          </a:p>
          <a:p>
            <a:pPr lvl="0">
              <a:lnSpc>
                <a:spcPct val="120000"/>
              </a:lnSpc>
            </a:pPr>
            <a:r>
              <a:rPr lang="en-US" sz="1600" b="1" dirty="0" err="1" smtClean="0">
                <a:latin typeface="Constantia" pitchFamily="18" charset="0"/>
              </a:rPr>
              <a:t>Chân</a:t>
            </a:r>
            <a:r>
              <a:rPr lang="en-US" sz="1600" b="1" dirty="0" smtClean="0">
                <a:latin typeface="Constantia" pitchFamily="18" charset="0"/>
              </a:rPr>
              <a:t> </a:t>
            </a:r>
            <a:r>
              <a:rPr lang="en-US" sz="1600" b="1" dirty="0" err="1" smtClean="0">
                <a:latin typeface="Constantia" pitchFamily="18" charset="0"/>
              </a:rPr>
              <a:t>số</a:t>
            </a:r>
            <a:r>
              <a:rPr lang="en-US" sz="1600" b="1" dirty="0" smtClean="0">
                <a:latin typeface="Constantia" pitchFamily="18" charset="0"/>
              </a:rPr>
              <a:t> 5 (CONTROL VOLTAGE)</a:t>
            </a:r>
            <a:r>
              <a:rPr lang="en-US" sz="1600" dirty="0" smtClean="0">
                <a:latin typeface="Constantia" pitchFamily="18" charset="0"/>
              </a:rPr>
              <a:t>: </a:t>
            </a:r>
            <a:r>
              <a:rPr lang="en-US" sz="1600" dirty="0" err="1" smtClean="0">
                <a:latin typeface="Constantia" pitchFamily="18" charset="0"/>
              </a:rPr>
              <a:t>Điện</a:t>
            </a:r>
            <a:r>
              <a:rPr lang="en-US" sz="1600" dirty="0" smtClean="0">
                <a:latin typeface="Constantia" pitchFamily="18" charset="0"/>
              </a:rPr>
              <a:t> </a:t>
            </a:r>
            <a:r>
              <a:rPr lang="en-US" sz="1600" dirty="0" err="1" smtClean="0">
                <a:latin typeface="Constantia" pitchFamily="18" charset="0"/>
              </a:rPr>
              <a:t>áp</a:t>
            </a:r>
            <a:r>
              <a:rPr lang="en-US" sz="1600" dirty="0" smtClean="0">
                <a:latin typeface="Constantia" pitchFamily="18" charset="0"/>
              </a:rPr>
              <a:t> </a:t>
            </a:r>
            <a:r>
              <a:rPr lang="en-US" sz="1600" dirty="0" err="1" smtClean="0">
                <a:latin typeface="Constantia" pitchFamily="18" charset="0"/>
              </a:rPr>
              <a:t>điều</a:t>
            </a:r>
            <a:r>
              <a:rPr lang="en-US" sz="1600" dirty="0" smtClean="0">
                <a:latin typeface="Constantia" pitchFamily="18" charset="0"/>
              </a:rPr>
              <a:t> </a:t>
            </a:r>
            <a:r>
              <a:rPr lang="en-US" sz="1600" dirty="0" err="1" smtClean="0">
                <a:latin typeface="Constantia" pitchFamily="18" charset="0"/>
              </a:rPr>
              <a:t>khiển</a:t>
            </a:r>
            <a:r>
              <a:rPr lang="en-US" sz="1600" dirty="0" smtClean="0">
                <a:latin typeface="Constantia" pitchFamily="18" charset="0"/>
              </a:rPr>
              <a:t>, </a:t>
            </a:r>
            <a:r>
              <a:rPr lang="en-US" sz="1600" dirty="0" err="1" smtClean="0">
                <a:latin typeface="Constantia" pitchFamily="18" charset="0"/>
              </a:rPr>
              <a:t>chân</a:t>
            </a:r>
            <a:r>
              <a:rPr lang="en-US" sz="1600" dirty="0" smtClean="0">
                <a:latin typeface="Constantia" pitchFamily="18" charset="0"/>
              </a:rPr>
              <a:t> </a:t>
            </a:r>
            <a:r>
              <a:rPr lang="en-US" sz="1600" dirty="0" err="1" smtClean="0">
                <a:latin typeface="Constantia" pitchFamily="18" charset="0"/>
              </a:rPr>
              <a:t>số</a:t>
            </a:r>
            <a:r>
              <a:rPr lang="en-US" sz="1600" dirty="0" smtClean="0">
                <a:latin typeface="Constantia" pitchFamily="18" charset="0"/>
              </a:rPr>
              <a:t> 5 </a:t>
            </a:r>
            <a:r>
              <a:rPr lang="en-US" sz="1600" dirty="0" err="1" smtClean="0">
                <a:latin typeface="Constantia" pitchFamily="18" charset="0"/>
              </a:rPr>
              <a:t>được</a:t>
            </a:r>
            <a:r>
              <a:rPr lang="en-US" sz="1600" dirty="0" smtClean="0">
                <a:latin typeface="Constantia" pitchFamily="18" charset="0"/>
              </a:rPr>
              <a:t> </a:t>
            </a:r>
            <a:r>
              <a:rPr lang="en-US" sz="1600" dirty="0" err="1" smtClean="0">
                <a:latin typeface="Constantia" pitchFamily="18" charset="0"/>
              </a:rPr>
              <a:t>nối</a:t>
            </a:r>
            <a:r>
              <a:rPr lang="en-US" sz="1600" dirty="0" smtClean="0">
                <a:latin typeface="Constantia" pitchFamily="18" charset="0"/>
              </a:rPr>
              <a:t> </a:t>
            </a:r>
            <a:r>
              <a:rPr lang="en-US" sz="1600" dirty="0" err="1" smtClean="0">
                <a:latin typeface="Constantia" pitchFamily="18" charset="0"/>
              </a:rPr>
              <a:t>với</a:t>
            </a:r>
            <a:r>
              <a:rPr lang="en-US" sz="1600" dirty="0" smtClean="0">
                <a:latin typeface="Constantia" pitchFamily="18" charset="0"/>
              </a:rPr>
              <a:t> </a:t>
            </a:r>
            <a:r>
              <a:rPr lang="en-US" sz="1600" dirty="0" err="1" smtClean="0">
                <a:latin typeface="Constantia" pitchFamily="18" charset="0"/>
              </a:rPr>
              <a:t>mức</a:t>
            </a:r>
            <a:r>
              <a:rPr lang="en-US" sz="1600" dirty="0" smtClean="0">
                <a:latin typeface="Constantia" pitchFamily="18" charset="0"/>
              </a:rPr>
              <a:t> </a:t>
            </a:r>
            <a:r>
              <a:rPr lang="en-US" sz="1600" dirty="0" err="1" smtClean="0">
                <a:latin typeface="Constantia" pitchFamily="18" charset="0"/>
              </a:rPr>
              <a:t>điện</a:t>
            </a:r>
            <a:r>
              <a:rPr lang="en-US" sz="1600" dirty="0" smtClean="0">
                <a:latin typeface="Constantia" pitchFamily="18" charset="0"/>
              </a:rPr>
              <a:t> </a:t>
            </a:r>
            <a:r>
              <a:rPr lang="en-US" sz="1600" dirty="0" err="1" smtClean="0">
                <a:latin typeface="Constantia" pitchFamily="18" charset="0"/>
              </a:rPr>
              <a:t>áp</a:t>
            </a:r>
            <a:r>
              <a:rPr lang="en-US" sz="1600" dirty="0" smtClean="0">
                <a:latin typeface="Constantia" pitchFamily="18" charset="0"/>
              </a:rPr>
              <a:t> </a:t>
            </a:r>
            <a:r>
              <a:rPr lang="en-US" sz="1600" dirty="0" err="1" smtClean="0">
                <a:latin typeface="Constantia" pitchFamily="18" charset="0"/>
              </a:rPr>
              <a:t>chuẩn</a:t>
            </a:r>
            <a:r>
              <a:rPr lang="en-US" sz="1600" dirty="0" smtClean="0">
                <a:latin typeface="Constantia" pitchFamily="18" charset="0"/>
              </a:rPr>
              <a:t>  . </a:t>
            </a:r>
          </a:p>
          <a:p>
            <a:pPr lvl="0">
              <a:lnSpc>
                <a:spcPct val="120000"/>
              </a:lnSpc>
            </a:pPr>
            <a:r>
              <a:rPr lang="en-US" sz="1600" b="1" dirty="0" err="1" smtClean="0">
                <a:latin typeface="Constantia" pitchFamily="18" charset="0"/>
              </a:rPr>
              <a:t>Chân</a:t>
            </a:r>
            <a:r>
              <a:rPr lang="en-US" sz="1600" b="1" dirty="0" smtClean="0">
                <a:latin typeface="Constantia" pitchFamily="18" charset="0"/>
              </a:rPr>
              <a:t> </a:t>
            </a:r>
            <a:r>
              <a:rPr lang="en-US" sz="1600" b="1" dirty="0" err="1" smtClean="0">
                <a:latin typeface="Constantia" pitchFamily="18" charset="0"/>
              </a:rPr>
              <a:t>số</a:t>
            </a:r>
            <a:r>
              <a:rPr lang="en-US" sz="1600" b="1" dirty="0" smtClean="0">
                <a:latin typeface="Constantia" pitchFamily="18" charset="0"/>
              </a:rPr>
              <a:t> 6 (THRESHOLD)</a:t>
            </a:r>
            <a:r>
              <a:rPr lang="en-US" sz="1600" dirty="0" smtClean="0">
                <a:latin typeface="Constantia" pitchFamily="18" charset="0"/>
              </a:rPr>
              <a:t>: </a:t>
            </a:r>
            <a:r>
              <a:rPr lang="en-US" sz="1600" dirty="0" err="1" smtClean="0">
                <a:latin typeface="Constantia" pitchFamily="18" charset="0"/>
              </a:rPr>
              <a:t>Ngưỡng</a:t>
            </a:r>
            <a:r>
              <a:rPr lang="en-US" sz="1600" dirty="0" smtClean="0">
                <a:latin typeface="Constantia" pitchFamily="18" charset="0"/>
              </a:rPr>
              <a:t>, </a:t>
            </a:r>
            <a:r>
              <a:rPr lang="en-US" sz="1600" dirty="0" err="1" smtClean="0">
                <a:latin typeface="Constantia" pitchFamily="18" charset="0"/>
              </a:rPr>
              <a:t>mức</a:t>
            </a:r>
            <a:r>
              <a:rPr lang="en-US" sz="1600" dirty="0" smtClean="0">
                <a:latin typeface="Constantia" pitchFamily="18" charset="0"/>
              </a:rPr>
              <a:t> </a:t>
            </a:r>
            <a:r>
              <a:rPr lang="en-US" sz="1600" dirty="0" err="1" smtClean="0">
                <a:latin typeface="Constantia" pitchFamily="18" charset="0"/>
              </a:rPr>
              <a:t>điện</a:t>
            </a:r>
            <a:r>
              <a:rPr lang="en-US" sz="1600" dirty="0" smtClean="0">
                <a:latin typeface="Constantia" pitchFamily="18" charset="0"/>
              </a:rPr>
              <a:t> </a:t>
            </a:r>
            <a:r>
              <a:rPr lang="en-US" sz="1600" dirty="0" err="1" smtClean="0">
                <a:latin typeface="Constantia" pitchFamily="18" charset="0"/>
              </a:rPr>
              <a:t>áp</a:t>
            </a:r>
            <a:r>
              <a:rPr lang="en-US" sz="1600" dirty="0" smtClean="0">
                <a:latin typeface="Constantia" pitchFamily="18" charset="0"/>
              </a:rPr>
              <a:t> so </a:t>
            </a:r>
            <a:r>
              <a:rPr lang="en-US" sz="1600" dirty="0" err="1" smtClean="0">
                <a:latin typeface="Constantia" pitchFamily="18" charset="0"/>
              </a:rPr>
              <a:t>sánh</a:t>
            </a:r>
            <a:r>
              <a:rPr lang="en-US" sz="1600" dirty="0" smtClean="0">
                <a:latin typeface="Constantia" pitchFamily="18" charset="0"/>
              </a:rPr>
              <a:t> </a:t>
            </a:r>
            <a:r>
              <a:rPr lang="en-US" sz="1600" dirty="0" err="1" smtClean="0">
                <a:latin typeface="Constantia" pitchFamily="18" charset="0"/>
              </a:rPr>
              <a:t>là</a:t>
            </a:r>
            <a:r>
              <a:rPr lang="en-US" sz="1600" dirty="0" smtClean="0">
                <a:latin typeface="Constantia" pitchFamily="18" charset="0"/>
              </a:rPr>
              <a:t> 2/3V</a:t>
            </a:r>
            <a:r>
              <a:rPr lang="en-US" sz="1600" baseline="-25000" dirty="0" smtClean="0">
                <a:latin typeface="Constantia" pitchFamily="18" charset="0"/>
              </a:rPr>
              <a:t>CC</a:t>
            </a:r>
            <a:r>
              <a:rPr lang="en-US" sz="1600" dirty="0" smtClean="0">
                <a:latin typeface="Constantia" pitchFamily="18" charset="0"/>
              </a:rPr>
              <a:t> , </a:t>
            </a:r>
            <a:r>
              <a:rPr lang="en-US" sz="1600" dirty="0" err="1" smtClean="0">
                <a:latin typeface="Constantia" pitchFamily="18" charset="0"/>
              </a:rPr>
              <a:t>nếu</a:t>
            </a:r>
            <a:r>
              <a:rPr lang="en-US" sz="1600" dirty="0" smtClean="0">
                <a:latin typeface="Constantia" pitchFamily="18" charset="0"/>
              </a:rPr>
              <a:t> </a:t>
            </a:r>
            <a:r>
              <a:rPr lang="en-US" sz="1600" dirty="0" err="1" smtClean="0">
                <a:latin typeface="Constantia" pitchFamily="18" charset="0"/>
              </a:rPr>
              <a:t>điện</a:t>
            </a:r>
            <a:r>
              <a:rPr lang="en-US" sz="1600" dirty="0" smtClean="0">
                <a:latin typeface="Constantia" pitchFamily="18" charset="0"/>
              </a:rPr>
              <a:t> </a:t>
            </a:r>
            <a:r>
              <a:rPr lang="en-US" sz="1600" dirty="0" err="1" smtClean="0">
                <a:latin typeface="Constantia" pitchFamily="18" charset="0"/>
              </a:rPr>
              <a:t>áp</a:t>
            </a:r>
            <a:r>
              <a:rPr lang="en-US" sz="1600" dirty="0" smtClean="0">
                <a:latin typeface="Constantia" pitchFamily="18" charset="0"/>
              </a:rPr>
              <a:t> </a:t>
            </a:r>
            <a:r>
              <a:rPr lang="en-US" sz="1600" dirty="0" err="1" smtClean="0">
                <a:latin typeface="Constantia" pitchFamily="18" charset="0"/>
              </a:rPr>
              <a:t>đặt</a:t>
            </a:r>
            <a:r>
              <a:rPr lang="en-US" sz="1600" dirty="0" smtClean="0">
                <a:latin typeface="Constantia" pitchFamily="18" charset="0"/>
              </a:rPr>
              <a:t> </a:t>
            </a:r>
            <a:r>
              <a:rPr lang="en-US" sz="1600" dirty="0" err="1" smtClean="0">
                <a:latin typeface="Constantia" pitchFamily="18" charset="0"/>
              </a:rPr>
              <a:t>tới</a:t>
            </a:r>
            <a:r>
              <a:rPr lang="en-US" sz="1600" dirty="0" smtClean="0">
                <a:latin typeface="Constantia" pitchFamily="18" charset="0"/>
              </a:rPr>
              <a:t> </a:t>
            </a:r>
            <a:r>
              <a:rPr lang="en-US" sz="1600" dirty="0" err="1" smtClean="0">
                <a:latin typeface="Constantia" pitchFamily="18" charset="0"/>
              </a:rPr>
              <a:t>chân</a:t>
            </a:r>
            <a:r>
              <a:rPr lang="en-US" sz="1600" dirty="0" smtClean="0">
                <a:latin typeface="Constantia" pitchFamily="18" charset="0"/>
              </a:rPr>
              <a:t> </a:t>
            </a:r>
            <a:r>
              <a:rPr lang="en-US" sz="1600" dirty="0" err="1" smtClean="0">
                <a:latin typeface="Constantia" pitchFamily="18" charset="0"/>
              </a:rPr>
              <a:t>này</a:t>
            </a:r>
            <a:r>
              <a:rPr lang="en-US" sz="1600" dirty="0" smtClean="0">
                <a:latin typeface="Constantia" pitchFamily="18" charset="0"/>
              </a:rPr>
              <a:t> </a:t>
            </a:r>
            <a:r>
              <a:rPr lang="en-US" sz="1600" dirty="0" err="1" smtClean="0">
                <a:latin typeface="Constantia" pitchFamily="18" charset="0"/>
              </a:rPr>
              <a:t>lớn</a:t>
            </a:r>
            <a:r>
              <a:rPr lang="en-US" sz="1600" dirty="0" smtClean="0">
                <a:latin typeface="Constantia" pitchFamily="18" charset="0"/>
              </a:rPr>
              <a:t> </a:t>
            </a:r>
            <a:r>
              <a:rPr lang="en-US" sz="1600" dirty="0" err="1" smtClean="0">
                <a:latin typeface="Constantia" pitchFamily="18" charset="0"/>
              </a:rPr>
              <a:t>hơn</a:t>
            </a:r>
            <a:r>
              <a:rPr lang="en-US" sz="1600" dirty="0" smtClean="0">
                <a:latin typeface="Constantia" pitchFamily="18" charset="0"/>
              </a:rPr>
              <a:t> 2/3V</a:t>
            </a:r>
            <a:r>
              <a:rPr lang="en-US" sz="1600" baseline="-25000" dirty="0" smtClean="0">
                <a:latin typeface="Constantia" pitchFamily="18" charset="0"/>
              </a:rPr>
              <a:t>CC</a:t>
            </a:r>
            <a:r>
              <a:rPr lang="en-US" sz="1600" dirty="0" smtClean="0">
                <a:latin typeface="Constantia" pitchFamily="18" charset="0"/>
              </a:rPr>
              <a:t>  </a:t>
            </a:r>
            <a:r>
              <a:rPr lang="en-US" sz="1600" dirty="0" err="1" smtClean="0">
                <a:latin typeface="Constantia" pitchFamily="18" charset="0"/>
              </a:rPr>
              <a:t>thì</a:t>
            </a:r>
            <a:r>
              <a:rPr lang="en-US" sz="1600" dirty="0" smtClean="0">
                <a:latin typeface="Constantia" pitchFamily="18" charset="0"/>
              </a:rPr>
              <a:t> FF </a:t>
            </a:r>
            <a:r>
              <a:rPr lang="en-US" sz="1600" dirty="0" err="1" smtClean="0">
                <a:latin typeface="Constantia" pitchFamily="18" charset="0"/>
              </a:rPr>
              <a:t>được</a:t>
            </a:r>
            <a:r>
              <a:rPr lang="en-US" sz="1600" dirty="0" smtClean="0">
                <a:latin typeface="Constantia" pitchFamily="18" charset="0"/>
              </a:rPr>
              <a:t> Reset</a:t>
            </a:r>
            <a:r>
              <a:rPr lang="en-US" sz="1600" dirty="0" smtClean="0">
                <a:latin typeface="Times New Roman"/>
                <a:cs typeface="Times New Roman"/>
              </a:rPr>
              <a:t>→</a:t>
            </a:r>
            <a:r>
              <a:rPr lang="en-US" sz="1600" dirty="0" smtClean="0">
                <a:latin typeface="Constantia" pitchFamily="18" charset="0"/>
              </a:rPr>
              <a:t> </a:t>
            </a:r>
            <a:r>
              <a:rPr lang="en-US" sz="1600" dirty="0" err="1" smtClean="0">
                <a:latin typeface="Constantia" pitchFamily="18" charset="0"/>
              </a:rPr>
              <a:t>đưa</a:t>
            </a:r>
            <a:r>
              <a:rPr lang="en-US" sz="1600" dirty="0" smtClean="0">
                <a:latin typeface="Constantia" pitchFamily="18" charset="0"/>
              </a:rPr>
              <a:t> </a:t>
            </a:r>
            <a:r>
              <a:rPr lang="en-US" sz="1600" dirty="0" err="1" smtClean="0">
                <a:latin typeface="Constantia" pitchFamily="18" charset="0"/>
              </a:rPr>
              <a:t>đầu</a:t>
            </a:r>
            <a:r>
              <a:rPr lang="en-US" sz="1600" dirty="0" smtClean="0">
                <a:latin typeface="Constantia" pitchFamily="18" charset="0"/>
              </a:rPr>
              <a:t> </a:t>
            </a:r>
            <a:r>
              <a:rPr lang="en-US" sz="1600" dirty="0" err="1" smtClean="0">
                <a:latin typeface="Constantia" pitchFamily="18" charset="0"/>
              </a:rPr>
              <a:t>ra</a:t>
            </a:r>
            <a:r>
              <a:rPr lang="en-US" sz="1600" dirty="0" smtClean="0">
                <a:latin typeface="Constantia" pitchFamily="18" charset="0"/>
              </a:rPr>
              <a:t> </a:t>
            </a:r>
            <a:r>
              <a:rPr lang="en-US" sz="1600" dirty="0" err="1" smtClean="0">
                <a:latin typeface="Constantia" pitchFamily="18" charset="0"/>
              </a:rPr>
              <a:t>về</a:t>
            </a:r>
            <a:r>
              <a:rPr lang="en-US" sz="1600" dirty="0" smtClean="0">
                <a:latin typeface="Constantia" pitchFamily="18" charset="0"/>
              </a:rPr>
              <a:t> </a:t>
            </a:r>
            <a:r>
              <a:rPr lang="en-US" sz="1600" dirty="0" err="1" smtClean="0">
                <a:latin typeface="Constantia" pitchFamily="18" charset="0"/>
              </a:rPr>
              <a:t>điện</a:t>
            </a:r>
            <a:r>
              <a:rPr lang="en-US" sz="1600" dirty="0" smtClean="0">
                <a:latin typeface="Constantia" pitchFamily="18" charset="0"/>
              </a:rPr>
              <a:t> </a:t>
            </a:r>
            <a:r>
              <a:rPr lang="en-US" sz="1600" dirty="0" err="1" smtClean="0">
                <a:latin typeface="Constantia" pitchFamily="18" charset="0"/>
              </a:rPr>
              <a:t>áp</a:t>
            </a:r>
            <a:r>
              <a:rPr lang="en-US" sz="1600" dirty="0" smtClean="0">
                <a:latin typeface="Constantia" pitchFamily="18" charset="0"/>
              </a:rPr>
              <a:t> </a:t>
            </a:r>
            <a:r>
              <a:rPr lang="en-US" sz="1600" dirty="0" err="1" smtClean="0">
                <a:latin typeface="Constantia" pitchFamily="18" charset="0"/>
              </a:rPr>
              <a:t>mức</a:t>
            </a:r>
            <a:r>
              <a:rPr lang="en-US" sz="1600" dirty="0" smtClean="0">
                <a:latin typeface="Constantia" pitchFamily="18" charset="0"/>
              </a:rPr>
              <a:t> </a:t>
            </a:r>
            <a:r>
              <a:rPr lang="en-US" sz="1600" dirty="0" err="1" smtClean="0">
                <a:latin typeface="Constantia" pitchFamily="18" charset="0"/>
              </a:rPr>
              <a:t>thấp</a:t>
            </a:r>
            <a:r>
              <a:rPr lang="en-US" sz="1600" dirty="0" smtClean="0">
                <a:latin typeface="Constantia" pitchFamily="18" charset="0"/>
              </a:rPr>
              <a:t>.</a:t>
            </a:r>
          </a:p>
          <a:p>
            <a:pPr lvl="0">
              <a:lnSpc>
                <a:spcPct val="120000"/>
              </a:lnSpc>
            </a:pPr>
            <a:r>
              <a:rPr lang="en-US" sz="1600" b="1" dirty="0" err="1" smtClean="0">
                <a:latin typeface="Constantia" pitchFamily="18" charset="0"/>
              </a:rPr>
              <a:t>Chân</a:t>
            </a:r>
            <a:r>
              <a:rPr lang="en-US" sz="1600" b="1" dirty="0" smtClean="0">
                <a:latin typeface="Constantia" pitchFamily="18" charset="0"/>
              </a:rPr>
              <a:t> </a:t>
            </a:r>
            <a:r>
              <a:rPr lang="en-US" sz="1600" b="1" dirty="0" err="1" smtClean="0">
                <a:latin typeface="Constantia" pitchFamily="18" charset="0"/>
              </a:rPr>
              <a:t>số</a:t>
            </a:r>
            <a:r>
              <a:rPr lang="en-US" sz="1600" b="1" dirty="0" smtClean="0">
                <a:latin typeface="Constantia" pitchFamily="18" charset="0"/>
              </a:rPr>
              <a:t> 7 (DISCHARGE)</a:t>
            </a:r>
            <a:r>
              <a:rPr lang="en-US" sz="1600" dirty="0" smtClean="0">
                <a:latin typeface="Constantia" pitchFamily="18" charset="0"/>
              </a:rPr>
              <a:t>: </a:t>
            </a:r>
            <a:r>
              <a:rPr lang="en-US" sz="1600" dirty="0" err="1" smtClean="0">
                <a:latin typeface="Constantia" pitchFamily="18" charset="0"/>
              </a:rPr>
              <a:t>nối</a:t>
            </a:r>
            <a:r>
              <a:rPr lang="en-US" sz="1600" dirty="0" smtClean="0">
                <a:latin typeface="Constantia" pitchFamily="18" charset="0"/>
              </a:rPr>
              <a:t> </a:t>
            </a:r>
            <a:r>
              <a:rPr lang="en-US" sz="1600" dirty="0" err="1" smtClean="0">
                <a:latin typeface="Constantia" pitchFamily="18" charset="0"/>
              </a:rPr>
              <a:t>tới</a:t>
            </a:r>
            <a:r>
              <a:rPr lang="en-US" sz="1600" dirty="0" smtClean="0">
                <a:latin typeface="Constantia" pitchFamily="18" charset="0"/>
              </a:rPr>
              <a:t> </a:t>
            </a:r>
            <a:r>
              <a:rPr lang="en-US" sz="1600" dirty="0" err="1" smtClean="0">
                <a:latin typeface="Constantia" pitchFamily="18" charset="0"/>
              </a:rPr>
              <a:t>cực</a:t>
            </a:r>
            <a:r>
              <a:rPr lang="en-US" sz="1600" dirty="0" smtClean="0">
                <a:latin typeface="Constantia" pitchFamily="18" charset="0"/>
              </a:rPr>
              <a:t> Collector </a:t>
            </a:r>
            <a:r>
              <a:rPr lang="en-US" sz="1600" dirty="0" err="1" smtClean="0">
                <a:latin typeface="Constantia" pitchFamily="18" charset="0"/>
              </a:rPr>
              <a:t>của</a:t>
            </a:r>
            <a:r>
              <a:rPr lang="en-US" sz="1600" dirty="0" smtClean="0">
                <a:latin typeface="Constantia" pitchFamily="18" charset="0"/>
              </a:rPr>
              <a:t> Transistor</a:t>
            </a:r>
          </a:p>
          <a:p>
            <a:pPr>
              <a:lnSpc>
                <a:spcPct val="120000"/>
              </a:lnSpc>
            </a:pPr>
            <a:r>
              <a:rPr lang="en-US" sz="1600" b="1" dirty="0" err="1" smtClean="0">
                <a:latin typeface="Constantia" pitchFamily="18" charset="0"/>
              </a:rPr>
              <a:t>Chân</a:t>
            </a:r>
            <a:r>
              <a:rPr lang="en-US" sz="1600" b="1" dirty="0" smtClean="0">
                <a:latin typeface="Constantia" pitchFamily="18" charset="0"/>
              </a:rPr>
              <a:t> </a:t>
            </a:r>
            <a:r>
              <a:rPr lang="en-US" sz="1600" b="1" dirty="0" err="1" smtClean="0">
                <a:latin typeface="Constantia" pitchFamily="18" charset="0"/>
              </a:rPr>
              <a:t>số</a:t>
            </a:r>
            <a:r>
              <a:rPr lang="en-US" sz="1600" b="1" dirty="0" smtClean="0">
                <a:latin typeface="Constantia" pitchFamily="18" charset="0"/>
              </a:rPr>
              <a:t> 8 (V</a:t>
            </a:r>
            <a:r>
              <a:rPr lang="en-US" sz="1600" b="1" baseline="-25000" dirty="0" smtClean="0">
                <a:latin typeface="Constantia" pitchFamily="18" charset="0"/>
              </a:rPr>
              <a:t>CC</a:t>
            </a:r>
            <a:r>
              <a:rPr lang="en-US" sz="1600" b="1" dirty="0" smtClean="0">
                <a:latin typeface="Constantia" pitchFamily="18" charset="0"/>
              </a:rPr>
              <a:t>)</a:t>
            </a:r>
            <a:r>
              <a:rPr lang="en-US" sz="1600" dirty="0" smtClean="0">
                <a:latin typeface="Constantia" pitchFamily="18" charset="0"/>
              </a:rPr>
              <a:t>: </a:t>
            </a:r>
            <a:r>
              <a:rPr lang="en-US" sz="1600" dirty="0" err="1" smtClean="0">
                <a:latin typeface="Constantia" pitchFamily="18" charset="0"/>
              </a:rPr>
              <a:t>Được</a:t>
            </a:r>
            <a:r>
              <a:rPr lang="en-US" sz="1600" dirty="0" smtClean="0">
                <a:latin typeface="Constantia" pitchFamily="18" charset="0"/>
              </a:rPr>
              <a:t> </a:t>
            </a:r>
            <a:r>
              <a:rPr lang="en-US" sz="1600" dirty="0" err="1" smtClean="0">
                <a:latin typeface="Constantia" pitchFamily="18" charset="0"/>
              </a:rPr>
              <a:t>nối</a:t>
            </a:r>
            <a:r>
              <a:rPr lang="en-US" sz="1600" dirty="0" smtClean="0">
                <a:latin typeface="Constantia" pitchFamily="18" charset="0"/>
              </a:rPr>
              <a:t> </a:t>
            </a:r>
            <a:r>
              <a:rPr lang="en-US" sz="1600" dirty="0" err="1" smtClean="0">
                <a:latin typeface="Constantia" pitchFamily="18" charset="0"/>
              </a:rPr>
              <a:t>với</a:t>
            </a:r>
            <a:r>
              <a:rPr lang="en-US" sz="1600" dirty="0" smtClean="0">
                <a:latin typeface="Constantia" pitchFamily="18" charset="0"/>
              </a:rPr>
              <a:t> </a:t>
            </a:r>
            <a:r>
              <a:rPr lang="en-US" sz="1600" dirty="0" err="1" smtClean="0">
                <a:latin typeface="Constantia" pitchFamily="18" charset="0"/>
              </a:rPr>
              <a:t>nguồn</a:t>
            </a:r>
            <a:r>
              <a:rPr lang="en-US" sz="1600" dirty="0" smtClean="0">
                <a:latin typeface="Constantia" pitchFamily="18" charset="0"/>
              </a:rPr>
              <a:t> </a:t>
            </a:r>
            <a:r>
              <a:rPr lang="en-US" sz="1600" dirty="0" err="1" smtClean="0">
                <a:latin typeface="Constantia" pitchFamily="18" charset="0"/>
              </a:rPr>
              <a:t>cấp</a:t>
            </a:r>
            <a:r>
              <a:rPr lang="en-US" sz="1600" dirty="0" smtClean="0">
                <a:latin typeface="Constantia" pitchFamily="18" charset="0"/>
              </a:rPr>
              <a:t>  </a:t>
            </a:r>
          </a:p>
          <a:p>
            <a:pPr>
              <a:buClr>
                <a:srgbClr val="C00000"/>
              </a:buClr>
              <a:buNone/>
              <a:defRPr/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1400" dirty="0">
              <a:latin typeface="Constant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609600"/>
            <a:ext cx="7772400" cy="808038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dirty="0" smtClean="0">
                <a:solidFill>
                  <a:srgbClr val="0033CC"/>
                </a:solidFill>
                <a:latin typeface="Constantia" pitchFamily="18" charset="0"/>
                <a:cs typeface="Times New Roman" pitchFamily="18" charset="0"/>
              </a:rPr>
              <a:t>5.3. </a:t>
            </a:r>
            <a:r>
              <a:rPr lang="en-US" dirty="0" err="1" smtClean="0">
                <a:solidFill>
                  <a:srgbClr val="0033CC"/>
                </a:solidFill>
                <a:latin typeface="Constantia" pitchFamily="18" charset="0"/>
                <a:cs typeface="Times New Roman" pitchFamily="18" charset="0"/>
              </a:rPr>
              <a:t>Mạch</a:t>
            </a:r>
            <a:r>
              <a:rPr lang="en-US" dirty="0" smtClean="0">
                <a:solidFill>
                  <a:srgbClr val="0033CC"/>
                </a:solidFill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33CC"/>
                </a:solidFill>
                <a:latin typeface="Constantia" pitchFamily="18" charset="0"/>
                <a:cs typeface="Times New Roman" pitchFamily="18" charset="0"/>
              </a:rPr>
              <a:t>định</a:t>
            </a:r>
            <a:r>
              <a:rPr lang="en-US" dirty="0" smtClean="0">
                <a:solidFill>
                  <a:srgbClr val="0033CC"/>
                </a:solidFill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33CC"/>
                </a:solidFill>
                <a:latin typeface="Constantia" pitchFamily="18" charset="0"/>
                <a:cs typeface="Times New Roman" pitchFamily="18" charset="0"/>
              </a:rPr>
              <a:t>thời</a:t>
            </a:r>
            <a:r>
              <a:rPr lang="en-US" dirty="0" smtClean="0">
                <a:solidFill>
                  <a:srgbClr val="0033CC"/>
                </a:solidFill>
                <a:latin typeface="Constantia" pitchFamily="18" charset="0"/>
                <a:cs typeface="Times New Roman" pitchFamily="18" charset="0"/>
              </a:rPr>
              <a:t> 555</a:t>
            </a:r>
            <a:endParaRPr lang="en-US" dirty="0">
              <a:solidFill>
                <a:srgbClr val="0033CC"/>
              </a:solidFill>
              <a:latin typeface="Constantia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09800" y="1600200"/>
            <a:ext cx="3962400" cy="533400"/>
          </a:xfrm>
        </p:spPr>
        <p:txBody>
          <a:bodyPr>
            <a:normAutofit/>
          </a:bodyPr>
          <a:lstStyle/>
          <a:p>
            <a:pPr>
              <a:buClr>
                <a:srgbClr val="C00000"/>
              </a:buClr>
              <a:buSzPct val="150000"/>
              <a:buFont typeface="Arial" pitchFamily="34" charset="0"/>
              <a:buChar char="•"/>
              <a:defRPr/>
            </a:pPr>
            <a:r>
              <a:rPr lang="en-US" sz="2400" dirty="0" err="1" smtClean="0">
                <a:latin typeface="Constantia" pitchFamily="18" charset="0"/>
              </a:rPr>
              <a:t>Mạch</a:t>
            </a:r>
            <a:r>
              <a:rPr lang="en-US" sz="2400" dirty="0" smtClean="0">
                <a:latin typeface="Constantia" pitchFamily="18" charset="0"/>
              </a:rPr>
              <a:t> so </a:t>
            </a:r>
            <a:r>
              <a:rPr lang="en-US" sz="2400" dirty="0" err="1" smtClean="0">
                <a:latin typeface="Constantia" pitchFamily="18" charset="0"/>
              </a:rPr>
              <a:t>sánh</a:t>
            </a:r>
            <a:r>
              <a:rPr lang="en-US" sz="2400" dirty="0" smtClean="0">
                <a:latin typeface="Constantia" pitchFamily="18" charset="0"/>
              </a:rPr>
              <a:t> </a:t>
            </a:r>
            <a:r>
              <a:rPr lang="en-US" sz="2400" dirty="0" err="1" smtClean="0">
                <a:latin typeface="Constantia" pitchFamily="18" charset="0"/>
              </a:rPr>
              <a:t>trong</a:t>
            </a:r>
            <a:r>
              <a:rPr lang="en-US" sz="2400" dirty="0" smtClean="0">
                <a:latin typeface="Constantia" pitchFamily="18" charset="0"/>
              </a:rPr>
              <a:t> IC 555</a:t>
            </a:r>
            <a:endParaRPr lang="en-US" sz="2400" dirty="0" smtClean="0"/>
          </a:p>
          <a:p>
            <a:pPr>
              <a:buClr>
                <a:srgbClr val="C00000"/>
              </a:buClr>
              <a:buSzPct val="150000"/>
              <a:buFont typeface="Arial" pitchFamily="34" charset="0"/>
              <a:buChar char="•"/>
              <a:defRPr/>
            </a:pPr>
            <a:endParaRPr lang="en-US" dirty="0">
              <a:latin typeface="Constantia" pitchFamily="18" charset="0"/>
            </a:endParaRPr>
          </a:p>
        </p:txBody>
      </p:sp>
      <p:cxnSp>
        <p:nvCxnSpPr>
          <p:cNvPr id="54276" name="AutoShape 4"/>
          <p:cNvCxnSpPr>
            <a:cxnSpLocks noChangeShapeType="1"/>
          </p:cNvCxnSpPr>
          <p:nvPr/>
        </p:nvCxnSpPr>
        <p:spPr bwMode="auto">
          <a:xfrm>
            <a:off x="4266036" y="5714126"/>
            <a:ext cx="1164" cy="874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grpSp>
        <p:nvGrpSpPr>
          <p:cNvPr id="4" name="Group 19"/>
          <p:cNvGrpSpPr/>
          <p:nvPr/>
        </p:nvGrpSpPr>
        <p:grpSpPr>
          <a:xfrm>
            <a:off x="609600" y="2438400"/>
            <a:ext cx="4648200" cy="3004060"/>
            <a:chOff x="609600" y="2438400"/>
            <a:chExt cx="4648200" cy="3004060"/>
          </a:xfrm>
        </p:grpSpPr>
        <p:grpSp>
          <p:nvGrpSpPr>
            <p:cNvPr id="5" name="Group 5"/>
            <p:cNvGrpSpPr>
              <a:grpSpLocks/>
            </p:cNvGrpSpPr>
            <p:nvPr/>
          </p:nvGrpSpPr>
          <p:grpSpPr bwMode="auto">
            <a:xfrm>
              <a:off x="609600" y="2438400"/>
              <a:ext cx="3657600" cy="3004060"/>
              <a:chOff x="2567" y="5929"/>
              <a:chExt cx="2861" cy="3341"/>
            </a:xfrm>
          </p:grpSpPr>
          <p:pic>
            <p:nvPicPr>
              <p:cNvPr id="54278" name="Picture 6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auto">
              <a:xfrm>
                <a:off x="2567" y="5929"/>
                <a:ext cx="2861" cy="3341"/>
              </a:xfrm>
              <a:prstGeom prst="rect">
                <a:avLst/>
              </a:prstGeom>
              <a:noFill/>
            </p:spPr>
          </p:pic>
          <p:sp>
            <p:nvSpPr>
              <p:cNvPr id="54279" name="Text Box 7"/>
              <p:cNvSpPr txBox="1">
                <a:spLocks noChangeArrowheads="1"/>
              </p:cNvSpPr>
              <p:nvPr/>
            </p:nvSpPr>
            <p:spPr bwMode="auto">
              <a:xfrm>
                <a:off x="3578" y="7851"/>
                <a:ext cx="365" cy="192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54280" name="Text Box 8"/>
              <p:cNvSpPr txBox="1">
                <a:spLocks noChangeArrowheads="1"/>
              </p:cNvSpPr>
              <p:nvPr/>
            </p:nvSpPr>
            <p:spPr bwMode="auto">
              <a:xfrm>
                <a:off x="3578" y="8131"/>
                <a:ext cx="365" cy="192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54281" name="Text Box 9"/>
              <p:cNvSpPr txBox="1">
                <a:spLocks noChangeArrowheads="1"/>
              </p:cNvSpPr>
              <p:nvPr/>
            </p:nvSpPr>
            <p:spPr bwMode="auto">
              <a:xfrm>
                <a:off x="4621" y="7979"/>
                <a:ext cx="365" cy="192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p:grpSp>
        <p:sp>
          <p:nvSpPr>
            <p:cNvPr id="18" name="Right Arrow 17"/>
            <p:cNvSpPr/>
            <p:nvPr/>
          </p:nvSpPr>
          <p:spPr>
            <a:xfrm>
              <a:off x="4419600" y="3733800"/>
              <a:ext cx="838200" cy="60960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5410200" y="2514600"/>
          <a:ext cx="3505199" cy="2590800"/>
        </p:xfrm>
        <a:graphic>
          <a:graphicData uri="http://schemas.openxmlformats.org/drawingml/2006/table">
            <a:tbl>
              <a:tblPr/>
              <a:tblGrid>
                <a:gridCol w="1115291"/>
                <a:gridCol w="1235555"/>
                <a:gridCol w="607670"/>
                <a:gridCol w="546683"/>
              </a:tblGrid>
              <a:tr h="399132"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latin typeface="Times New Roman"/>
                          <a:ea typeface="Times New Roman"/>
                          <a:cs typeface="Times New Roman"/>
                        </a:rPr>
                        <a:t>Đầu</a:t>
                      </a:r>
                      <a:r>
                        <a:rPr lang="en-US" sz="1800" b="1" dirty="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dirty="0" err="1">
                          <a:latin typeface="Times New Roman"/>
                          <a:ea typeface="Times New Roman"/>
                          <a:cs typeface="Times New Roman"/>
                        </a:rPr>
                        <a:t>vào</a:t>
                      </a:r>
                      <a:endParaRPr lang="en-US" sz="18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latin typeface="Times New Roman"/>
                          <a:ea typeface="Times New Roman"/>
                          <a:cs typeface="Times New Roman"/>
                        </a:rPr>
                        <a:t>Đầu</a:t>
                      </a:r>
                      <a:r>
                        <a:rPr lang="en-US" sz="1800" b="1" dirty="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dirty="0" err="1">
                          <a:latin typeface="Times New Roman"/>
                          <a:ea typeface="Times New Roman"/>
                          <a:cs typeface="Times New Roman"/>
                        </a:rPr>
                        <a:t>ra</a:t>
                      </a:r>
                      <a:endParaRPr lang="en-US" sz="18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65441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Chân</a:t>
                      </a:r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số</a:t>
                      </a:r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6</a:t>
                      </a:r>
                      <a:endParaRPr lang="en-US" sz="1800" b="1" dirty="0">
                        <a:solidFill>
                          <a:srgbClr val="C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Chân</a:t>
                      </a:r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số</a:t>
                      </a:r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2</a:t>
                      </a:r>
                      <a:endParaRPr lang="en-US" sz="1800" b="1" dirty="0">
                        <a:solidFill>
                          <a:srgbClr val="C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</a:t>
                      </a:r>
                      <a:endParaRPr lang="en-US" sz="1800" b="1" dirty="0">
                        <a:solidFill>
                          <a:srgbClr val="C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</a:t>
                      </a:r>
                      <a:endParaRPr lang="en-US" sz="1800" b="1" dirty="0">
                        <a:solidFill>
                          <a:srgbClr val="C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49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en-US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en-US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en-US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imes New Roman"/>
                          <a:ea typeface="Times New Roman"/>
                          <a:cs typeface="Times New Roman"/>
                        </a:rPr>
                        <a:t>0</a:t>
                      </a:r>
                      <a:endParaRPr lang="en-US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49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</a:rPr>
                        <a:t>0</a:t>
                      </a:r>
                      <a:endParaRPr lang="en-US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</a:rPr>
                        <a:t>0</a:t>
                      </a:r>
                      <a:endParaRPr lang="en-US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</a:rPr>
                        <a:t>0</a:t>
                      </a:r>
                      <a:endParaRPr lang="en-US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en-US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913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en-US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</a:rPr>
                        <a:t>0</a:t>
                      </a:r>
                      <a:endParaRPr lang="en-US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en-US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en-US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913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</a:rPr>
                        <a:t>0</a:t>
                      </a:r>
                      <a:endParaRPr lang="en-US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en-US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</a:rPr>
                        <a:t>0</a:t>
                      </a:r>
                      <a:endParaRPr lang="en-US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imes New Roman"/>
                          <a:ea typeface="Times New Roman"/>
                          <a:cs typeface="Times New Roman"/>
                        </a:rPr>
                        <a:t>0</a:t>
                      </a:r>
                      <a:endParaRPr lang="en-US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609600"/>
            <a:ext cx="7772400" cy="808038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dirty="0" smtClean="0">
                <a:solidFill>
                  <a:srgbClr val="0033CC"/>
                </a:solidFill>
                <a:latin typeface="Constantia" pitchFamily="18" charset="0"/>
                <a:cs typeface="Times New Roman" pitchFamily="18" charset="0"/>
              </a:rPr>
              <a:t>5.3. </a:t>
            </a:r>
            <a:r>
              <a:rPr lang="en-US" dirty="0" err="1" smtClean="0">
                <a:solidFill>
                  <a:srgbClr val="0033CC"/>
                </a:solidFill>
                <a:latin typeface="Constantia" pitchFamily="18" charset="0"/>
                <a:cs typeface="Times New Roman" pitchFamily="18" charset="0"/>
              </a:rPr>
              <a:t>Mạch</a:t>
            </a:r>
            <a:r>
              <a:rPr lang="en-US" dirty="0" smtClean="0">
                <a:solidFill>
                  <a:srgbClr val="0033CC"/>
                </a:solidFill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33CC"/>
                </a:solidFill>
                <a:latin typeface="Constantia" pitchFamily="18" charset="0"/>
                <a:cs typeface="Times New Roman" pitchFamily="18" charset="0"/>
              </a:rPr>
              <a:t>định</a:t>
            </a:r>
            <a:r>
              <a:rPr lang="en-US" dirty="0" smtClean="0">
                <a:solidFill>
                  <a:srgbClr val="0033CC"/>
                </a:solidFill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33CC"/>
                </a:solidFill>
                <a:latin typeface="Constantia" pitchFamily="18" charset="0"/>
                <a:cs typeface="Times New Roman" pitchFamily="18" charset="0"/>
              </a:rPr>
              <a:t>thời</a:t>
            </a:r>
            <a:r>
              <a:rPr lang="en-US" dirty="0" smtClean="0">
                <a:solidFill>
                  <a:srgbClr val="0033CC"/>
                </a:solidFill>
                <a:latin typeface="Constantia" pitchFamily="18" charset="0"/>
                <a:cs typeface="Times New Roman" pitchFamily="18" charset="0"/>
              </a:rPr>
              <a:t> 555</a:t>
            </a:r>
            <a:endParaRPr lang="en-US" dirty="0">
              <a:solidFill>
                <a:srgbClr val="0033CC"/>
              </a:solidFill>
              <a:latin typeface="Constantia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81000" y="1524000"/>
            <a:ext cx="7086600" cy="533400"/>
          </a:xfrm>
        </p:spPr>
        <p:txBody>
          <a:bodyPr>
            <a:normAutofit/>
          </a:bodyPr>
          <a:lstStyle/>
          <a:p>
            <a:pPr>
              <a:buClr>
                <a:srgbClr val="C00000"/>
              </a:buClr>
              <a:buSzPct val="150000"/>
              <a:buFont typeface="Wingdings" pitchFamily="2" charset="2"/>
              <a:buChar char="Ø"/>
              <a:defRPr/>
            </a:pP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400" b="1" dirty="0" err="1" smtClean="0">
                <a:solidFill>
                  <a:srgbClr val="C00000"/>
                </a:solidFill>
                <a:latin typeface="Constantia" pitchFamily="18" charset="0"/>
              </a:rPr>
              <a:t>Mạch</a:t>
            </a:r>
            <a:r>
              <a:rPr lang="en-US" sz="2400" b="1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2400" b="1" dirty="0" err="1" smtClean="0">
                <a:solidFill>
                  <a:srgbClr val="C00000"/>
                </a:solidFill>
                <a:latin typeface="Constantia" pitchFamily="18" charset="0"/>
              </a:rPr>
              <a:t>dao</a:t>
            </a:r>
            <a:r>
              <a:rPr lang="en-US" sz="2400" b="1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2400" b="1" dirty="0" err="1" smtClean="0">
                <a:solidFill>
                  <a:srgbClr val="C00000"/>
                </a:solidFill>
                <a:latin typeface="Constantia" pitchFamily="18" charset="0"/>
              </a:rPr>
              <a:t>động</a:t>
            </a:r>
            <a:r>
              <a:rPr lang="en-US" sz="2400" b="1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2400" b="1" dirty="0" err="1" smtClean="0">
                <a:solidFill>
                  <a:srgbClr val="C00000"/>
                </a:solidFill>
                <a:latin typeface="Constantia" pitchFamily="18" charset="0"/>
              </a:rPr>
              <a:t>đa</a:t>
            </a:r>
            <a:r>
              <a:rPr lang="en-US" sz="2400" b="1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2400" b="1" dirty="0" err="1" smtClean="0">
                <a:solidFill>
                  <a:srgbClr val="C00000"/>
                </a:solidFill>
                <a:latin typeface="Constantia" pitchFamily="18" charset="0"/>
              </a:rPr>
              <a:t>hài</a:t>
            </a:r>
            <a:r>
              <a:rPr lang="en-US" sz="2400" b="1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2400" b="1" dirty="0" err="1" smtClean="0">
                <a:solidFill>
                  <a:srgbClr val="C00000"/>
                </a:solidFill>
                <a:latin typeface="Constantia" pitchFamily="18" charset="0"/>
              </a:rPr>
              <a:t>đơn</a:t>
            </a:r>
            <a:r>
              <a:rPr lang="en-US" sz="2400" b="1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2400" b="1" dirty="0" err="1" smtClean="0">
                <a:solidFill>
                  <a:srgbClr val="C00000"/>
                </a:solidFill>
                <a:latin typeface="Constantia" pitchFamily="18" charset="0"/>
              </a:rPr>
              <a:t>ổn</a:t>
            </a:r>
            <a:r>
              <a:rPr lang="en-US" sz="2400" b="1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2400" b="1" dirty="0" err="1" smtClean="0">
                <a:solidFill>
                  <a:srgbClr val="C00000"/>
                </a:solidFill>
                <a:latin typeface="Constantia" pitchFamily="18" charset="0"/>
              </a:rPr>
              <a:t>sử</a:t>
            </a:r>
            <a:r>
              <a:rPr lang="en-US" sz="2400" b="1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2400" b="1" dirty="0" err="1" smtClean="0">
                <a:solidFill>
                  <a:srgbClr val="C00000"/>
                </a:solidFill>
                <a:latin typeface="Constantia" pitchFamily="18" charset="0"/>
              </a:rPr>
              <a:t>dụng</a:t>
            </a:r>
            <a:r>
              <a:rPr lang="en-US" sz="2400" b="1" dirty="0" smtClean="0">
                <a:solidFill>
                  <a:srgbClr val="C00000"/>
                </a:solidFill>
                <a:latin typeface="Constantia" pitchFamily="18" charset="0"/>
              </a:rPr>
              <a:t> IC 555</a:t>
            </a:r>
            <a:endParaRPr lang="en-US" sz="2400" b="1" dirty="0">
              <a:solidFill>
                <a:srgbClr val="C00000"/>
              </a:solidFill>
              <a:latin typeface="Constantia" pitchFamily="18" charset="0"/>
            </a:endParaRPr>
          </a:p>
        </p:txBody>
      </p:sp>
      <p:cxnSp>
        <p:nvCxnSpPr>
          <p:cNvPr id="54276" name="AutoShape 4"/>
          <p:cNvCxnSpPr>
            <a:cxnSpLocks noChangeShapeType="1"/>
          </p:cNvCxnSpPr>
          <p:nvPr/>
        </p:nvCxnSpPr>
        <p:spPr bwMode="auto">
          <a:xfrm>
            <a:off x="4266036" y="5714126"/>
            <a:ext cx="1164" cy="874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pic>
        <p:nvPicPr>
          <p:cNvPr id="54284" name="Picture 1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2362200"/>
            <a:ext cx="3403053" cy="3350808"/>
          </a:xfrm>
          <a:prstGeom prst="rect">
            <a:avLst/>
          </a:prstGeom>
          <a:noFill/>
        </p:spPr>
      </p:pic>
      <p:sp>
        <p:nvSpPr>
          <p:cNvPr id="28" name="Up Arrow 27"/>
          <p:cNvSpPr/>
          <p:nvPr/>
        </p:nvSpPr>
        <p:spPr>
          <a:xfrm>
            <a:off x="6934200" y="5257800"/>
            <a:ext cx="609600" cy="4572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29"/>
          <p:cNvGrpSpPr/>
          <p:nvPr/>
        </p:nvGrpSpPr>
        <p:grpSpPr>
          <a:xfrm>
            <a:off x="4191000" y="2438400"/>
            <a:ext cx="4748063" cy="3758529"/>
            <a:chOff x="4191000" y="2438400"/>
            <a:chExt cx="4748063" cy="3758529"/>
          </a:xfrm>
        </p:grpSpPr>
        <p:pic>
          <p:nvPicPr>
            <p:cNvPr id="54287" name="Picture 15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4191000" y="2438400"/>
              <a:ext cx="4748063" cy="2971800"/>
            </a:xfrm>
            <a:prstGeom prst="rect">
              <a:avLst/>
            </a:prstGeom>
            <a:noFill/>
          </p:spPr>
        </p:pic>
        <p:sp>
          <p:nvSpPr>
            <p:cNvPr id="27" name="Text Box 14"/>
            <p:cNvSpPr txBox="1">
              <a:spLocks noChangeArrowheads="1"/>
            </p:cNvSpPr>
            <p:nvPr/>
          </p:nvSpPr>
          <p:spPr bwMode="auto">
            <a:xfrm>
              <a:off x="6553200" y="5867400"/>
              <a:ext cx="1600200" cy="3295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2000" b="0" i="0" u="none" strike="noStrike" cap="none" normalizeH="0" baseline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Giản</a:t>
              </a:r>
              <a:r>
                <a:rPr kumimoji="0" lang="en-US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 </a:t>
              </a:r>
              <a:r>
                <a:rPr kumimoji="0" lang="en-US" sz="2000" b="0" i="0" u="none" strike="noStrike" cap="none" normalizeH="0" baseline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đồ</a:t>
              </a:r>
              <a:r>
                <a:rPr kumimoji="0" lang="en-US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 </a:t>
              </a:r>
              <a:r>
                <a:rPr kumimoji="0" lang="en-US" sz="2000" b="0" i="0" u="none" strike="noStrike" cap="none" normalizeH="0" baseline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xung</a:t>
              </a:r>
              <a:endPara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9" name="Up Arrow 28"/>
            <p:cNvSpPr/>
            <p:nvPr/>
          </p:nvSpPr>
          <p:spPr>
            <a:xfrm>
              <a:off x="6858000" y="5257800"/>
              <a:ext cx="609600" cy="457200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609600"/>
            <a:ext cx="7772400" cy="808038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dirty="0" smtClean="0">
                <a:solidFill>
                  <a:srgbClr val="0033CC"/>
                </a:solidFill>
                <a:latin typeface="Constantia" pitchFamily="18" charset="0"/>
                <a:cs typeface="Times New Roman" pitchFamily="18" charset="0"/>
              </a:rPr>
              <a:t>5.3. </a:t>
            </a:r>
            <a:r>
              <a:rPr lang="en-US" dirty="0" err="1" smtClean="0">
                <a:solidFill>
                  <a:srgbClr val="0033CC"/>
                </a:solidFill>
                <a:latin typeface="Constantia" pitchFamily="18" charset="0"/>
                <a:cs typeface="Times New Roman" pitchFamily="18" charset="0"/>
              </a:rPr>
              <a:t>Mạch</a:t>
            </a:r>
            <a:r>
              <a:rPr lang="en-US" dirty="0" smtClean="0">
                <a:solidFill>
                  <a:srgbClr val="0033CC"/>
                </a:solidFill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33CC"/>
                </a:solidFill>
                <a:latin typeface="Constantia" pitchFamily="18" charset="0"/>
                <a:cs typeface="Times New Roman" pitchFamily="18" charset="0"/>
              </a:rPr>
              <a:t>định</a:t>
            </a:r>
            <a:r>
              <a:rPr lang="en-US" dirty="0" smtClean="0">
                <a:solidFill>
                  <a:srgbClr val="0033CC"/>
                </a:solidFill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33CC"/>
                </a:solidFill>
                <a:latin typeface="Constantia" pitchFamily="18" charset="0"/>
                <a:cs typeface="Times New Roman" pitchFamily="18" charset="0"/>
              </a:rPr>
              <a:t>thời</a:t>
            </a:r>
            <a:r>
              <a:rPr lang="en-US" dirty="0" smtClean="0">
                <a:solidFill>
                  <a:srgbClr val="0033CC"/>
                </a:solidFill>
                <a:latin typeface="Constantia" pitchFamily="18" charset="0"/>
                <a:cs typeface="Times New Roman" pitchFamily="18" charset="0"/>
              </a:rPr>
              <a:t> 555</a:t>
            </a:r>
            <a:endParaRPr lang="en-US" dirty="0">
              <a:solidFill>
                <a:srgbClr val="0033CC"/>
              </a:solidFill>
              <a:latin typeface="Constantia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09800" y="1600200"/>
            <a:ext cx="3962400" cy="533400"/>
          </a:xfrm>
        </p:spPr>
        <p:txBody>
          <a:bodyPr>
            <a:normAutofit/>
          </a:bodyPr>
          <a:lstStyle/>
          <a:p>
            <a:pPr>
              <a:buClr>
                <a:srgbClr val="C00000"/>
              </a:buClr>
              <a:buSzPct val="150000"/>
              <a:buNone/>
              <a:defRPr/>
            </a:pPr>
            <a:endParaRPr lang="en-US" sz="2400" dirty="0" smtClean="0"/>
          </a:p>
          <a:p>
            <a:pPr>
              <a:buClr>
                <a:srgbClr val="C00000"/>
              </a:buClr>
              <a:buSzPct val="150000"/>
              <a:buFont typeface="Arial" pitchFamily="34" charset="0"/>
              <a:buChar char="•"/>
              <a:defRPr/>
            </a:pPr>
            <a:endParaRPr lang="en-US" dirty="0">
              <a:latin typeface="Constantia" pitchFamily="18" charset="0"/>
            </a:endParaRPr>
          </a:p>
        </p:txBody>
      </p:sp>
      <p:cxnSp>
        <p:nvCxnSpPr>
          <p:cNvPr id="54276" name="AutoShape 4"/>
          <p:cNvCxnSpPr>
            <a:cxnSpLocks noChangeShapeType="1"/>
          </p:cNvCxnSpPr>
          <p:nvPr/>
        </p:nvCxnSpPr>
        <p:spPr bwMode="auto">
          <a:xfrm>
            <a:off x="4266036" y="5714126"/>
            <a:ext cx="1164" cy="874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sp>
        <p:nvSpPr>
          <p:cNvPr id="13" name="Content Placeholder 2"/>
          <p:cNvSpPr txBox="1">
            <a:spLocks/>
          </p:cNvSpPr>
          <p:nvPr/>
        </p:nvSpPr>
        <p:spPr>
          <a:xfrm>
            <a:off x="381000" y="1524000"/>
            <a:ext cx="7086600" cy="53340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Wingdings" pitchFamily="2" charset="2"/>
              <a:buChar char="Ø"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tantia" pitchFamily="18" charset="0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nstantia" pitchFamily="18" charset="0"/>
                <a:ea typeface="+mn-ea"/>
                <a:cs typeface="+mn-cs"/>
              </a:rPr>
              <a:t>Mạch</a:t>
            </a: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nstantia" pitchFamily="18" charset="0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nstantia" pitchFamily="18" charset="0"/>
                <a:ea typeface="+mn-ea"/>
                <a:cs typeface="+mn-cs"/>
              </a:rPr>
              <a:t>dao</a:t>
            </a: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nstantia" pitchFamily="18" charset="0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nstantia" pitchFamily="18" charset="0"/>
                <a:ea typeface="+mn-ea"/>
                <a:cs typeface="+mn-cs"/>
              </a:rPr>
              <a:t>động</a:t>
            </a: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nstantia" pitchFamily="18" charset="0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nstantia" pitchFamily="18" charset="0"/>
                <a:ea typeface="+mn-ea"/>
                <a:cs typeface="+mn-cs"/>
              </a:rPr>
              <a:t>đa</a:t>
            </a: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nstantia" pitchFamily="18" charset="0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nstantia" pitchFamily="18" charset="0"/>
                <a:ea typeface="+mn-ea"/>
                <a:cs typeface="+mn-cs"/>
              </a:rPr>
              <a:t>hài</a:t>
            </a: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nstantia" pitchFamily="18" charset="0"/>
                <a:ea typeface="+mn-ea"/>
                <a:cs typeface="+mn-cs"/>
              </a:rPr>
              <a:t> phi </a:t>
            </a:r>
            <a:r>
              <a:rPr kumimoji="0" lang="en-US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nstantia" pitchFamily="18" charset="0"/>
                <a:ea typeface="+mn-ea"/>
                <a:cs typeface="+mn-cs"/>
              </a:rPr>
              <a:t>ổn</a:t>
            </a: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nstantia" pitchFamily="18" charset="0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nstantia" pitchFamily="18" charset="0"/>
                <a:ea typeface="+mn-ea"/>
                <a:cs typeface="+mn-cs"/>
              </a:rPr>
              <a:t>sử</a:t>
            </a: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nstantia" pitchFamily="18" charset="0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nstantia" pitchFamily="18" charset="0"/>
                <a:ea typeface="+mn-ea"/>
                <a:cs typeface="+mn-cs"/>
              </a:rPr>
              <a:t>dụng</a:t>
            </a: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nstantia" pitchFamily="18" charset="0"/>
                <a:ea typeface="+mn-ea"/>
                <a:cs typeface="+mn-cs"/>
              </a:rPr>
              <a:t> IC 555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nstantia" pitchFamily="18" charset="0"/>
              <a:ea typeface="+mn-ea"/>
              <a:cs typeface="+mn-cs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457200" y="2362199"/>
            <a:ext cx="8577347" cy="3398675"/>
            <a:chOff x="457200" y="2362199"/>
            <a:chExt cx="8577347" cy="3398675"/>
          </a:xfrm>
        </p:grpSpPr>
        <p:pic>
          <p:nvPicPr>
            <p:cNvPr id="82947" name="Picture 3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457200" y="2362199"/>
              <a:ext cx="3767053" cy="3398675"/>
            </a:xfrm>
            <a:prstGeom prst="rect">
              <a:avLst/>
            </a:prstGeom>
            <a:noFill/>
          </p:spPr>
        </p:pic>
        <p:pic>
          <p:nvPicPr>
            <p:cNvPr id="82949" name="Picture 5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4267200" y="2819400"/>
              <a:ext cx="4767347" cy="2819400"/>
            </a:xfrm>
            <a:prstGeom prst="rect">
              <a:avLst/>
            </a:prstGeom>
            <a:noFill/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609600"/>
            <a:ext cx="7772400" cy="808038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dirty="0" smtClean="0">
                <a:solidFill>
                  <a:srgbClr val="0033CC"/>
                </a:solidFill>
                <a:latin typeface="Constantia" pitchFamily="18" charset="0"/>
                <a:cs typeface="Times New Roman" pitchFamily="18" charset="0"/>
              </a:rPr>
              <a:t>5.4. </a:t>
            </a:r>
            <a:r>
              <a:rPr lang="en-US" dirty="0" err="1" smtClean="0">
                <a:solidFill>
                  <a:srgbClr val="0033CC"/>
                </a:solidFill>
                <a:latin typeface="Constantia" pitchFamily="18" charset="0"/>
                <a:cs typeface="Times New Roman" pitchFamily="18" charset="0"/>
              </a:rPr>
              <a:t>Mạch</a:t>
            </a:r>
            <a:r>
              <a:rPr lang="en-US" dirty="0" smtClean="0">
                <a:solidFill>
                  <a:srgbClr val="0033CC"/>
                </a:solidFill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33CC"/>
                </a:solidFill>
                <a:latin typeface="Constantia" pitchFamily="18" charset="0"/>
                <a:cs typeface="Times New Roman" pitchFamily="18" charset="0"/>
              </a:rPr>
              <a:t>tạo</a:t>
            </a:r>
            <a:r>
              <a:rPr lang="en-US" dirty="0" smtClean="0">
                <a:solidFill>
                  <a:srgbClr val="0033CC"/>
                </a:solidFill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33CC"/>
                </a:solidFill>
                <a:latin typeface="Constantia" pitchFamily="18" charset="0"/>
                <a:cs typeface="Times New Roman" pitchFamily="18" charset="0"/>
              </a:rPr>
              <a:t>dao</a:t>
            </a:r>
            <a:r>
              <a:rPr lang="en-US" dirty="0" smtClean="0">
                <a:solidFill>
                  <a:srgbClr val="0033CC"/>
                </a:solidFill>
                <a:latin typeface="Constantia" pitchFamily="18" charset="0"/>
                <a:cs typeface="Times New Roman" pitchFamily="18" charset="0"/>
              </a:rPr>
              <a:t> đ</a:t>
            </a:r>
            <a:r>
              <a:rPr lang="en-GB" dirty="0" err="1" smtClean="0">
                <a:solidFill>
                  <a:srgbClr val="0033CC"/>
                </a:solidFill>
                <a:latin typeface="Constantia" pitchFamily="18" charset="0"/>
                <a:cs typeface="Times New Roman" pitchFamily="18" charset="0"/>
              </a:rPr>
              <a:t>ộng</a:t>
            </a:r>
            <a:r>
              <a:rPr lang="en-GB" dirty="0" smtClean="0">
                <a:solidFill>
                  <a:srgbClr val="0033CC"/>
                </a:solidFill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rgbClr val="0033CC"/>
                </a:solidFill>
                <a:latin typeface="Constantia" pitchFamily="18" charset="0"/>
                <a:cs typeface="Times New Roman" pitchFamily="18" charset="0"/>
              </a:rPr>
              <a:t>VCO</a:t>
            </a:r>
            <a:endParaRPr lang="en-US" dirty="0">
              <a:solidFill>
                <a:srgbClr val="0033CC"/>
              </a:solidFill>
              <a:latin typeface="Constantia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752600"/>
            <a:ext cx="8628888" cy="4876800"/>
          </a:xfrm>
        </p:spPr>
        <p:txBody>
          <a:bodyPr>
            <a:normAutofit/>
          </a:bodyPr>
          <a:lstStyle/>
          <a:p>
            <a:pPr>
              <a:buClr>
                <a:srgbClr val="C00000"/>
              </a:buClr>
              <a:buFont typeface="Wingdings" pitchFamily="2" charset="2"/>
              <a:buChar char="Ø"/>
              <a:defRPr/>
            </a:pPr>
            <a:r>
              <a:rPr lang="en-US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Constantia" pitchFamily="18" charset="0"/>
                <a:cs typeface="Times New Roman" pitchFamily="18" charset="0"/>
              </a:rPr>
              <a:t>Khái</a:t>
            </a:r>
            <a:r>
              <a:rPr lang="en-US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Constantia" pitchFamily="18" charset="0"/>
                <a:cs typeface="Times New Roman" pitchFamily="18" charset="0"/>
              </a:rPr>
              <a:t>niệm</a:t>
            </a:r>
            <a:endParaRPr lang="en-US" dirty="0" smtClean="0">
              <a:latin typeface="Constantia" pitchFamily="18" charset="0"/>
              <a:cs typeface="Times New Roman" pitchFamily="18" charset="0"/>
            </a:endParaRPr>
          </a:p>
          <a:p>
            <a:pPr>
              <a:buClr>
                <a:srgbClr val="C00000"/>
              </a:buClr>
              <a:buBlip>
                <a:blip r:embed="rId2"/>
              </a:buBlip>
              <a:defRPr/>
            </a:pPr>
            <a:r>
              <a:rPr lang="en-US" sz="2000" dirty="0" err="1" smtClean="0">
                <a:latin typeface="Constantia" pitchFamily="18" charset="0"/>
              </a:rPr>
              <a:t>Mạch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tạo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dao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động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điều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khiển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bằng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điện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áp</a:t>
            </a:r>
            <a:r>
              <a:rPr lang="en-US" sz="2000" dirty="0" smtClean="0">
                <a:latin typeface="Constantia" pitchFamily="18" charset="0"/>
              </a:rPr>
              <a:t> (Voltage Controlled Oscillator) </a:t>
            </a:r>
            <a:r>
              <a:rPr lang="en-US" sz="2000" dirty="0" err="1" smtClean="0">
                <a:latin typeface="Constantia" pitchFamily="18" charset="0"/>
              </a:rPr>
              <a:t>là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mạch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Constantia" pitchFamily="18" charset="0"/>
              </a:rPr>
              <a:t>dao</a:t>
            </a:r>
            <a:r>
              <a:rPr lang="en-US" sz="2000" i="1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Constantia" pitchFamily="18" charset="0"/>
              </a:rPr>
              <a:t>động</a:t>
            </a:r>
            <a:r>
              <a:rPr lang="en-US" sz="2000" i="1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Constantia" pitchFamily="18" charset="0"/>
              </a:rPr>
              <a:t>có</a:t>
            </a:r>
            <a:r>
              <a:rPr lang="en-US" sz="2000" i="1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Constantia" pitchFamily="18" charset="0"/>
              </a:rPr>
              <a:t>tần</a:t>
            </a:r>
            <a:r>
              <a:rPr lang="en-US" sz="2000" i="1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Constantia" pitchFamily="18" charset="0"/>
              </a:rPr>
              <a:t>số</a:t>
            </a:r>
            <a:r>
              <a:rPr lang="en-US" sz="2000" i="1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Constantia" pitchFamily="18" charset="0"/>
              </a:rPr>
              <a:t>được</a:t>
            </a:r>
            <a:r>
              <a:rPr lang="en-US" sz="2000" i="1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Constantia" pitchFamily="18" charset="0"/>
              </a:rPr>
              <a:t>điều</a:t>
            </a:r>
            <a:r>
              <a:rPr lang="en-US" sz="2000" i="1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Constantia" pitchFamily="18" charset="0"/>
              </a:rPr>
              <a:t>khiển</a:t>
            </a:r>
            <a:r>
              <a:rPr lang="en-US" sz="2000" i="1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Constantia" pitchFamily="18" charset="0"/>
              </a:rPr>
              <a:t>bởi</a:t>
            </a:r>
            <a:r>
              <a:rPr lang="en-US" sz="2000" i="1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Constantia" pitchFamily="18" charset="0"/>
              </a:rPr>
              <a:t>điện</a:t>
            </a:r>
            <a:r>
              <a:rPr lang="en-US" sz="2000" i="1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Constantia" pitchFamily="18" charset="0"/>
              </a:rPr>
              <a:t>áp</a:t>
            </a:r>
            <a:r>
              <a:rPr lang="en-US" sz="2000" i="1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Constantia" pitchFamily="18" charset="0"/>
              </a:rPr>
              <a:t>đầu</a:t>
            </a:r>
            <a:r>
              <a:rPr lang="en-US" sz="2000" i="1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Constantia" pitchFamily="18" charset="0"/>
              </a:rPr>
              <a:t>vào</a:t>
            </a:r>
            <a:r>
              <a:rPr lang="en-US" sz="2000" dirty="0" smtClean="0">
                <a:latin typeface="Constantia" pitchFamily="18" charset="0"/>
              </a:rPr>
              <a:t>. </a:t>
            </a:r>
          </a:p>
          <a:p>
            <a:pPr>
              <a:buClr>
                <a:srgbClr val="C00000"/>
              </a:buClr>
              <a:buBlip>
                <a:blip r:embed="rId2"/>
              </a:buBlip>
              <a:defRPr/>
            </a:pPr>
            <a:r>
              <a:rPr lang="en-US" sz="2000" dirty="0" err="1" smtClean="0">
                <a:latin typeface="Constantia" pitchFamily="18" charset="0"/>
              </a:rPr>
              <a:t>Mạch</a:t>
            </a:r>
            <a:r>
              <a:rPr lang="en-US" sz="2000" dirty="0" smtClean="0">
                <a:latin typeface="Constantia" pitchFamily="18" charset="0"/>
              </a:rPr>
              <a:t> VCO </a:t>
            </a:r>
            <a:r>
              <a:rPr lang="en-US" sz="2000" dirty="0" err="1" smtClean="0">
                <a:latin typeface="Constantia" pitchFamily="18" charset="0"/>
              </a:rPr>
              <a:t>cũng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có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thể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được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phân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loại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theo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dạng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tín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hiệu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tại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đầu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ra</a:t>
            </a:r>
            <a:r>
              <a:rPr lang="en-US" sz="2000" dirty="0" smtClean="0">
                <a:latin typeface="Constantia" pitchFamily="18" charset="0"/>
              </a:rPr>
              <a:t>: </a:t>
            </a:r>
            <a:r>
              <a:rPr lang="en-US" sz="2000" dirty="0" err="1" smtClean="0">
                <a:latin typeface="Constantia" pitchFamily="18" charset="0"/>
              </a:rPr>
              <a:t>mạch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tạo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dao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động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i="1" dirty="0" err="1" smtClean="0">
                <a:latin typeface="Constantia" pitchFamily="18" charset="0"/>
              </a:rPr>
              <a:t>điều</a:t>
            </a:r>
            <a:r>
              <a:rPr lang="en-US" sz="2000" i="1" dirty="0" smtClean="0">
                <a:latin typeface="Constantia" pitchFamily="18" charset="0"/>
              </a:rPr>
              <a:t> </a:t>
            </a:r>
            <a:r>
              <a:rPr lang="en-US" sz="2000" i="1" dirty="0" err="1" smtClean="0">
                <a:latin typeface="Constantia" pitchFamily="18" charset="0"/>
              </a:rPr>
              <a:t>hòa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và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mạch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tạo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dao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động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i="1" dirty="0" err="1" smtClean="0">
                <a:latin typeface="Constantia" pitchFamily="18" charset="0"/>
              </a:rPr>
              <a:t>tích</a:t>
            </a:r>
            <a:r>
              <a:rPr lang="en-US" sz="2000" i="1" dirty="0" smtClean="0">
                <a:latin typeface="Constantia" pitchFamily="18" charset="0"/>
              </a:rPr>
              <a:t> </a:t>
            </a:r>
            <a:r>
              <a:rPr lang="en-US" sz="2000" i="1" dirty="0" err="1" smtClean="0">
                <a:latin typeface="Constantia" pitchFamily="18" charset="0"/>
              </a:rPr>
              <a:t>thoát</a:t>
            </a:r>
            <a:r>
              <a:rPr lang="en-US" sz="2000" dirty="0" smtClean="0">
                <a:latin typeface="Constantia" pitchFamily="18" charset="0"/>
              </a:rPr>
              <a:t>.</a:t>
            </a:r>
          </a:p>
          <a:p>
            <a:r>
              <a:rPr lang="en-US" sz="2000" dirty="0" err="1" smtClean="0">
                <a:latin typeface="Constantia" pitchFamily="18" charset="0"/>
              </a:rPr>
              <a:t>Mạch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tạo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dao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động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điều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smtClean="0">
                <a:latin typeface="Constantia" pitchFamily="18" charset="0"/>
              </a:rPr>
              <a:t>hòa </a:t>
            </a:r>
            <a:r>
              <a:rPr lang="en-US" sz="2000" dirty="0" err="1" smtClean="0">
                <a:latin typeface="Constantia" pitchFamily="18" charset="0"/>
              </a:rPr>
              <a:t>thường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gồm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một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mạch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cộng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hưởng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và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một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mạch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khuếch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đại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nhằm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bù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lại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sự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tổn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hao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của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mạch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cộng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hưởng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đồng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thời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cách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ly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mạch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cộng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hưởng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với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đầu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ra</a:t>
            </a:r>
            <a:r>
              <a:rPr lang="en-US" sz="2000" dirty="0" smtClean="0">
                <a:latin typeface="Constantia" pitchFamily="18" charset="0"/>
              </a:rPr>
              <a:t>. </a:t>
            </a:r>
            <a:r>
              <a:rPr lang="en-US" sz="2000" i="1" dirty="0" err="1" smtClean="0">
                <a:solidFill>
                  <a:srgbClr val="C00000"/>
                </a:solidFill>
                <a:latin typeface="Constantia" pitchFamily="18" charset="0"/>
              </a:rPr>
              <a:t>Mạch</a:t>
            </a:r>
            <a:r>
              <a:rPr lang="en-US" sz="2000" i="1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Constantia" pitchFamily="18" charset="0"/>
              </a:rPr>
              <a:t>dao</a:t>
            </a:r>
            <a:r>
              <a:rPr lang="en-US" sz="2000" i="1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Constantia" pitchFamily="18" charset="0"/>
              </a:rPr>
              <a:t>động</a:t>
            </a:r>
            <a:r>
              <a:rPr lang="en-US" sz="2000" i="1" dirty="0" smtClean="0">
                <a:solidFill>
                  <a:srgbClr val="C00000"/>
                </a:solidFill>
                <a:latin typeface="Constantia" pitchFamily="18" charset="0"/>
              </a:rPr>
              <a:t> LC </a:t>
            </a:r>
            <a:r>
              <a:rPr lang="en-US" sz="2000" i="1" dirty="0" err="1" smtClean="0">
                <a:solidFill>
                  <a:srgbClr val="C00000"/>
                </a:solidFill>
                <a:latin typeface="Constantia" pitchFamily="18" charset="0"/>
              </a:rPr>
              <a:t>và</a:t>
            </a:r>
            <a:r>
              <a:rPr lang="en-US" sz="2000" i="1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Constantia" pitchFamily="18" charset="0"/>
              </a:rPr>
              <a:t>mạch</a:t>
            </a:r>
            <a:r>
              <a:rPr lang="en-US" sz="2000" i="1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Constantia" pitchFamily="18" charset="0"/>
              </a:rPr>
              <a:t>dao</a:t>
            </a:r>
            <a:r>
              <a:rPr lang="en-US" sz="2000" i="1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Constantia" pitchFamily="18" charset="0"/>
              </a:rPr>
              <a:t>động</a:t>
            </a:r>
            <a:r>
              <a:rPr lang="en-US" sz="2000" i="1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Constantia" pitchFamily="18" charset="0"/>
              </a:rPr>
              <a:t>thạch</a:t>
            </a:r>
            <a:r>
              <a:rPr lang="en-US" sz="2000" i="1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Constantia" pitchFamily="18" charset="0"/>
              </a:rPr>
              <a:t>anh</a:t>
            </a:r>
            <a:r>
              <a:rPr lang="en-US" sz="2000" i="1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Constantia" pitchFamily="18" charset="0"/>
              </a:rPr>
              <a:t>cũng</a:t>
            </a:r>
            <a:r>
              <a:rPr lang="en-US" sz="2000" i="1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Constantia" pitchFamily="18" charset="0"/>
              </a:rPr>
              <a:t>được</a:t>
            </a:r>
            <a:r>
              <a:rPr lang="en-US" sz="2000" i="1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Constantia" pitchFamily="18" charset="0"/>
              </a:rPr>
              <a:t>gọi</a:t>
            </a:r>
            <a:r>
              <a:rPr lang="en-US" sz="2000" i="1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Constantia" pitchFamily="18" charset="0"/>
              </a:rPr>
              <a:t>là</a:t>
            </a:r>
            <a:r>
              <a:rPr lang="en-US" sz="2000" i="1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Constantia" pitchFamily="18" charset="0"/>
              </a:rPr>
              <a:t>những</a:t>
            </a:r>
            <a:r>
              <a:rPr lang="en-US" sz="2000" i="1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Constantia" pitchFamily="18" charset="0"/>
              </a:rPr>
              <a:t>mạch</a:t>
            </a:r>
            <a:r>
              <a:rPr lang="en-US" sz="2000" i="1" dirty="0" smtClean="0">
                <a:solidFill>
                  <a:srgbClr val="C00000"/>
                </a:solidFill>
                <a:latin typeface="Constantia" pitchFamily="18" charset="0"/>
              </a:rPr>
              <a:t> VCO</a:t>
            </a:r>
            <a:r>
              <a:rPr lang="en-US" sz="2000" dirty="0" smtClean="0">
                <a:latin typeface="Constantia" pitchFamily="18" charset="0"/>
              </a:rPr>
              <a:t>. </a:t>
            </a:r>
            <a:r>
              <a:rPr lang="en-US" sz="2000" dirty="0" err="1" smtClean="0">
                <a:latin typeface="Constantia" pitchFamily="18" charset="0"/>
              </a:rPr>
              <a:t>Trong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đó</a:t>
            </a:r>
            <a:r>
              <a:rPr lang="en-US" sz="2000" dirty="0" smtClean="0">
                <a:latin typeface="Constantia" pitchFamily="18" charset="0"/>
              </a:rPr>
              <a:t>, </a:t>
            </a:r>
            <a:r>
              <a:rPr lang="en-US" sz="2000" dirty="0" err="1" smtClean="0">
                <a:latin typeface="Constantia" pitchFamily="18" charset="0"/>
              </a:rPr>
              <a:t>người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ta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sử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dụng</a:t>
            </a:r>
            <a:r>
              <a:rPr lang="en-US" sz="2000" dirty="0" smtClean="0">
                <a:latin typeface="Constantia" pitchFamily="18" charset="0"/>
              </a:rPr>
              <a:t> diode </a:t>
            </a:r>
            <a:r>
              <a:rPr lang="en-US" sz="2000" dirty="0" err="1" smtClean="0">
                <a:latin typeface="Constantia" pitchFamily="18" charset="0"/>
              </a:rPr>
              <a:t>biến</a:t>
            </a:r>
            <a:r>
              <a:rPr lang="en-US" sz="2000" dirty="0" smtClean="0">
                <a:latin typeface="Constantia" pitchFamily="18" charset="0"/>
              </a:rPr>
              <a:t> dung </a:t>
            </a:r>
            <a:r>
              <a:rPr lang="en-US" sz="2000" dirty="0" err="1" smtClean="0">
                <a:latin typeface="Constantia" pitchFamily="18" charset="0"/>
              </a:rPr>
              <a:t>để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thay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đổi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được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tần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số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dao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động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của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mạch</a:t>
            </a:r>
            <a:r>
              <a:rPr lang="en-US" sz="2000" dirty="0" smtClean="0">
                <a:latin typeface="Constantia" pitchFamily="18" charset="0"/>
              </a:rPr>
              <a:t>.</a:t>
            </a:r>
          </a:p>
          <a:p>
            <a:r>
              <a:rPr lang="en-US" sz="2000" dirty="0" err="1" smtClean="0">
                <a:latin typeface="Constantia" pitchFamily="18" charset="0"/>
              </a:rPr>
              <a:t>Mạch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dao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động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tích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thoát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sinh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ra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sóng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dạng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xung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răng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cưa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hoặc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dạng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xung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vuông</a:t>
            </a:r>
            <a:r>
              <a:rPr lang="en-US" sz="2000" dirty="0" smtClean="0">
                <a:latin typeface="Constantia" pitchFamily="18" charset="0"/>
              </a:rPr>
              <a:t>. </a:t>
            </a:r>
            <a:r>
              <a:rPr lang="en-US" sz="2000" dirty="0" err="1" smtClean="0">
                <a:latin typeface="Constantia" pitchFamily="18" charset="0"/>
              </a:rPr>
              <a:t>Mạch</a:t>
            </a:r>
            <a:r>
              <a:rPr lang="en-US" sz="2000" dirty="0" smtClean="0">
                <a:latin typeface="Constantia" pitchFamily="18" charset="0"/>
              </a:rPr>
              <a:t> VCO </a:t>
            </a:r>
            <a:r>
              <a:rPr lang="en-US" sz="2000" dirty="0" err="1" smtClean="0">
                <a:latin typeface="Constantia" pitchFamily="18" charset="0"/>
              </a:rPr>
              <a:t>tích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thoát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thường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được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chế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tạo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dưới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dạng</a:t>
            </a:r>
            <a:r>
              <a:rPr lang="en-US" sz="2000" dirty="0" smtClean="0">
                <a:latin typeface="Constantia" pitchFamily="18" charset="0"/>
              </a:rPr>
              <a:t> IC </a:t>
            </a:r>
            <a:r>
              <a:rPr lang="en-US" sz="2000" dirty="0" err="1" smtClean="0">
                <a:latin typeface="Constantia" pitchFamily="18" charset="0"/>
              </a:rPr>
              <a:t>nên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có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thể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hoạt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động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trong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dải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tần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rộng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với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số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lượng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linh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kiện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ngoài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tối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thiểu</a:t>
            </a:r>
            <a:r>
              <a:rPr lang="en-US" sz="2000" dirty="0" smtClean="0">
                <a:latin typeface="Constantia" pitchFamily="18" charset="0"/>
              </a:rPr>
              <a:t>. </a:t>
            </a:r>
          </a:p>
          <a:p>
            <a:pPr>
              <a:buClr>
                <a:srgbClr val="C00000"/>
              </a:buClr>
              <a:buBlip>
                <a:blip r:embed="rId2"/>
              </a:buBlip>
              <a:defRPr/>
            </a:pPr>
            <a:endParaRPr lang="en-US" sz="2000" dirty="0" smtClean="0">
              <a:latin typeface="Constantia" pitchFamily="18" charset="0"/>
            </a:endParaRPr>
          </a:p>
          <a:p>
            <a:pPr>
              <a:buClr>
                <a:srgbClr val="C00000"/>
              </a:buClr>
              <a:buNone/>
              <a:defRPr/>
            </a:pPr>
            <a:endParaRPr lang="en-GB" dirty="0" smtClean="0">
              <a:latin typeface="Constantia" pitchFamily="18" charset="0"/>
              <a:cs typeface="Times New Roman" pitchFamily="18" charset="0"/>
            </a:endParaRPr>
          </a:p>
          <a:p>
            <a:pPr>
              <a:buClr>
                <a:srgbClr val="C00000"/>
              </a:buClr>
              <a:buNone/>
              <a:defRPr/>
            </a:pPr>
            <a:endParaRPr lang="en-US" dirty="0">
              <a:latin typeface="Constant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609600"/>
            <a:ext cx="7772400" cy="808038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dirty="0" smtClean="0">
                <a:solidFill>
                  <a:srgbClr val="0033CC"/>
                </a:solidFill>
                <a:latin typeface="Constantia" pitchFamily="18" charset="0"/>
                <a:cs typeface="Times New Roman" pitchFamily="18" charset="0"/>
              </a:rPr>
              <a:t>5.4. </a:t>
            </a:r>
            <a:r>
              <a:rPr lang="en-US" dirty="0" err="1" smtClean="0">
                <a:solidFill>
                  <a:srgbClr val="0033CC"/>
                </a:solidFill>
                <a:latin typeface="Constantia" pitchFamily="18" charset="0"/>
                <a:cs typeface="Times New Roman" pitchFamily="18" charset="0"/>
              </a:rPr>
              <a:t>Mạch</a:t>
            </a:r>
            <a:r>
              <a:rPr lang="en-US" dirty="0" smtClean="0">
                <a:solidFill>
                  <a:srgbClr val="0033CC"/>
                </a:solidFill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33CC"/>
                </a:solidFill>
                <a:latin typeface="Constantia" pitchFamily="18" charset="0"/>
                <a:cs typeface="Times New Roman" pitchFamily="18" charset="0"/>
              </a:rPr>
              <a:t>tạo</a:t>
            </a:r>
            <a:r>
              <a:rPr lang="en-US" dirty="0" smtClean="0">
                <a:solidFill>
                  <a:srgbClr val="0033CC"/>
                </a:solidFill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33CC"/>
                </a:solidFill>
                <a:latin typeface="Constantia" pitchFamily="18" charset="0"/>
                <a:cs typeface="Times New Roman" pitchFamily="18" charset="0"/>
              </a:rPr>
              <a:t>dao</a:t>
            </a:r>
            <a:r>
              <a:rPr lang="en-US" dirty="0" smtClean="0">
                <a:solidFill>
                  <a:srgbClr val="0033CC"/>
                </a:solidFill>
                <a:latin typeface="Constantia" pitchFamily="18" charset="0"/>
                <a:cs typeface="Times New Roman" pitchFamily="18" charset="0"/>
              </a:rPr>
              <a:t> đ</a:t>
            </a:r>
            <a:r>
              <a:rPr lang="en-GB" dirty="0" err="1" smtClean="0">
                <a:solidFill>
                  <a:srgbClr val="0033CC"/>
                </a:solidFill>
                <a:latin typeface="Constantia" pitchFamily="18" charset="0"/>
                <a:cs typeface="Times New Roman" pitchFamily="18" charset="0"/>
              </a:rPr>
              <a:t>ộng</a:t>
            </a:r>
            <a:r>
              <a:rPr lang="en-GB" dirty="0" smtClean="0">
                <a:solidFill>
                  <a:srgbClr val="0033CC"/>
                </a:solidFill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rgbClr val="0033CC"/>
                </a:solidFill>
                <a:latin typeface="Constantia" pitchFamily="18" charset="0"/>
                <a:cs typeface="Times New Roman" pitchFamily="18" charset="0"/>
              </a:rPr>
              <a:t>VCO</a:t>
            </a:r>
            <a:endParaRPr lang="en-US" dirty="0">
              <a:solidFill>
                <a:srgbClr val="0033CC"/>
              </a:solidFill>
              <a:latin typeface="Constantia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752600"/>
            <a:ext cx="8628888" cy="4876800"/>
          </a:xfrm>
        </p:spPr>
        <p:txBody>
          <a:bodyPr>
            <a:normAutofit/>
          </a:bodyPr>
          <a:lstStyle/>
          <a:p>
            <a:pPr>
              <a:buClr>
                <a:srgbClr val="C00000"/>
              </a:buClr>
              <a:buFont typeface="Wingdings" pitchFamily="2" charset="2"/>
              <a:buChar char="Ø"/>
              <a:defRPr/>
            </a:pPr>
            <a:r>
              <a:rPr lang="en-US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Constantia" pitchFamily="18" charset="0"/>
                <a:cs typeface="Times New Roman" pitchFamily="18" charset="0"/>
              </a:rPr>
              <a:t>Khái</a:t>
            </a:r>
            <a:r>
              <a:rPr lang="en-US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Constantia" pitchFamily="18" charset="0"/>
                <a:cs typeface="Times New Roman" pitchFamily="18" charset="0"/>
              </a:rPr>
              <a:t>niệm</a:t>
            </a:r>
            <a:endParaRPr lang="en-US" dirty="0" smtClean="0">
              <a:latin typeface="Constantia" pitchFamily="18" charset="0"/>
              <a:cs typeface="Times New Roman" pitchFamily="18" charset="0"/>
            </a:endParaRPr>
          </a:p>
          <a:p>
            <a:pPr>
              <a:lnSpc>
                <a:spcPct val="120000"/>
              </a:lnSpc>
            </a:pPr>
            <a:r>
              <a:rPr lang="en-US" sz="2000" dirty="0" err="1" smtClean="0">
                <a:latin typeface="Constantia" pitchFamily="18" charset="0"/>
              </a:rPr>
              <a:t>Mạch</a:t>
            </a:r>
            <a:r>
              <a:rPr lang="en-US" sz="2000" dirty="0" smtClean="0">
                <a:latin typeface="Constantia" pitchFamily="18" charset="0"/>
              </a:rPr>
              <a:t> VCO </a:t>
            </a:r>
            <a:r>
              <a:rPr lang="en-US" sz="2000" dirty="0" err="1" smtClean="0">
                <a:latin typeface="Constantia" pitchFamily="18" charset="0"/>
              </a:rPr>
              <a:t>điều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hòa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có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những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b="1" i="1" dirty="0" err="1" smtClean="0">
                <a:solidFill>
                  <a:srgbClr val="C00000"/>
                </a:solidFill>
                <a:latin typeface="Constantia" pitchFamily="18" charset="0"/>
              </a:rPr>
              <a:t>ưu</a:t>
            </a:r>
            <a:r>
              <a:rPr lang="en-US" sz="2000" b="1" i="1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2000" b="1" i="1" dirty="0" err="1" smtClean="0">
                <a:solidFill>
                  <a:srgbClr val="C00000"/>
                </a:solidFill>
                <a:latin typeface="Constantia" pitchFamily="18" charset="0"/>
              </a:rPr>
              <a:t>điểm</a:t>
            </a:r>
            <a:r>
              <a:rPr lang="en-US" sz="2000" b="1" i="1" dirty="0" smtClean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vượt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trội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hơn</a:t>
            </a:r>
            <a:r>
              <a:rPr lang="en-US" sz="2000" dirty="0" smtClean="0">
                <a:latin typeface="Constantia" pitchFamily="18" charset="0"/>
              </a:rPr>
              <a:t> so </a:t>
            </a:r>
            <a:r>
              <a:rPr lang="en-US" sz="2000" dirty="0" err="1" smtClean="0">
                <a:latin typeface="Constantia" pitchFamily="18" charset="0"/>
              </a:rPr>
              <a:t>với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mạch</a:t>
            </a:r>
            <a:r>
              <a:rPr lang="en-US" sz="2000" dirty="0" smtClean="0">
                <a:latin typeface="Constantia" pitchFamily="18" charset="0"/>
              </a:rPr>
              <a:t> VCO </a:t>
            </a:r>
            <a:r>
              <a:rPr lang="en-US" sz="2000" dirty="0" err="1" smtClean="0">
                <a:latin typeface="Constantia" pitchFamily="18" charset="0"/>
              </a:rPr>
              <a:t>tích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thoát</a:t>
            </a:r>
            <a:r>
              <a:rPr lang="en-US" sz="2000" dirty="0" smtClean="0">
                <a:latin typeface="Constantia" pitchFamily="18" charset="0"/>
              </a:rPr>
              <a:t>:</a:t>
            </a:r>
          </a:p>
          <a:p>
            <a:pPr lvl="1">
              <a:lnSpc>
                <a:spcPct val="120000"/>
              </a:lnSpc>
              <a:buFont typeface="Constantia" pitchFamily="18" charset="0"/>
              <a:buChar char="+"/>
            </a:pPr>
            <a:r>
              <a:rPr lang="en-US" sz="2000" dirty="0" err="1" smtClean="0">
                <a:latin typeface="Constantia" pitchFamily="18" charset="0"/>
              </a:rPr>
              <a:t>Độ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ổn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định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của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tần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số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trong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mạch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dao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động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điều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hòa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tốt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hơn</a:t>
            </a:r>
            <a:endParaRPr lang="en-US" sz="2000" dirty="0" smtClean="0">
              <a:latin typeface="Constantia" pitchFamily="18" charset="0"/>
            </a:endParaRPr>
          </a:p>
          <a:p>
            <a:pPr lvl="1">
              <a:lnSpc>
                <a:spcPct val="120000"/>
              </a:lnSpc>
              <a:buFont typeface="Constantia" pitchFamily="18" charset="0"/>
              <a:buChar char="+"/>
            </a:pPr>
            <a:r>
              <a:rPr lang="en-US" sz="2000" dirty="0" err="1" smtClean="0">
                <a:latin typeface="Constantia" pitchFamily="18" charset="0"/>
              </a:rPr>
              <a:t>Có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khả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năng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điều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chỉnh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tần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số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chính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xác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hơn</a:t>
            </a:r>
            <a:r>
              <a:rPr lang="en-US" sz="2000" dirty="0" smtClean="0">
                <a:latin typeface="Constantia" pitchFamily="18" charset="0"/>
              </a:rPr>
              <a:t>, do </a:t>
            </a:r>
            <a:r>
              <a:rPr lang="en-US" sz="2000" dirty="0" err="1" smtClean="0">
                <a:latin typeface="Constantia" pitchFamily="18" charset="0"/>
              </a:rPr>
              <a:t>tần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số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dao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động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của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mạch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điều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hòa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được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điều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khiển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bởi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thạch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anh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hoặc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mạch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cộng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hưởng</a:t>
            </a:r>
            <a:endParaRPr lang="en-US" sz="2000" dirty="0" smtClean="0">
              <a:latin typeface="Constantia" pitchFamily="18" charset="0"/>
            </a:endParaRPr>
          </a:p>
          <a:p>
            <a:pPr>
              <a:buClr>
                <a:srgbClr val="C00000"/>
              </a:buClr>
              <a:buBlip>
                <a:blip r:embed="rId2"/>
              </a:buBlip>
              <a:defRPr/>
            </a:pPr>
            <a:r>
              <a:rPr lang="en-US" sz="2000" dirty="0" err="1" smtClean="0">
                <a:latin typeface="Constantia" pitchFamily="18" charset="0"/>
              </a:rPr>
              <a:t>Tuy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nhiên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với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mạch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dao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động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tích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thoát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thì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người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ta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có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thể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thực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hiện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chế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tạo</a:t>
            </a:r>
            <a:r>
              <a:rPr lang="en-US" sz="2000" dirty="0" smtClean="0">
                <a:latin typeface="Constantia" pitchFamily="18" charset="0"/>
              </a:rPr>
              <a:t> IC </a:t>
            </a:r>
            <a:r>
              <a:rPr lang="en-US" sz="2000" dirty="0" err="1" smtClean="0">
                <a:latin typeface="Constantia" pitchFamily="18" charset="0"/>
              </a:rPr>
              <a:t>một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cách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dễ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dàng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hơn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rất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nhiều</a:t>
            </a:r>
            <a:endParaRPr lang="en-US" sz="2000" dirty="0" smtClean="0">
              <a:latin typeface="Constantia" pitchFamily="18" charset="0"/>
            </a:endParaRPr>
          </a:p>
          <a:p>
            <a:pPr>
              <a:buClr>
                <a:srgbClr val="C00000"/>
              </a:buClr>
              <a:buNone/>
              <a:defRPr/>
            </a:pPr>
            <a:endParaRPr lang="en-GB" dirty="0" smtClean="0">
              <a:latin typeface="Constantia" pitchFamily="18" charset="0"/>
              <a:cs typeface="Times New Roman" pitchFamily="18" charset="0"/>
            </a:endParaRPr>
          </a:p>
          <a:p>
            <a:pPr>
              <a:buClr>
                <a:srgbClr val="C00000"/>
              </a:buClr>
              <a:buNone/>
              <a:defRPr/>
            </a:pPr>
            <a:endParaRPr lang="en-US" dirty="0">
              <a:latin typeface="Constant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609600"/>
            <a:ext cx="7772400" cy="808038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dirty="0" smtClean="0">
                <a:solidFill>
                  <a:srgbClr val="0033CC"/>
                </a:solidFill>
                <a:latin typeface="Constantia" pitchFamily="18" charset="0"/>
                <a:cs typeface="Times New Roman" pitchFamily="18" charset="0"/>
              </a:rPr>
              <a:t>5.4. </a:t>
            </a:r>
            <a:r>
              <a:rPr lang="en-US" dirty="0" err="1" smtClean="0">
                <a:solidFill>
                  <a:srgbClr val="0033CC"/>
                </a:solidFill>
                <a:latin typeface="Constantia" pitchFamily="18" charset="0"/>
                <a:cs typeface="Times New Roman" pitchFamily="18" charset="0"/>
              </a:rPr>
              <a:t>Mạch</a:t>
            </a:r>
            <a:r>
              <a:rPr lang="en-US" dirty="0" smtClean="0">
                <a:solidFill>
                  <a:srgbClr val="0033CC"/>
                </a:solidFill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33CC"/>
                </a:solidFill>
                <a:latin typeface="Constantia" pitchFamily="18" charset="0"/>
                <a:cs typeface="Times New Roman" pitchFamily="18" charset="0"/>
              </a:rPr>
              <a:t>tạo</a:t>
            </a:r>
            <a:r>
              <a:rPr lang="en-US" dirty="0" smtClean="0">
                <a:solidFill>
                  <a:srgbClr val="0033CC"/>
                </a:solidFill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33CC"/>
                </a:solidFill>
                <a:latin typeface="Constantia" pitchFamily="18" charset="0"/>
                <a:cs typeface="Times New Roman" pitchFamily="18" charset="0"/>
              </a:rPr>
              <a:t>dao</a:t>
            </a:r>
            <a:r>
              <a:rPr lang="en-US" dirty="0" smtClean="0">
                <a:solidFill>
                  <a:srgbClr val="0033CC"/>
                </a:solidFill>
                <a:latin typeface="Constantia" pitchFamily="18" charset="0"/>
                <a:cs typeface="Times New Roman" pitchFamily="18" charset="0"/>
              </a:rPr>
              <a:t> đ</a:t>
            </a:r>
            <a:r>
              <a:rPr lang="en-GB" dirty="0" err="1" smtClean="0">
                <a:solidFill>
                  <a:srgbClr val="0033CC"/>
                </a:solidFill>
                <a:latin typeface="Constantia" pitchFamily="18" charset="0"/>
                <a:cs typeface="Times New Roman" pitchFamily="18" charset="0"/>
              </a:rPr>
              <a:t>ộng</a:t>
            </a:r>
            <a:r>
              <a:rPr lang="en-GB" dirty="0" smtClean="0">
                <a:solidFill>
                  <a:srgbClr val="0033CC"/>
                </a:solidFill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rgbClr val="0033CC"/>
                </a:solidFill>
                <a:latin typeface="Constantia" pitchFamily="18" charset="0"/>
                <a:cs typeface="Times New Roman" pitchFamily="18" charset="0"/>
              </a:rPr>
              <a:t>VCO</a:t>
            </a:r>
            <a:endParaRPr lang="en-US" dirty="0">
              <a:solidFill>
                <a:srgbClr val="0033CC"/>
              </a:solidFill>
              <a:latin typeface="Constantia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752600"/>
            <a:ext cx="8628888" cy="4876800"/>
          </a:xfrm>
        </p:spPr>
        <p:txBody>
          <a:bodyPr>
            <a:normAutofit/>
          </a:bodyPr>
          <a:lstStyle/>
          <a:p>
            <a:pPr>
              <a:buClr>
                <a:srgbClr val="C00000"/>
              </a:buClr>
              <a:buFont typeface="Wingdings" pitchFamily="2" charset="2"/>
              <a:buChar char="Ø"/>
              <a:defRPr/>
            </a:pPr>
            <a:r>
              <a:rPr lang="en-US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C00000"/>
                </a:solidFill>
                <a:latin typeface="Constantia" pitchFamily="18" charset="0"/>
                <a:cs typeface="Times New Roman" pitchFamily="18" charset="0"/>
              </a:rPr>
              <a:t>Mạch</a:t>
            </a:r>
            <a:r>
              <a:rPr lang="en-US" dirty="0" smtClean="0">
                <a:solidFill>
                  <a:srgbClr val="C00000"/>
                </a:solidFill>
                <a:latin typeface="Constantia" pitchFamily="18" charset="0"/>
                <a:cs typeface="Times New Roman" pitchFamily="18" charset="0"/>
              </a:rPr>
              <a:t> VCO </a:t>
            </a:r>
            <a:r>
              <a:rPr lang="en-US" dirty="0" err="1" smtClean="0">
                <a:solidFill>
                  <a:srgbClr val="C00000"/>
                </a:solidFill>
                <a:latin typeface="Constantia" pitchFamily="18" charset="0"/>
                <a:cs typeface="Times New Roman" pitchFamily="18" charset="0"/>
              </a:rPr>
              <a:t>sử</a:t>
            </a:r>
            <a:r>
              <a:rPr lang="en-US" dirty="0" smtClean="0">
                <a:solidFill>
                  <a:srgbClr val="C00000"/>
                </a:solidFill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C00000"/>
                </a:solidFill>
                <a:latin typeface="Constantia" pitchFamily="18" charset="0"/>
                <a:cs typeface="Times New Roman" pitchFamily="18" charset="0"/>
              </a:rPr>
              <a:t>dụng</a:t>
            </a:r>
            <a:r>
              <a:rPr lang="en-US" dirty="0" smtClean="0">
                <a:solidFill>
                  <a:srgbClr val="C00000"/>
                </a:solidFill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C00000"/>
                </a:solidFill>
                <a:latin typeface="Constantia" pitchFamily="18" charset="0"/>
                <a:cs typeface="Times New Roman" pitchFamily="18" charset="0"/>
              </a:rPr>
              <a:t>Op_Amp</a:t>
            </a:r>
            <a:endParaRPr lang="en-US" dirty="0" smtClean="0">
              <a:solidFill>
                <a:srgbClr val="C00000"/>
              </a:solidFill>
              <a:latin typeface="Constantia" pitchFamily="18" charset="0"/>
              <a:cs typeface="Times New Roman" pitchFamily="18" charset="0"/>
            </a:endParaRPr>
          </a:p>
          <a:p>
            <a:pPr>
              <a:buClr>
                <a:srgbClr val="C00000"/>
              </a:buClr>
              <a:buFont typeface="Courier New" pitchFamily="49" charset="0"/>
              <a:buChar char="o"/>
              <a:defRPr/>
            </a:pPr>
            <a:r>
              <a:rPr lang="en-US" sz="2000" dirty="0" err="1" smtClean="0">
                <a:latin typeface="Constantia" pitchFamily="18" charset="0"/>
              </a:rPr>
              <a:t>Tầng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Op_Amp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đầu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tiên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đóng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vai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trò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là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mạch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tích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phân</a:t>
            </a:r>
            <a:r>
              <a:rPr lang="en-US" sz="2000" dirty="0" smtClean="0">
                <a:latin typeface="Constantia" pitchFamily="18" charset="0"/>
              </a:rPr>
              <a:t>, </a:t>
            </a:r>
            <a:r>
              <a:rPr lang="en-US" sz="2000" dirty="0" err="1" smtClean="0">
                <a:latin typeface="Constantia" pitchFamily="18" charset="0"/>
              </a:rPr>
              <a:t>tín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hiệu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tại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đầu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vào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của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Op_Amp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là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xung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vuông</a:t>
            </a:r>
            <a:r>
              <a:rPr lang="en-US" sz="2000" dirty="0" smtClean="0">
                <a:latin typeface="Constantia" pitchFamily="18" charset="0"/>
              </a:rPr>
              <a:t>, qua </a:t>
            </a:r>
            <a:r>
              <a:rPr lang="en-US" sz="2000" dirty="0" err="1" smtClean="0">
                <a:latin typeface="Constantia" pitchFamily="18" charset="0"/>
              </a:rPr>
              <a:t>mạch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tích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phân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sẽ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tạo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nên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xung</a:t>
            </a:r>
            <a:r>
              <a:rPr lang="en-US" sz="2000" dirty="0" smtClean="0">
                <a:latin typeface="Constantia" pitchFamily="18" charset="0"/>
              </a:rPr>
              <a:t> tam </a:t>
            </a:r>
            <a:r>
              <a:rPr lang="en-US" sz="2000" dirty="0" err="1" smtClean="0">
                <a:latin typeface="Constantia" pitchFamily="18" charset="0"/>
              </a:rPr>
              <a:t>giác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tại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đầu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ra</a:t>
            </a:r>
            <a:endParaRPr lang="en-US" sz="2000" dirty="0" smtClean="0">
              <a:latin typeface="Constantia" pitchFamily="18" charset="0"/>
            </a:endParaRPr>
          </a:p>
          <a:p>
            <a:pPr>
              <a:buClr>
                <a:srgbClr val="C00000"/>
              </a:buClr>
              <a:buFont typeface="Courier New" pitchFamily="49" charset="0"/>
              <a:buChar char="o"/>
              <a:defRPr/>
            </a:pPr>
            <a:r>
              <a:rPr lang="en-US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Tầng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Op_Amp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thứ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hai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đóng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vai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trò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là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mạch</a:t>
            </a:r>
            <a:r>
              <a:rPr lang="en-US" sz="2000" dirty="0" smtClean="0">
                <a:latin typeface="Constantia" pitchFamily="18" charset="0"/>
              </a:rPr>
              <a:t> so </a:t>
            </a:r>
            <a:r>
              <a:rPr lang="en-US" sz="2000" dirty="0" err="1" smtClean="0">
                <a:latin typeface="Constantia" pitchFamily="18" charset="0"/>
              </a:rPr>
              <a:t>sánh</a:t>
            </a:r>
            <a:r>
              <a:rPr lang="en-US" sz="2000" dirty="0" smtClean="0">
                <a:latin typeface="Constantia" pitchFamily="18" charset="0"/>
              </a:rPr>
              <a:t>, </a:t>
            </a:r>
            <a:r>
              <a:rPr lang="en-US" sz="2000" dirty="0" err="1" smtClean="0">
                <a:latin typeface="Constantia" pitchFamily="18" charset="0"/>
              </a:rPr>
              <a:t>điện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áp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tại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đầu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ra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của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tầng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thứ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nhất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được</a:t>
            </a:r>
            <a:r>
              <a:rPr lang="en-US" sz="2000" dirty="0" smtClean="0">
                <a:latin typeface="Constantia" pitchFamily="18" charset="0"/>
              </a:rPr>
              <a:t> so </a:t>
            </a:r>
            <a:r>
              <a:rPr lang="en-US" sz="2000" dirty="0" err="1" smtClean="0">
                <a:latin typeface="Constantia" pitchFamily="18" charset="0"/>
              </a:rPr>
              <a:t>sánh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với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điện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áp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chuẩn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được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cung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cấp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bởi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nguồn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cấp</a:t>
            </a:r>
            <a:r>
              <a:rPr lang="en-US" sz="2000" dirty="0" smtClean="0">
                <a:latin typeface="Constantia" pitchFamily="18" charset="0"/>
              </a:rPr>
              <a:t>. Do </a:t>
            </a:r>
            <a:r>
              <a:rPr lang="en-US" sz="2000" dirty="0" err="1" smtClean="0">
                <a:latin typeface="Constantia" pitchFamily="18" charset="0"/>
              </a:rPr>
              <a:t>đó</a:t>
            </a:r>
            <a:r>
              <a:rPr lang="en-US" sz="2000" dirty="0" smtClean="0">
                <a:latin typeface="Constantia" pitchFamily="18" charset="0"/>
              </a:rPr>
              <a:t>, </a:t>
            </a:r>
            <a:r>
              <a:rPr lang="en-US" sz="2000" dirty="0" err="1" smtClean="0">
                <a:latin typeface="Constantia" pitchFamily="18" charset="0"/>
              </a:rPr>
              <a:t>tại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đầu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ra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của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tầng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thứ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hai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sẽ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thu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được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một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dãy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xung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vuông</a:t>
            </a:r>
            <a:r>
              <a:rPr lang="en-US" sz="2000" dirty="0" smtClean="0">
                <a:latin typeface="Constantia" pitchFamily="18" charset="0"/>
              </a:rPr>
              <a:t>.</a:t>
            </a:r>
          </a:p>
          <a:p>
            <a:pPr>
              <a:buClr>
                <a:srgbClr val="C00000"/>
              </a:buClr>
              <a:buFont typeface="Courier New" pitchFamily="49" charset="0"/>
              <a:buChar char="o"/>
              <a:defRPr/>
            </a:pPr>
            <a:endParaRPr lang="en-US" dirty="0" smtClean="0">
              <a:latin typeface="Constantia" pitchFamily="18" charset="0"/>
              <a:cs typeface="Times New Roman" pitchFamily="18" charset="0"/>
            </a:endParaRPr>
          </a:p>
        </p:txBody>
      </p:sp>
      <p:pic>
        <p:nvPicPr>
          <p:cNvPr id="8397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76400" y="4267200"/>
            <a:ext cx="6235301" cy="2444473"/>
          </a:xfrm>
          <a:prstGeom prst="rect">
            <a:avLst/>
          </a:prstGeom>
          <a:noFill/>
        </p:spPr>
      </p:pic>
      <p:sp>
        <p:nvSpPr>
          <p:cNvPr id="10" name="Rectangle 9"/>
          <p:cNvSpPr/>
          <p:nvPr/>
        </p:nvSpPr>
        <p:spPr>
          <a:xfrm>
            <a:off x="3733800" y="3581400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609600"/>
            <a:ext cx="7772400" cy="808038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dirty="0" smtClean="0">
                <a:solidFill>
                  <a:srgbClr val="0033CC"/>
                </a:solidFill>
                <a:latin typeface="Constantia" pitchFamily="18" charset="0"/>
                <a:cs typeface="Times New Roman" pitchFamily="18" charset="0"/>
              </a:rPr>
              <a:t>5.4. </a:t>
            </a:r>
            <a:r>
              <a:rPr lang="en-US" dirty="0" err="1" smtClean="0">
                <a:solidFill>
                  <a:srgbClr val="0033CC"/>
                </a:solidFill>
                <a:latin typeface="Constantia" pitchFamily="18" charset="0"/>
                <a:cs typeface="Times New Roman" pitchFamily="18" charset="0"/>
              </a:rPr>
              <a:t>Mạch</a:t>
            </a:r>
            <a:r>
              <a:rPr lang="en-US" dirty="0" smtClean="0">
                <a:solidFill>
                  <a:srgbClr val="0033CC"/>
                </a:solidFill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33CC"/>
                </a:solidFill>
                <a:latin typeface="Constantia" pitchFamily="18" charset="0"/>
                <a:cs typeface="Times New Roman" pitchFamily="18" charset="0"/>
              </a:rPr>
              <a:t>tạo</a:t>
            </a:r>
            <a:r>
              <a:rPr lang="en-US" dirty="0" smtClean="0">
                <a:solidFill>
                  <a:srgbClr val="0033CC"/>
                </a:solidFill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33CC"/>
                </a:solidFill>
                <a:latin typeface="Constantia" pitchFamily="18" charset="0"/>
                <a:cs typeface="Times New Roman" pitchFamily="18" charset="0"/>
              </a:rPr>
              <a:t>dao</a:t>
            </a:r>
            <a:r>
              <a:rPr lang="en-US" dirty="0" smtClean="0">
                <a:solidFill>
                  <a:srgbClr val="0033CC"/>
                </a:solidFill>
                <a:latin typeface="Constantia" pitchFamily="18" charset="0"/>
                <a:cs typeface="Times New Roman" pitchFamily="18" charset="0"/>
              </a:rPr>
              <a:t> đ</a:t>
            </a:r>
            <a:r>
              <a:rPr lang="en-GB" dirty="0" err="1" smtClean="0">
                <a:solidFill>
                  <a:srgbClr val="0033CC"/>
                </a:solidFill>
                <a:latin typeface="Constantia" pitchFamily="18" charset="0"/>
                <a:cs typeface="Times New Roman" pitchFamily="18" charset="0"/>
              </a:rPr>
              <a:t>ộng</a:t>
            </a:r>
            <a:r>
              <a:rPr lang="en-GB" dirty="0" smtClean="0">
                <a:solidFill>
                  <a:srgbClr val="0033CC"/>
                </a:solidFill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rgbClr val="0033CC"/>
                </a:solidFill>
                <a:latin typeface="Constantia" pitchFamily="18" charset="0"/>
                <a:cs typeface="Times New Roman" pitchFamily="18" charset="0"/>
              </a:rPr>
              <a:t>VCO</a:t>
            </a:r>
            <a:endParaRPr lang="en-US" dirty="0">
              <a:solidFill>
                <a:srgbClr val="0033CC"/>
              </a:solidFill>
              <a:latin typeface="Constantia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752600"/>
            <a:ext cx="4953000" cy="2590800"/>
          </a:xfrm>
        </p:spPr>
        <p:txBody>
          <a:bodyPr>
            <a:normAutofit/>
          </a:bodyPr>
          <a:lstStyle/>
          <a:p>
            <a:pPr>
              <a:buClr>
                <a:srgbClr val="C00000"/>
              </a:buClr>
              <a:buFont typeface="Wingdings" pitchFamily="2" charset="2"/>
              <a:buChar char="Ø"/>
              <a:defRPr/>
            </a:pPr>
            <a:r>
              <a:rPr lang="en-US" dirty="0" smtClean="0"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C00000"/>
                </a:solidFill>
                <a:latin typeface="Constantia" pitchFamily="18" charset="0"/>
                <a:cs typeface="Times New Roman" pitchFamily="18" charset="0"/>
              </a:rPr>
              <a:t>Mạch</a:t>
            </a:r>
            <a:r>
              <a:rPr lang="en-US" dirty="0" smtClean="0">
                <a:solidFill>
                  <a:srgbClr val="C00000"/>
                </a:solidFill>
                <a:latin typeface="Constantia" pitchFamily="18" charset="0"/>
                <a:cs typeface="Times New Roman" pitchFamily="18" charset="0"/>
              </a:rPr>
              <a:t> VCO </a:t>
            </a:r>
            <a:r>
              <a:rPr lang="en-US" dirty="0" err="1" smtClean="0">
                <a:solidFill>
                  <a:srgbClr val="C00000"/>
                </a:solidFill>
                <a:latin typeface="Constantia" pitchFamily="18" charset="0"/>
                <a:cs typeface="Times New Roman" pitchFamily="18" charset="0"/>
              </a:rPr>
              <a:t>sử</a:t>
            </a:r>
            <a:r>
              <a:rPr lang="en-US" dirty="0" smtClean="0">
                <a:solidFill>
                  <a:srgbClr val="C00000"/>
                </a:solidFill>
                <a:latin typeface="Constantia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C00000"/>
                </a:solidFill>
                <a:latin typeface="Constantia" pitchFamily="18" charset="0"/>
                <a:cs typeface="Times New Roman" pitchFamily="18" charset="0"/>
              </a:rPr>
              <a:t>dụng</a:t>
            </a:r>
            <a:r>
              <a:rPr lang="en-US" dirty="0" smtClean="0">
                <a:solidFill>
                  <a:srgbClr val="C00000"/>
                </a:solidFill>
                <a:latin typeface="Constantia" pitchFamily="18" charset="0"/>
                <a:cs typeface="Times New Roman" pitchFamily="18" charset="0"/>
              </a:rPr>
              <a:t> IC 555</a:t>
            </a:r>
          </a:p>
          <a:p>
            <a:r>
              <a:rPr lang="en-US" sz="2000" dirty="0" err="1" smtClean="0">
                <a:latin typeface="Constantia" pitchFamily="18" charset="0"/>
              </a:rPr>
              <a:t>Chân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số</a:t>
            </a:r>
            <a:r>
              <a:rPr lang="en-US" sz="2000" dirty="0" smtClean="0">
                <a:latin typeface="Constantia" pitchFamily="18" charset="0"/>
              </a:rPr>
              <a:t> 5 </a:t>
            </a:r>
            <a:r>
              <a:rPr lang="en-US" sz="2000" dirty="0" err="1" smtClean="0">
                <a:latin typeface="Constantia" pitchFamily="18" charset="0"/>
              </a:rPr>
              <a:t>của</a:t>
            </a:r>
            <a:r>
              <a:rPr lang="en-US" sz="2000" dirty="0" smtClean="0">
                <a:latin typeface="Constantia" pitchFamily="18" charset="0"/>
              </a:rPr>
              <a:t> IC </a:t>
            </a:r>
            <a:r>
              <a:rPr lang="en-US" sz="2000" dirty="0" err="1" smtClean="0">
                <a:latin typeface="Constantia" pitchFamily="18" charset="0"/>
              </a:rPr>
              <a:t>được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nối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với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biến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trở</a:t>
            </a:r>
            <a:r>
              <a:rPr lang="en-US" sz="2000" dirty="0" smtClean="0">
                <a:latin typeface="Constantia" pitchFamily="18" charset="0"/>
              </a:rPr>
              <a:t> VR </a:t>
            </a:r>
            <a:r>
              <a:rPr lang="en-US" sz="2000" dirty="0" err="1" smtClean="0">
                <a:latin typeface="Constantia" pitchFamily="18" charset="0"/>
              </a:rPr>
              <a:t>nhằm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thay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đổi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mức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điện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áp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chuẩn</a:t>
            </a:r>
            <a:r>
              <a:rPr lang="en-US" sz="2000" dirty="0" smtClean="0">
                <a:latin typeface="Constantia" pitchFamily="18" charset="0"/>
              </a:rPr>
              <a:t>. </a:t>
            </a:r>
            <a:r>
              <a:rPr lang="en-US" sz="2000" dirty="0" err="1" smtClean="0">
                <a:latin typeface="Constantia" pitchFamily="18" charset="0"/>
              </a:rPr>
              <a:t>Khi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điện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áp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chuẩn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thay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đổi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sẽ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làm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thay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đổi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thời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gian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phóng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và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nạp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của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tụ</a:t>
            </a:r>
            <a:r>
              <a:rPr lang="en-US" sz="2000" dirty="0" smtClean="0">
                <a:latin typeface="Constantia" pitchFamily="18" charset="0"/>
              </a:rPr>
              <a:t> C, </a:t>
            </a:r>
            <a:r>
              <a:rPr lang="en-US" sz="2000" dirty="0" err="1" smtClean="0">
                <a:latin typeface="Constantia" pitchFamily="18" charset="0"/>
              </a:rPr>
              <a:t>tức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là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làm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thay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đổi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tần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số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của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tín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hiệu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thu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được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tại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đầu</a:t>
            </a:r>
            <a:r>
              <a:rPr lang="en-US" sz="2000" dirty="0" smtClean="0">
                <a:latin typeface="Constantia" pitchFamily="18" charset="0"/>
              </a:rPr>
              <a:t> </a:t>
            </a:r>
            <a:r>
              <a:rPr lang="en-US" sz="2000" dirty="0" err="1" smtClean="0">
                <a:latin typeface="Constantia" pitchFamily="18" charset="0"/>
              </a:rPr>
              <a:t>ra</a:t>
            </a:r>
            <a:r>
              <a:rPr lang="en-US" sz="2000" dirty="0" smtClean="0">
                <a:latin typeface="Constantia" pitchFamily="18" charset="0"/>
              </a:rPr>
              <a:t>.</a:t>
            </a:r>
          </a:p>
          <a:p>
            <a:pPr>
              <a:buClr>
                <a:srgbClr val="C00000"/>
              </a:buClr>
              <a:buFont typeface="Courier New" pitchFamily="49" charset="0"/>
              <a:buChar char="o"/>
              <a:defRPr/>
            </a:pPr>
            <a:endParaRPr lang="en-US" dirty="0" smtClean="0">
              <a:latin typeface="Constantia" pitchFamily="18" charset="0"/>
              <a:cs typeface="Times New Roman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733800" y="3581400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dirty="0"/>
          </a:p>
        </p:txBody>
      </p:sp>
      <p:pic>
        <p:nvPicPr>
          <p:cNvPr id="88070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14172" y="4114800"/>
            <a:ext cx="3729828" cy="2418141"/>
          </a:xfrm>
          <a:prstGeom prst="rect">
            <a:avLst/>
          </a:prstGeom>
          <a:noFill/>
        </p:spPr>
      </p:pic>
      <p:grpSp>
        <p:nvGrpSpPr>
          <p:cNvPr id="14" name="Group 13"/>
          <p:cNvGrpSpPr/>
          <p:nvPr/>
        </p:nvGrpSpPr>
        <p:grpSpPr>
          <a:xfrm>
            <a:off x="5486400" y="1905000"/>
            <a:ext cx="3356772" cy="2288183"/>
            <a:chOff x="1981200" y="4267200"/>
            <a:chExt cx="3356772" cy="2288183"/>
          </a:xfrm>
        </p:grpSpPr>
        <p:pic>
          <p:nvPicPr>
            <p:cNvPr id="15" name="Picture 5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981200" y="4267200"/>
              <a:ext cx="3356772" cy="2288183"/>
            </a:xfrm>
            <a:prstGeom prst="rect">
              <a:avLst/>
            </a:prstGeom>
            <a:noFill/>
          </p:spPr>
        </p:pic>
        <p:cxnSp>
          <p:nvCxnSpPr>
            <p:cNvPr id="16" name="AutoShape 7"/>
            <p:cNvCxnSpPr>
              <a:cxnSpLocks noChangeShapeType="1"/>
            </p:cNvCxnSpPr>
            <p:nvPr/>
          </p:nvCxnSpPr>
          <p:spPr bwMode="auto">
            <a:xfrm>
              <a:off x="4553448" y="5678341"/>
              <a:ext cx="0" cy="50679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 type="triangle" w="sm" len="sm"/>
              <a:tailEnd type="triangle" w="sm" len="sm"/>
            </a:ln>
          </p:spPr>
        </p:cxnSp>
        <p:sp>
          <p:nvSpPr>
            <p:cNvPr id="17" name="Text Box 8"/>
            <p:cNvSpPr txBox="1">
              <a:spLocks noChangeArrowheads="1"/>
            </p:cNvSpPr>
            <p:nvPr/>
          </p:nvSpPr>
          <p:spPr bwMode="auto">
            <a:xfrm>
              <a:off x="4490325" y="5805992"/>
              <a:ext cx="607180" cy="3029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cap="none" normalizeH="0" baseline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V</a:t>
              </a:r>
              <a:r>
                <a:rPr kumimoji="0" lang="en-US" sz="1200" b="0" i="0" u="none" strike="noStrike" cap="none" normalizeH="0" baseline="-2500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con</a:t>
              </a:r>
              <a:endPara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2045</TotalTime>
  <Words>4294</Words>
  <Application>Microsoft Office PowerPoint</Application>
  <PresentationFormat>On-screen Show (4:3)</PresentationFormat>
  <Paragraphs>538</Paragraphs>
  <Slides>51</Slides>
  <Notes>3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3" baseType="lpstr">
      <vt:lpstr>Equity</vt:lpstr>
      <vt:lpstr>Equation</vt:lpstr>
      <vt:lpstr>PowerPoint Presentation</vt:lpstr>
      <vt:lpstr>Nội dung</vt:lpstr>
      <vt:lpstr>5.1 Mạch tạo dao động điều hoà</vt:lpstr>
      <vt:lpstr>5.1.1 Khái niệm và điều kiện tự dao động</vt:lpstr>
      <vt:lpstr>5.1.1 Khái niệm và điều kiện tự dao động</vt:lpstr>
      <vt:lpstr>5.1.1 Khái niệm và điều kiện tự dao động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5.2. Mạch tạo xung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5.3. Mạch định thời 555</vt:lpstr>
      <vt:lpstr>5.3. Mạch định thời 555</vt:lpstr>
      <vt:lpstr>5.3. Mạch định thời 555</vt:lpstr>
      <vt:lpstr>5.3. Mạch định thời 555</vt:lpstr>
      <vt:lpstr>5.3. Mạch định thời 555</vt:lpstr>
      <vt:lpstr>5.3. Mạch định thời 555</vt:lpstr>
      <vt:lpstr>5.4. Mạch tạo dao động VCO</vt:lpstr>
      <vt:lpstr>5.4. Mạch tạo dao động VCO</vt:lpstr>
      <vt:lpstr>5.4. Mạch tạo dao động VCO</vt:lpstr>
      <vt:lpstr>5.4. Mạch tạo dao động VCO</vt:lpstr>
    </vt:vector>
  </TitlesOfParts>
  <Company>Network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Nguyen Thuy Binh</cp:lastModifiedBy>
  <cp:revision>73</cp:revision>
  <dcterms:created xsi:type="dcterms:W3CDTF">2012-12-19T08:44:45Z</dcterms:created>
  <dcterms:modified xsi:type="dcterms:W3CDTF">2017-08-27T09:11:23Z</dcterms:modified>
</cp:coreProperties>
</file>