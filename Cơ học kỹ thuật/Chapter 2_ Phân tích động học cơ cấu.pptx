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92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93" r:id="rId18"/>
    <p:sldId id="275" r:id="rId19"/>
    <p:sldId id="276" r:id="rId20"/>
    <p:sldId id="277" r:id="rId21"/>
    <p:sldId id="278" r:id="rId22"/>
    <p:sldId id="296" r:id="rId23"/>
    <p:sldId id="294" r:id="rId24"/>
    <p:sldId id="297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69" r:id="rId3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2" d="100"/>
          <a:sy n="72" d="100"/>
        </p:scale>
        <p:origin x="171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D4D3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D4D3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D4D3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D4D3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38858" y="118110"/>
            <a:ext cx="6066282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D4D3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949" y="2609215"/>
            <a:ext cx="4304665" cy="2083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2190" y="2057400"/>
            <a:ext cx="815340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CHƯƠNG</a:t>
            </a:r>
            <a:r>
              <a:rPr sz="4000" spc="-40" dirty="0"/>
              <a:t> </a:t>
            </a:r>
            <a:r>
              <a:rPr lang="en-US" sz="4000" dirty="0"/>
              <a:t>2</a:t>
            </a:r>
            <a:r>
              <a:rPr sz="4000" spc="-35" dirty="0"/>
              <a:t> </a:t>
            </a:r>
            <a:br>
              <a:rPr lang="en-US" sz="4000" dirty="0"/>
            </a:br>
            <a:r>
              <a:rPr sz="4000" spc="-55" dirty="0"/>
              <a:t> </a:t>
            </a:r>
            <a:r>
              <a:rPr sz="4000" dirty="0"/>
              <a:t>PHÂN</a:t>
            </a:r>
            <a:r>
              <a:rPr sz="4000" spc="-65" dirty="0"/>
              <a:t> </a:t>
            </a:r>
            <a:r>
              <a:rPr sz="4000" dirty="0"/>
              <a:t>TÍCH</a:t>
            </a:r>
            <a:r>
              <a:rPr sz="4000" spc="-60" dirty="0"/>
              <a:t> </a:t>
            </a:r>
            <a:r>
              <a:rPr lang="en-US" sz="4000" spc="-60" dirty="0"/>
              <a:t>ĐỘNG HỌC CƠ CẤU</a:t>
            </a:r>
            <a:endParaRPr sz="4000" spc="-25" dirty="0"/>
          </a:p>
        </p:txBody>
      </p:sp>
      <p:sp>
        <p:nvSpPr>
          <p:cNvPr id="5" name="object 5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01DED-F945-44C5-70CB-2EB94AE3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BB6C37F-4F9B-6ECC-740D-989C832693B1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11DBE0E-DA3E-9DC7-750E-CC804FCA9B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31C98AF-1E20-97E5-DE0A-6BDFDFC4CB5C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818CC2-06E7-1E75-4A99-6DF1BA0B9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30669"/>
            <a:ext cx="8292644" cy="465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1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73B9A-9551-FF4C-721F-BF6C03ACA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084C57B-3723-1145-1022-19914BF93D26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065D2CD-885A-E879-554B-AE30222C4B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E890789-7360-BD64-6F5E-5B923ACB44A8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36FAA1-6B92-2FD5-F78D-01015CA69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46698"/>
            <a:ext cx="8001000" cy="563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8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E78B4-D537-7DB4-C297-CF577F239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39EE78D-4517-65DC-906F-CD26DFD7EB52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931C4BE-E59A-D3C6-6B9E-6CAF4E01A1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2D981A6-33E4-5294-BF3D-C508D893739F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BD949-17A0-C3C6-3C1B-D0760E82D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17929"/>
            <a:ext cx="8384284" cy="576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63E6-85BA-57F1-7A75-0BF3065E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9D3BA6B-F7A8-C64E-9BA2-0CE014B11A60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9206EAF-5AEF-5C6B-E9A0-C06A353F79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DE88D0B-908D-2668-2748-F9781300F699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692989-B3BC-28F4-D0D3-B424F91EB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24459"/>
            <a:ext cx="8760280" cy="611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78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9F956-F92A-59C5-DAA5-4843521CE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595F238-A66F-B4D0-A58A-BDF78CC8BCFF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7E877F4-F8D0-175D-6770-43C0124A4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B80DE6A-3FB5-9183-5B26-AEA8F18860B4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6850C6-45D8-61A1-86F9-4D5D35E2E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" y="609599"/>
            <a:ext cx="8629960" cy="58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74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8AA92-EC6D-D387-37E2-DDA411539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B0C72FC-3122-BACA-ADB8-491F975661ED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87F8287-C025-C7AD-CC55-495B8B42E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F2B46FB-9D94-3F4F-98E9-B85D5172C180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40537E-7D61-1ED4-409F-C3DF555BA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24460"/>
            <a:ext cx="8412083" cy="575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31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5E56D-CE45-8661-1040-7CC95BAA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94CBEB1-38A2-7E90-3C69-6288AB8EBDD4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5CA9FD3-0916-F1D4-A45B-5DEB2BEA29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CA712DD-72F7-2B81-CC79-D1C93AFFD7BF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7A9538-3A83-0439-73E4-2384003FD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624460"/>
            <a:ext cx="8501253" cy="598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3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E3F6E-46B5-3B2B-77A6-0D6766C2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E4BF9FD-C3EE-65AE-B85A-7D05FC1A9F06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0D1B311-FD59-11D0-3DC5-5B80DB1B23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4016D37-3DB1-9C57-8E73-32091156F0B3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8654A-995A-18AA-6520-086280C48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15750"/>
            <a:ext cx="8498802" cy="586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57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D69C-BA0A-7370-35FD-894E6D4CF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6C876D2-E04B-4DF2-7CFB-ECA49692C677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A72B173-E26A-B049-67EC-62C6B6F0A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E93B0D9-66DF-192C-4FC4-2057B3F51A8B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A68D7C-00F4-68B4-5A3D-1A26492DB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26637"/>
            <a:ext cx="8382000" cy="596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26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542BD-F5CF-7E55-39F3-9B1FC3D67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0956254-63F7-93C9-04D4-71AE939FF375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2BB7D24-C15E-C27A-FFEF-36857701D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E912A24-0A0B-B15D-E33A-6160F1E3E0AA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B8FE4F-14F3-0249-A30E-4A0DCD5FE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24459"/>
            <a:ext cx="8463869" cy="575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67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C8E2A-19FC-F1F8-0054-335409F5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B38769D-E3B0-04AF-3361-043FE0E112D1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213C971-4BB8-6CF5-7740-73D057F683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B023095-CDCE-63D8-011A-BA418B662D70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82B0AA-2A4F-487B-6CB7-2AF17B64B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24459"/>
            <a:ext cx="8534400" cy="588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9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66C0-D145-6F21-3F57-34C67D5BE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E588733-1D4F-53BA-1823-DB53B753C189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6CFE19C-73EC-C953-EF08-132ED8997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485B275-8D5D-CDD2-A120-3B46055FF00C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022231-BF2B-5BF4-53C8-3325F4318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24459"/>
            <a:ext cx="8577453" cy="58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11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D848B-C74C-5289-00DF-AA6CB890C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DEBA6ED-0095-48F7-549F-3B9D9F33C4FB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4D1FE14-F2D1-703A-6D73-6C88CC01DC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ACC9741-91C3-79CA-6EE1-FF11F49B7292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E55CA5-EBAB-5D03-AF09-F5B6A6C96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1877"/>
            <a:ext cx="8229600" cy="584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42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5363-1851-B3C3-C1B7-2A78436C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76CAF0A-5D4C-C6C3-996F-4276BF98C77C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30E6F91-90CD-70F1-9D72-37A8CE5233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8A732E1-1632-086E-944B-DA1AC568182F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8AB529-AE16-28A1-CDD4-C5B37480B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37523"/>
            <a:ext cx="8458200" cy="587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23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9C6B-11DA-EE3A-6B38-5A0043CC8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6BE4B06-C8FD-1137-82A8-0259E8F6CB0B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988870C-4CE7-BD32-D215-C8DC8A6183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A7C717D-F799-ECB1-D46E-058ED6746340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1A1561-A372-65AC-0762-38CCABAA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650585"/>
            <a:ext cx="8196887" cy="573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683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A3C66B-1F02-2CDB-AF87-3ABAEBB01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362200"/>
            <a:ext cx="3800475" cy="4057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78BC20-AF0F-D8DC-89E3-0BE8CF31BFE3}"/>
              </a:ext>
            </a:extLst>
          </p:cNvPr>
          <p:cNvSpPr txBox="1"/>
          <p:nvPr/>
        </p:nvSpPr>
        <p:spPr>
          <a:xfrm>
            <a:off x="533400" y="30480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B1441A-31F3-1B3C-D6D3-3793B977466B}"/>
                  </a:ext>
                </a:extLst>
              </p:cNvPr>
              <p:cNvSpPr txBox="1"/>
              <p:nvPr/>
            </p:nvSpPr>
            <p:spPr>
              <a:xfrm>
                <a:off x="760429" y="762000"/>
                <a:ext cx="73088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dirty="0"/>
                  <a:t>Cho cơ cấu 4 khâu bản lề </a:t>
                </a:r>
                <a:r>
                  <a:rPr lang="en-US" dirty="0" err="1"/>
                  <a:t>như</a:t>
                </a:r>
                <a:r>
                  <a:rPr lang="az-Cyrl-AZ" dirty="0"/>
                  <a:t> </a:t>
                </a:r>
                <a:r>
                  <a:rPr lang="vi-VN" dirty="0"/>
                  <a:t>hình vẽ. Tay quay </a:t>
                </a:r>
                <a:r>
                  <a:rPr lang="en-US" dirty="0"/>
                  <a:t>OA</a:t>
                </a:r>
                <a:r>
                  <a:rPr lang="vi-VN" dirty="0"/>
                  <a:t> quay đều với vận tốc góc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vi-VN" dirty="0"/>
                  <a:t>rad/s. Kích </a:t>
                </a:r>
                <a:r>
                  <a:rPr lang="en-US" dirty="0" err="1"/>
                  <a:t>thước</a:t>
                </a:r>
                <a:r>
                  <a:rPr lang="en-US" dirty="0"/>
                  <a:t> </a:t>
                </a:r>
                <a:r>
                  <a:rPr lang="vi-VN" dirty="0"/>
                  <a:t>các khâu </a:t>
                </a:r>
                <a:r>
                  <a:rPr lang="en-US" dirty="0"/>
                  <a:t>OA</a:t>
                </a:r>
                <a:r>
                  <a:rPr lang="vi-VN" dirty="0"/>
                  <a:t> = 0,</a:t>
                </a:r>
                <a:r>
                  <a:rPr lang="en-US" dirty="0"/>
                  <a:t>2</a:t>
                </a:r>
                <a:r>
                  <a:rPr lang="vi-VN" dirty="0"/>
                  <a:t>m, </a:t>
                </a:r>
                <a:r>
                  <a:rPr lang="en-US" dirty="0"/>
                  <a:t>BC =0.3m ; AB</a:t>
                </a:r>
                <a:r>
                  <a:rPr lang="vi-VN" dirty="0"/>
                  <a:t> = 0,</a:t>
                </a:r>
                <a:r>
                  <a:rPr lang="en-US" dirty="0"/>
                  <a:t>25</a:t>
                </a:r>
                <a:r>
                  <a:rPr lang="vi-VN" dirty="0"/>
                  <a:t>m, </a:t>
                </a:r>
                <a:r>
                  <a:rPr lang="en-US" dirty="0"/>
                  <a:t>AD =0.22m;  BD</a:t>
                </a:r>
                <a:r>
                  <a:rPr lang="vi-VN" dirty="0"/>
                  <a:t> = 0,</a:t>
                </a:r>
                <a:r>
                  <a:rPr lang="en-US" dirty="0"/>
                  <a:t>2</a:t>
                </a:r>
                <a:r>
                  <a:rPr lang="vi-VN" dirty="0"/>
                  <a:t>m; </a:t>
                </a:r>
                <a:r>
                  <a:rPr lang="en-US" dirty="0"/>
                  <a:t>OC</a:t>
                </a:r>
                <a:r>
                  <a:rPr lang="vi-VN" dirty="0"/>
                  <a:t> = 0,</a:t>
                </a:r>
                <a:r>
                  <a:rPr lang="en-US" dirty="0"/>
                  <a:t>2</a:t>
                </a:r>
                <a:r>
                  <a:rPr lang="vi-VN" dirty="0"/>
                  <a:t>m. Góc quay khâu dẫn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vi-VN" dirty="0"/>
                  <a:t> . Xác đ</a:t>
                </a:r>
                <a:r>
                  <a:rPr lang="az-Cyrl-AZ" dirty="0"/>
                  <a:t>ӏ</a:t>
                </a:r>
                <a:r>
                  <a:rPr lang="vi-VN" dirty="0" err="1"/>
                  <a:t>nh</a:t>
                </a:r>
                <a:r>
                  <a:rPr lang="vi-VN" dirty="0"/>
                  <a:t> </a:t>
                </a:r>
                <a:r>
                  <a:rPr lang="en-US" dirty="0" err="1"/>
                  <a:t>vận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D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B1441A-31F3-1B3C-D6D3-3793B9774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29" y="762000"/>
                <a:ext cx="7308815" cy="1200329"/>
              </a:xfrm>
              <a:prstGeom prst="rect">
                <a:avLst/>
              </a:prstGeom>
              <a:blipFill>
                <a:blip r:embed="rId3"/>
                <a:stretch>
                  <a:fillRect l="-751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9182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8A83F-C35C-C79D-962B-EAC63D224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FB12B20-2121-EBB2-D24E-9B24294DC199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9A85D4C-8B32-25B7-0DFC-8A19CD9629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70B447B-FE7C-8609-7386-F5B3FD42CFA2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6F8C05-EBE6-C654-181F-6EDD0C47B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624459"/>
            <a:ext cx="8324431" cy="592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63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99927-BC1F-4222-8DC6-5477F18F4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AF38B3-D2F6-2978-54DB-393F9F1CDE3E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4F48533-B7C4-9A10-B886-BA724D3B72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8BFAF79-F70E-653D-3BAA-9689F7C0EE8E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0CDD6E-B8D7-8D34-14F3-DD96152A7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22283"/>
            <a:ext cx="8534400" cy="60011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E79F78-D250-CA94-710D-1CD483F0A05E}"/>
              </a:ext>
            </a:extLst>
          </p:cNvPr>
          <p:cNvSpPr txBox="1"/>
          <p:nvPr/>
        </p:nvSpPr>
        <p:spPr>
          <a:xfrm>
            <a:off x="6400800" y="21336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C77ED35-28CD-23B4-7EEA-64ADFBE78386}"/>
                  </a:ext>
                </a:extLst>
              </p:cNvPr>
              <p:cNvSpPr/>
              <p:nvPr/>
            </p:nvSpPr>
            <p:spPr>
              <a:xfrm>
                <a:off x="2667000" y="4648200"/>
                <a:ext cx="685800" cy="3048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C77ED35-28CD-23B4-7EEA-64ADFBE783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648200"/>
                <a:ext cx="685800" cy="304800"/>
              </a:xfrm>
              <a:prstGeom prst="rect">
                <a:avLst/>
              </a:prstGeom>
              <a:blipFill>
                <a:blip r:embed="rId3"/>
                <a:stretch>
                  <a:fillRect l="-6897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568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58773-F0E2-77CD-A0DA-044ED87F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4E4C468-670A-B48A-DBB2-2A9032222150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B7B0676-86D1-8CEA-0FD8-C94442828C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6B42763-3A27-3662-DB80-164C150DC0B3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31B30-0E27-F95E-448A-270F11E6B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24460"/>
            <a:ext cx="8382000" cy="57663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C511CF-FE73-6339-B7DF-2DEC64AB7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3336070"/>
            <a:ext cx="1454727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42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5505D-8B5C-AA4D-351D-221B9C597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F73F6E1-D23F-5124-5014-8A3BA7603B86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789C4AE-1ABC-6C06-FFB3-89E862F1D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F7742B9-0A6A-C11B-A1AF-A4CAE6322F72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435A48-3F28-BA81-5769-302EA47E4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6" y="550545"/>
            <a:ext cx="8290425" cy="57569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3B71B37-9965-B534-284B-174E1C70A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209800"/>
            <a:ext cx="1219200" cy="268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865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B6BAF-72CF-AE24-24A2-9337489C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BB955C-9A44-2B5C-FE08-CB6B4A8A6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399"/>
            <a:ext cx="8254646" cy="34290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E8789A3-B233-6397-5088-9E783CDE0259}"/>
              </a:ext>
            </a:extLst>
          </p:cNvPr>
          <p:cNvSpPr/>
          <p:nvPr/>
        </p:nvSpPr>
        <p:spPr>
          <a:xfrm>
            <a:off x="533400" y="1600200"/>
            <a:ext cx="4419600" cy="1981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45850D-A5FB-2CF5-A7E3-7C6324227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1574242"/>
            <a:ext cx="6915150" cy="3352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19805E-6ED6-AC65-3059-4A43C97F4FF0}"/>
              </a:ext>
            </a:extLst>
          </p:cNvPr>
          <p:cNvSpPr txBox="1"/>
          <p:nvPr/>
        </p:nvSpPr>
        <p:spPr>
          <a:xfrm>
            <a:off x="457200" y="29308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BÀI TẬP: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1B6A68-7BC5-9D8A-AB24-EF9E22538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072875"/>
            <a:ext cx="4513262" cy="247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F0DD5C-9D65-5D66-FA2B-B47400ACE6BB}"/>
              </a:ext>
            </a:extLst>
          </p:cNvPr>
          <p:cNvSpPr/>
          <p:nvPr/>
        </p:nvSpPr>
        <p:spPr>
          <a:xfrm>
            <a:off x="4038600" y="914400"/>
            <a:ext cx="1524000" cy="228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224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DFA238-ECF0-9410-0F26-012FA1EEF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28600"/>
            <a:ext cx="8620125" cy="3618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28B266-21CF-2A09-D1A7-EBE665501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2974386"/>
            <a:ext cx="6096000" cy="36026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78F699F-5B99-CB73-64FA-3ABC552F513D}"/>
              </a:ext>
            </a:extLst>
          </p:cNvPr>
          <p:cNvSpPr/>
          <p:nvPr/>
        </p:nvSpPr>
        <p:spPr>
          <a:xfrm>
            <a:off x="5300663" y="1162050"/>
            <a:ext cx="2362200" cy="1812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87A0C7-0CCE-9468-EA38-F039677B626B}"/>
              </a:ext>
            </a:extLst>
          </p:cNvPr>
          <p:cNvSpPr/>
          <p:nvPr/>
        </p:nvSpPr>
        <p:spPr>
          <a:xfrm>
            <a:off x="685800" y="3429000"/>
            <a:ext cx="1752600" cy="106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BFBE3-9858-1909-17F6-93A0278D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0D5BF65-813A-EA49-F839-1E0AEEC61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56" y="1209073"/>
            <a:ext cx="4191000" cy="1819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AA72D6-823E-6B6C-C3AD-73E0702BD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8113"/>
            <a:ext cx="7658100" cy="95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1260F0-D733-5695-F49A-5164FFB78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780147"/>
            <a:ext cx="2609850" cy="23050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61CC30-4528-B646-E457-0EFC61276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218" y="3085197"/>
            <a:ext cx="7479564" cy="352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77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9E695-68DA-B951-FA6C-1500D887B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735F968-023B-A43B-D193-650908F9A47E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143B25E-1616-7006-E5CC-262AF3586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5F11EE8-A595-35D5-9F5B-D6FDA5D520A3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CF27D8-DF40-0D1B-D30B-D6AB08B2C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22283"/>
            <a:ext cx="8458200" cy="585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885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BCC01-4B8E-3C10-9C1F-875F972B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1A02856-E51C-A046-A2CC-A982D8B4511A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BAAF1CB-7BB2-F821-AE0F-F05758EC59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3E33E7C-99FE-D4B4-D33C-27CD4070A6A6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18D376-3504-C262-05DA-D6B9CED84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22283"/>
            <a:ext cx="8458200" cy="585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85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1FC8-2F55-2270-9898-91E6CED07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EF2D973-83B6-D36D-7ADD-E0E9D2300E80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D7B97A8-7CAC-C959-BC69-6DE2AE464A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B0F9FE6-DF3F-3DBF-B3A8-518A109BD6F8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A5DB8D-94DC-9F5A-16DA-C37D26506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93980"/>
            <a:ext cx="8382000" cy="589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483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057F0-2F35-D557-7962-C8B75219A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4AA243F-FC2D-0A77-AB70-104D7C14843D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9C66EF8-6153-92EA-06B0-AFFD8D8BC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6ACABE4-DBFD-A47A-C409-6664C9DC6FD3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DC6203-670D-913F-7010-9224ABD04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24459"/>
            <a:ext cx="8653653" cy="597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270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960A8-2109-1A31-F6A8-8E0D0AE4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3C0C707-FDAF-9C33-0DA9-B228DE39210F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84A235F-2444-0883-A66B-87924A4B10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58F772D-7BBB-151B-0D4C-CF83BE4B075C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F731CA-3E69-C5C5-3930-A16AE13BD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59294"/>
            <a:ext cx="8534400" cy="569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16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C94D-A5DF-B50F-537E-E1F125D52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9533030-1B93-5981-700A-D30B33254711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5F62F9F-346F-1BEC-7641-BB4E9D6E9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4A0A1AA-6FD1-B0E3-7FC1-D776CB6C67BA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266330-4B59-0AA9-987C-0FF5E52EB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24459"/>
            <a:ext cx="8246056" cy="575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55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058E-2BA0-3CA9-40C4-BF3CA6366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06DA316-CA42-3B50-1C05-A261F227F31F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BBBFB82-3ECE-C867-BBD0-20E6A180E5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A1CB394-E977-ABD6-3186-13782F2F486F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D8C1F8-0B6D-51FE-94E9-C1D198D69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33168"/>
            <a:ext cx="8458200" cy="59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31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A710A-6A8F-B621-DEB7-4D57112F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C5CC374-2FD5-78BC-1CCA-2FF46625478B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DE4DF16-798F-EF72-4DF7-89CE298435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174E7BB-2F50-A252-5FFC-D48B0462EAE1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E64909-50F1-DE79-0A6C-E4E2DABC0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24459"/>
            <a:ext cx="8222459" cy="575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051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A102-8F85-10C3-7D8B-0E7D30383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DFB01B5-70A8-01A4-2C70-E001AF167FF8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039866B-2280-AF42-6E26-8FEA13888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C622B58-5BC9-1C4B-22BA-D710F3C28678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0828DB-80BC-2C2E-FE3D-DC77AF6B3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70179"/>
            <a:ext cx="8305800" cy="579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68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02741-7EC5-8F10-E66D-218F6D705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56AAF19-68CB-B580-FDDA-8A56B435AD8A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541640A-AAB5-A705-0FF5-F95C17E231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11DA47A-65B7-02F4-E124-84B8FBD40EBB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54DAC3-F60D-829E-6D98-E4D1035F2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35346"/>
            <a:ext cx="8305800" cy="579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4412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78FFE-2C7D-CA70-6125-BFAAB593D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386E92B-71FB-B49F-D94A-B2758DF33B70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830450C-2E2C-704F-9B14-99A3313889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316BB57-15CC-6D9B-7305-B1B876DC4702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0064E8-AD8A-78CC-DD4C-FC93373A7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24460"/>
            <a:ext cx="8305800" cy="583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1367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D78F4-A047-6F33-DE87-63A47BDE3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53FC4F9-9246-B859-00E2-E37B41027115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7A3A1AF-8AF1-C60E-FEC6-48B3B2DD50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C1AAA71-8A87-8FFF-6F08-A99A7FE98E66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975EED-2980-16AC-6C1F-AC07D5D53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26637"/>
            <a:ext cx="8844742" cy="585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184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F78B6-2A96-7DB8-DE34-A0489498A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39D3E9B-2EF4-2229-EE5B-0C2F1A7CAD60}"/>
              </a:ext>
            </a:extLst>
          </p:cNvPr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2D739DA-E2CC-AA50-8B5D-D4A6BFE8FA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lang="en-US"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lang="en-US" spc="-60" dirty="0"/>
              <a:t>ĐỘNG HỌC CƠ CẤU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E69C2FB-AB00-C10E-2849-60CA2639042D}"/>
              </a:ext>
            </a:extLst>
          </p:cNvPr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C07988-1709-3E40-8826-399F1A7EA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7116"/>
            <a:ext cx="8219738" cy="572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982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339E-D81A-BACE-F066-49A3B28C2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0BCC4-941E-6578-04BA-31B9F4BEA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13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8808</TotalTime>
  <Words>419</Words>
  <Application>Microsoft Office PowerPoint</Application>
  <PresentationFormat>On-screen Show (4:3)</PresentationFormat>
  <Paragraphs>71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 Math</vt:lpstr>
      <vt:lpstr>Times New Roman</vt:lpstr>
      <vt:lpstr>Office Theme</vt:lpstr>
      <vt:lpstr>CHƯƠNG 2  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PowerPoint Presentation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PowerPoint Presentation</vt:lpstr>
      <vt:lpstr>PowerPoint Presentation</vt:lpstr>
      <vt:lpstr>PowerPoint Presentation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CHƯƠNG 2 – PHÂN TÍCH ĐỘNG HỌC CƠ CẤU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Hello</dc:creator>
  <cp:lastModifiedBy>Nguyễn Văn Cường</cp:lastModifiedBy>
  <cp:revision>13</cp:revision>
  <dcterms:created xsi:type="dcterms:W3CDTF">2025-08-14T08:35:04Z</dcterms:created>
  <dcterms:modified xsi:type="dcterms:W3CDTF">2025-09-29T10:02:12Z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2025-02-09T00:00:00Z</vt:filetime>
  </property>
  <property fmtid="{D5CDD505-2E9C-101B-9397-08002B2CF9AE}" pid="3" name="LastSaved">
    <vt:filetime>2025-08-14T00:00:00Z</vt:filetime>
  </property>
  <property fmtid="{D5CDD505-2E9C-101B-9397-08002B2CF9AE}" pid="4" name="Producer">
    <vt:lpwstr>3-Heights(TM) PDF Security Shell 4.8.25.2 (http://www.pdf-tools.com)</vt:lpwstr>
  </property>
</Properties>
</file>