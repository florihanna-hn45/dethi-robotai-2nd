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140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EA90-4B14-451E-B926-202477D43F00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EC2EA90-4B14-451E-B926-202477D43F00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F65018F-D4C1-4EBE-B653-E12DBA5CBC1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Bài tập chương 2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Mạch khuếch đại công suất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Tính công suất vào, công suất ra và hiệu suất của mạch sau biết khi có tín hiệu vào dòng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có biên độ đỉnh 10mA.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2438400"/>
            <a:ext cx="3690936" cy="281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2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Cho mạch như hình vẽ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Tính  P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Lmax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CCmax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Cmax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mtClean="0">
                <a:latin typeface="Times New Roman" pitchFamily="18" charset="0"/>
                <a:cs typeface="Times New Roman" pitchFamily="18" charset="0"/>
                <a:sym typeface="Symbol"/>
              </a:rPr>
              <a:t>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Nếu biên dộ của v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là 8V. Xác định công suất ra trên tải P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Xác định P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của mỗi BJT ( khi v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=8V)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1600200"/>
            <a:ext cx="3741438" cy="3900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Cho mạch KĐCS chế độ B đối xứng, bỏ qua công suất tiêu thụ trên các điện trở phân cực. Vcc =10V</a:t>
            </a:r>
          </a:p>
          <a:p>
            <a:pPr lvl="1"/>
            <a:r>
              <a:rPr lang="en-US" smtClean="0">
                <a:latin typeface="Times New Roman" pitchFamily="18" charset="0"/>
                <a:cs typeface="Times New Roman" pitchFamily="18" charset="0"/>
              </a:rPr>
              <a:t>Vẽ đường tải xoay chiều mỗi BJT</a:t>
            </a:r>
          </a:p>
          <a:p>
            <a:pPr lvl="1"/>
            <a:r>
              <a:rPr lang="en-US" smtClean="0">
                <a:latin typeface="Times New Roman" pitchFamily="18" charset="0"/>
                <a:cs typeface="Times New Roman" pitchFamily="18" charset="0"/>
              </a:rPr>
              <a:t>Tính công suất trên tải cực đại Plmax</a:t>
            </a:r>
          </a:p>
          <a:p>
            <a:pPr lvl="1"/>
            <a:r>
              <a:rPr lang="en-US" smtClean="0">
                <a:latin typeface="Times New Roman" pitchFamily="18" charset="0"/>
                <a:cs typeface="Times New Roman" pitchFamily="18" charset="0"/>
              </a:rPr>
              <a:t>Tính công suất mỗi nguồn cấp PCC</a:t>
            </a:r>
          </a:p>
          <a:p>
            <a:pPr lvl="1"/>
            <a:r>
              <a:rPr lang="en-US" smtClean="0">
                <a:latin typeface="Times New Roman" pitchFamily="18" charset="0"/>
                <a:cs typeface="Times New Roman" pitchFamily="18" charset="0"/>
              </a:rPr>
              <a:t>Tính công suất tiêu tán trên mỗi BJT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4648200" y="2101796"/>
            <a:ext cx="4038600" cy="4072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4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Tính công suất vào, công suất ra và công suất tiêu tán trên mỗi BJT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Tính công suất và hiệu suất của mạch khi tín hiệu vào có biên độ hiệu dung 12V (V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rms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0" y="2133600"/>
            <a:ext cx="4038600" cy="268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Cho mạch khuếch đại công suất sau. BJT có điện áp bão hòa  V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CE,sat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= 2V, h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fe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= 20, V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BEQ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= 0.7V 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 Vẽ đường tải động (ACLL) và tĩnh (DCLL).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Tính  P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CC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Lmax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Cmax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và </a:t>
            </a:r>
            <a:r>
              <a:rPr lang="en-US" smtClean="0">
                <a:latin typeface="Times New Roman" pitchFamily="18" charset="0"/>
                <a:cs typeface="Times New Roman" pitchFamily="18" charset="0"/>
                <a:sym typeface="Symbol"/>
              </a:rPr>
              <a:t>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Tính lại  R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và R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để mạch hoạt động ở chế độ đối xứng cực đại (max swing). Xác định  P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CC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P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Cmax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và </a:t>
            </a:r>
            <a:r>
              <a:rPr lang="en-US" smtClean="0">
                <a:latin typeface="Times New Roman" pitchFamily="18" charset="0"/>
                <a:cs typeface="Times New Roman" pitchFamily="18" charset="0"/>
                <a:sym typeface="Symbol"/>
              </a:rPr>
              <a:t> 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2362200"/>
            <a:ext cx="4105275" cy="2913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412</TotalTime>
  <Words>258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Flow</vt:lpstr>
      <vt:lpstr>Bài tập chương 2</vt:lpstr>
      <vt:lpstr>Bài 1</vt:lpstr>
      <vt:lpstr>Bài 2 </vt:lpstr>
      <vt:lpstr>Bài 3</vt:lpstr>
      <vt:lpstr>Bài 4</vt:lpstr>
      <vt:lpstr>Bài 5</vt:lpstr>
    </vt:vector>
  </TitlesOfParts>
  <Company>Network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tập chương 2</dc:title>
  <dc:creator>User</dc:creator>
  <cp:lastModifiedBy>Nguyen Thuy Binh</cp:lastModifiedBy>
  <cp:revision>20</cp:revision>
  <dcterms:created xsi:type="dcterms:W3CDTF">2013-01-11T04:58:09Z</dcterms:created>
  <dcterms:modified xsi:type="dcterms:W3CDTF">2017-02-16T04:44:38Z</dcterms:modified>
</cp:coreProperties>
</file>