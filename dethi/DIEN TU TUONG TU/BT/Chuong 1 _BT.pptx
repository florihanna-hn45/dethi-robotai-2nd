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7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25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2A3194-04A7-4315-84FB-6E2F767D2370}" type="datetimeFigureOut">
              <a:rPr lang="en-US" smtClean="0"/>
              <a:t>3/17/2018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C6ED5C-4B8D-4DF3-A706-DAF3A6431701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Bài tập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Khuếch đại tín hiệu nhỏ dùng Transistor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1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Tính các thông số của mạch khuếch đại khi có và không có tụ CE. Nhận xét</a:t>
            </a:r>
          </a:p>
          <a:p>
            <a:endParaRPr lang="en-US"/>
          </a:p>
        </p:txBody>
      </p:sp>
      <p:pic>
        <p:nvPicPr>
          <p:cNvPr id="1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962525" y="1524000"/>
            <a:ext cx="3409950" cy="35147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Bài tập 2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875"/>
            <a:ext cx="4038600" cy="4433888"/>
          </a:xfrm>
        </p:spPr>
        <p:txBody>
          <a:bodyPr/>
          <a:lstStyle/>
          <a:p>
            <a:pPr eaLnBrk="1" hangingPunct="1"/>
            <a:r>
              <a:rPr lang="en-US" smtClean="0"/>
              <a:t>Tính Ku1 = Vo1/Vi</a:t>
            </a:r>
          </a:p>
          <a:p>
            <a:pPr eaLnBrk="1" hangingPunct="1"/>
            <a:r>
              <a:rPr lang="en-US" smtClean="0"/>
              <a:t>Tính Ku2 = Vo2/Vi</a:t>
            </a:r>
          </a:p>
          <a:p>
            <a:pPr eaLnBrk="1" hangingPunct="1"/>
            <a:r>
              <a:rPr lang="en-US" smtClean="0"/>
              <a:t>Nhận xét V01 và Vo2</a:t>
            </a:r>
          </a:p>
        </p:txBody>
      </p:sp>
      <p:pic>
        <p:nvPicPr>
          <p:cNvPr id="3891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724400" y="1828800"/>
            <a:ext cx="3705225" cy="43053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Bài tập 3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875"/>
            <a:ext cx="4038600" cy="4433888"/>
          </a:xfrm>
        </p:spPr>
        <p:txBody>
          <a:bodyPr/>
          <a:lstStyle/>
          <a:p>
            <a:pPr eaLnBrk="1" hangingPunct="1"/>
            <a:r>
              <a:rPr lang="en-US" smtClean="0"/>
              <a:t>Tính Zv, Ku.</a:t>
            </a:r>
          </a:p>
        </p:txBody>
      </p:sp>
      <p:sp>
        <p:nvSpPr>
          <p:cNvPr id="3994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875"/>
            <a:ext cx="4038600" cy="4433888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3994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1905000"/>
            <a:ext cx="42386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800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4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Tính Zv và Ku khi</a:t>
            </a:r>
          </a:p>
          <a:p>
            <a:pPr>
              <a:buNone/>
            </a:pPr>
            <a:r>
              <a:rPr lang="en-US" smtClean="0"/>
              <a:t>a)  có tụ C</a:t>
            </a:r>
            <a:r>
              <a:rPr lang="en-US" baseline="-25000" smtClean="0"/>
              <a:t>E</a:t>
            </a:r>
            <a:r>
              <a:rPr lang="en-US" smtClean="0"/>
              <a:t> </a:t>
            </a:r>
          </a:p>
          <a:p>
            <a:pPr>
              <a:buNone/>
            </a:pPr>
            <a:r>
              <a:rPr lang="en-US" smtClean="0"/>
              <a:t>B) không có tụ C</a:t>
            </a:r>
            <a:r>
              <a:rPr lang="en-US" baseline="-25000" smtClean="0"/>
              <a:t>E</a:t>
            </a:r>
          </a:p>
          <a:p>
            <a:pPr>
              <a:buNone/>
            </a:pPr>
            <a:r>
              <a:rPr lang="en-US" smtClean="0"/>
              <a:t>Nhận xét ảnh hưởng của tụ C</a:t>
            </a:r>
            <a:r>
              <a:rPr lang="en-US" baseline="-25000" smtClean="0"/>
              <a:t>E</a:t>
            </a:r>
            <a:endParaRPr lang="en-US" baseline="-2500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724400" y="1905000"/>
            <a:ext cx="4038600" cy="329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Xác định Zv, K</a:t>
            </a:r>
            <a:r>
              <a:rPr lang="en-US" baseline="-25000" smtClean="0"/>
              <a:t>u</a:t>
            </a:r>
            <a:r>
              <a:rPr lang="en-US" smtClean="0"/>
              <a:t> và K</a:t>
            </a:r>
            <a:r>
              <a:rPr lang="en-US" baseline="-25000" smtClean="0"/>
              <a:t>utf</a:t>
            </a:r>
            <a:r>
              <a:rPr lang="en-US" smtClean="0"/>
              <a:t> = V</a:t>
            </a:r>
            <a:r>
              <a:rPr lang="en-US" baseline="-25000" smtClean="0"/>
              <a:t>o</a:t>
            </a:r>
            <a:r>
              <a:rPr lang="en-US" smtClean="0"/>
              <a:t>/V</a:t>
            </a:r>
            <a:r>
              <a:rPr lang="en-US" baseline="-25000" smtClean="0"/>
              <a:t>s</a:t>
            </a:r>
            <a:endParaRPr lang="en-US" baseline="-2500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345406"/>
            <a:ext cx="4038600" cy="3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6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Tính Ku, Ki, Zv, Zr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981200"/>
            <a:ext cx="3350191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7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Cho T1 và T2 giống nhau có h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fe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=60; h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=1k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Vẽ sơ đồ tương đương tần số thấp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Xác định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=i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/i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en-US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2362200"/>
            <a:ext cx="3813912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8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Transistor có h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fe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=100; h</a:t>
            </a:r>
            <a:r>
              <a:rPr lang="en-US" baseline="-25000" smtClean="0"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=1k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Vẽ sơ đồ tương đương tần số thấp</a:t>
            </a:r>
          </a:p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Xác định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=i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/i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i</a:t>
            </a:r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777522"/>
            <a:ext cx="4038600" cy="2720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9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Tính các thông số của mạch khuếch đại biết Transistor có h</a:t>
            </a:r>
            <a:r>
              <a:rPr lang="en-US" baseline="-25000" smtClean="0"/>
              <a:t>fe</a:t>
            </a:r>
            <a:r>
              <a:rPr lang="en-US" smtClean="0"/>
              <a:t>=100.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667000"/>
            <a:ext cx="4347857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10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Cho mạch sau biết Transistor có hfe=100, ICQ=10mA.</a:t>
            </a:r>
          </a:p>
          <a:p>
            <a:pPr>
              <a:buNone/>
            </a:pPr>
            <a:r>
              <a:rPr lang="en-US" smtClean="0"/>
              <a:t>Tính K</a:t>
            </a:r>
            <a:r>
              <a:rPr lang="en-US" baseline="-25000" smtClean="0"/>
              <a:t>i</a:t>
            </a:r>
            <a:r>
              <a:rPr lang="en-US" smtClean="0"/>
              <a:t>=i</a:t>
            </a:r>
            <a:r>
              <a:rPr lang="en-US" baseline="-25000" smtClean="0"/>
              <a:t>L</a:t>
            </a:r>
            <a:r>
              <a:rPr lang="en-US" smtClean="0"/>
              <a:t>/i</a:t>
            </a:r>
            <a:r>
              <a:rPr lang="en-US" baseline="-25000" smtClean="0"/>
              <a:t>i</a:t>
            </a:r>
            <a:r>
              <a:rPr lang="en-US" smtClean="0"/>
              <a:t> và Ku=u</a:t>
            </a:r>
            <a:r>
              <a:rPr lang="en-US" baseline="-25000" smtClean="0"/>
              <a:t>L</a:t>
            </a:r>
            <a:r>
              <a:rPr lang="en-US" smtClean="0"/>
              <a:t>/u</a:t>
            </a:r>
            <a:r>
              <a:rPr lang="en-US" baseline="-25000" smtClean="0"/>
              <a:t>i</a:t>
            </a:r>
            <a:endParaRPr lang="en-US" baseline="-250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1981200"/>
            <a:ext cx="4469901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3388</TotalTime>
  <Words>178</Words>
  <Application>Microsoft Office PowerPoint</Application>
  <PresentationFormat>On-screen Show (4:3)</PresentationFormat>
  <Paragraphs>32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Bài tập</vt:lpstr>
      <vt:lpstr>Bài 1</vt:lpstr>
      <vt:lpstr>Bài tập 2</vt:lpstr>
      <vt:lpstr>Bài tập 3</vt:lpstr>
      <vt:lpstr>Bài tập 4</vt:lpstr>
      <vt:lpstr>Bài tập 5</vt:lpstr>
      <vt:lpstr>Bài tập 6</vt:lpstr>
      <vt:lpstr>Bài tập 7</vt:lpstr>
      <vt:lpstr>Bài tập 8</vt:lpstr>
      <vt:lpstr>Bài tập 9</vt:lpstr>
      <vt:lpstr>Bài tập 10</vt:lpstr>
    </vt:vector>
  </TitlesOfParts>
  <Company>Network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</dc:title>
  <dc:creator>User</dc:creator>
  <cp:lastModifiedBy>Nguyen Thuy Binh</cp:lastModifiedBy>
  <cp:revision>26</cp:revision>
  <dcterms:created xsi:type="dcterms:W3CDTF">2013-01-10T07:57:47Z</dcterms:created>
  <dcterms:modified xsi:type="dcterms:W3CDTF">2018-03-17T11:41:52Z</dcterms:modified>
</cp:coreProperties>
</file>